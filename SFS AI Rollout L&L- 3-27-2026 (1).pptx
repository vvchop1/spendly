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71" r:id="rId2"/>
    <p:sldMasterId id="2147483685" r:id="rId3"/>
    <p:sldMasterId id="2147483699" r:id="rId4"/>
  </p:sldMasterIdLst>
  <p:notesMasterIdLst>
    <p:notesMasterId r:id="rId43"/>
  </p:notesMasterIdLst>
  <p:sldIdLst>
    <p:sldId id="256" r:id="rId5"/>
    <p:sldId id="2147480811" r:id="rId6"/>
    <p:sldId id="272" r:id="rId7"/>
    <p:sldId id="257" r:id="rId8"/>
    <p:sldId id="270" r:id="rId9"/>
    <p:sldId id="258" r:id="rId10"/>
    <p:sldId id="271" r:id="rId11"/>
    <p:sldId id="259" r:id="rId12"/>
    <p:sldId id="285" r:id="rId13"/>
    <p:sldId id="286" r:id="rId14"/>
    <p:sldId id="260" r:id="rId15"/>
    <p:sldId id="262" r:id="rId16"/>
    <p:sldId id="2147480802" r:id="rId17"/>
    <p:sldId id="264" r:id="rId18"/>
    <p:sldId id="2147480810" r:id="rId19"/>
    <p:sldId id="2147480807" r:id="rId20"/>
    <p:sldId id="265" r:id="rId21"/>
    <p:sldId id="2147480808" r:id="rId22"/>
    <p:sldId id="280" r:id="rId23"/>
    <p:sldId id="279" r:id="rId24"/>
    <p:sldId id="275" r:id="rId25"/>
    <p:sldId id="281" r:id="rId26"/>
    <p:sldId id="282" r:id="rId27"/>
    <p:sldId id="273" r:id="rId28"/>
    <p:sldId id="276" r:id="rId29"/>
    <p:sldId id="287" r:id="rId30"/>
    <p:sldId id="288" r:id="rId31"/>
    <p:sldId id="289" r:id="rId32"/>
    <p:sldId id="274" r:id="rId33"/>
    <p:sldId id="290" r:id="rId34"/>
    <p:sldId id="277" r:id="rId35"/>
    <p:sldId id="291" r:id="rId36"/>
    <p:sldId id="2147480801" r:id="rId37"/>
    <p:sldId id="283" r:id="rId38"/>
    <p:sldId id="284" r:id="rId39"/>
    <p:sldId id="2147480812" r:id="rId40"/>
    <p:sldId id="2147480809" r:id="rId41"/>
    <p:sldId id="2147480804" r:id="rId42"/>
  </p:sldIdLst>
  <p:sldSz cx="12192000" cy="6858000"/>
  <p:notesSz cx="6858000" cy="9144000"/>
  <p:embeddedFontLst>
    <p:embeddedFont>
      <p:font typeface="Inter" panose="020B0604020202020204" charset="0"/>
      <p:regular r:id="rId44"/>
      <p:bold r:id="rId45"/>
      <p:italic r:id="rId46"/>
      <p:boldItalic r:id="rId47"/>
    </p:embeddedFont>
    <p:embeddedFont>
      <p:font typeface="Inter SemiBold" panose="020B0604020202020204" charset="0"/>
      <p:regular r:id="rId48"/>
      <p:bold r:id="rId49"/>
      <p:italic r:id="rId50"/>
      <p:boldItalic r:id="rId51"/>
    </p:embeddedFont>
    <p:embeddedFont>
      <p:font typeface="Poppins" panose="00000500000000000000" pitchFamily="2" charset="0"/>
      <p:regular r:id="rId52"/>
      <p:bold r:id="rId53"/>
      <p:italic r:id="rId54"/>
      <p:boldItalic r:id="rId55"/>
    </p:embeddedFont>
    <p:embeddedFont>
      <p:font typeface="Segoe UI" panose="020B0502040204020203" pitchFamily="34" charset="0"/>
      <p:regular r:id="rId56"/>
      <p:bold r:id="rId57"/>
      <p:italic r:id="rId58"/>
      <p:boldItalic r:id="rId5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40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1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er Afshar" userId="ef14ed6e-8c34-42b1-8014-4f40650f3772" providerId="ADAL" clId="{602114D4-4CCD-4D47-80AF-2F55C3711C82}"/>
    <pc:docChg chg="undo redo custSel mod addSld delSld modSld sldOrd">
      <pc:chgData name="Nader Afshar" userId="ef14ed6e-8c34-42b1-8014-4f40650f3772" providerId="ADAL" clId="{602114D4-4CCD-4D47-80AF-2F55C3711C82}" dt="2026-04-13T20:21:38.576" v="4548" actId="20577"/>
      <pc:docMkLst>
        <pc:docMk/>
      </pc:docMkLst>
      <pc:sldChg chg="delSp modSp mod">
        <pc:chgData name="Nader Afshar" userId="ef14ed6e-8c34-42b1-8014-4f40650f3772" providerId="ADAL" clId="{602114D4-4CCD-4D47-80AF-2F55C3711C82}" dt="2026-04-02T16:33:45.700" v="4537" actId="20577"/>
        <pc:sldMkLst>
          <pc:docMk/>
          <pc:sldMk cId="0" sldId="256"/>
        </pc:sldMkLst>
        <pc:spChg chg="mod">
          <ac:chgData name="Nader Afshar" userId="ef14ed6e-8c34-42b1-8014-4f40650f3772" providerId="ADAL" clId="{602114D4-4CCD-4D47-80AF-2F55C3711C82}" dt="2026-04-02T16:33:45.700" v="4537" actId="20577"/>
          <ac:spMkLst>
            <pc:docMk/>
            <pc:sldMk cId="0" sldId="256"/>
            <ac:spMk id="2" creationId="{6F70E48C-C81B-AAAF-D46C-9651E79449E9}"/>
          </ac:spMkLst>
        </pc:spChg>
        <pc:spChg chg="mod">
          <ac:chgData name="Nader Afshar" userId="ef14ed6e-8c34-42b1-8014-4f40650f3772" providerId="ADAL" clId="{602114D4-4CCD-4D47-80AF-2F55C3711C82}" dt="2026-04-01T15:42:14.282" v="4281" actId="20577"/>
          <ac:spMkLst>
            <pc:docMk/>
            <pc:sldMk cId="0" sldId="256"/>
            <ac:spMk id="86" creationId="{00000000-0000-0000-0000-000000000000}"/>
          </ac:spMkLst>
        </pc:spChg>
      </pc:sldChg>
      <pc:sldChg chg="modSp mod ord">
        <pc:chgData name="Nader Afshar" userId="ef14ed6e-8c34-42b1-8014-4f40650f3772" providerId="ADAL" clId="{602114D4-4CCD-4D47-80AF-2F55C3711C82}" dt="2026-03-27T20:14:56.950" v="3267"/>
        <pc:sldMkLst>
          <pc:docMk/>
          <pc:sldMk cId="0" sldId="264"/>
        </pc:sldMkLst>
        <pc:spChg chg="mod">
          <ac:chgData name="Nader Afshar" userId="ef14ed6e-8c34-42b1-8014-4f40650f3772" providerId="ADAL" clId="{602114D4-4CCD-4D47-80AF-2F55C3711C82}" dt="2026-03-26T23:26:51.679" v="2616" actId="20577"/>
          <ac:spMkLst>
            <pc:docMk/>
            <pc:sldMk cId="0" sldId="264"/>
            <ac:spMk id="3" creationId="{34A467D2-117B-E841-228B-4ADAC9AA42D2}"/>
          </ac:spMkLst>
        </pc:spChg>
      </pc:sldChg>
      <pc:sldChg chg="modSp mod">
        <pc:chgData name="Nader Afshar" userId="ef14ed6e-8c34-42b1-8014-4f40650f3772" providerId="ADAL" clId="{602114D4-4CCD-4D47-80AF-2F55C3711C82}" dt="2026-04-01T16:54:27.607" v="4416" actId="20577"/>
        <pc:sldMkLst>
          <pc:docMk/>
          <pc:sldMk cId="847055248" sldId="272"/>
        </pc:sldMkLst>
        <pc:spChg chg="mod">
          <ac:chgData name="Nader Afshar" userId="ef14ed6e-8c34-42b1-8014-4f40650f3772" providerId="ADAL" clId="{602114D4-4CCD-4D47-80AF-2F55C3711C82}" dt="2026-04-01T16:54:27.607" v="4416" actId="20577"/>
          <ac:spMkLst>
            <pc:docMk/>
            <pc:sldMk cId="847055248" sldId="272"/>
            <ac:spMk id="3" creationId="{F9286EC4-4106-B093-BE86-213ED5172504}"/>
          </ac:spMkLst>
        </pc:spChg>
      </pc:sldChg>
      <pc:sldChg chg="addSp delSp modSp new mod ord">
        <pc:chgData name="Nader Afshar" userId="ef14ed6e-8c34-42b1-8014-4f40650f3772" providerId="ADAL" clId="{602114D4-4CCD-4D47-80AF-2F55C3711C82}" dt="2026-03-28T17:48:52.217" v="3325"/>
        <pc:sldMkLst>
          <pc:docMk/>
          <pc:sldMk cId="529067863" sldId="273"/>
        </pc:sldMkLst>
        <pc:spChg chg="mod">
          <ac:chgData name="Nader Afshar" userId="ef14ed6e-8c34-42b1-8014-4f40650f3772" providerId="ADAL" clId="{602114D4-4CCD-4D47-80AF-2F55C3711C82}" dt="2026-03-26T12:00:41.071" v="2208" actId="947"/>
          <ac:spMkLst>
            <pc:docMk/>
            <pc:sldMk cId="529067863" sldId="273"/>
            <ac:spMk id="2" creationId="{6BD51A79-9F30-4178-0D61-EA5BE9A94A6D}"/>
          </ac:spMkLst>
        </pc:spChg>
        <pc:spChg chg="mod">
          <ac:chgData name="Nader Afshar" userId="ef14ed6e-8c34-42b1-8014-4f40650f3772" providerId="ADAL" clId="{602114D4-4CCD-4D47-80AF-2F55C3711C82}" dt="2026-03-26T23:35:53.105" v="2643" actId="113"/>
          <ac:spMkLst>
            <pc:docMk/>
            <pc:sldMk cId="529067863" sldId="273"/>
            <ac:spMk id="4" creationId="{84773944-A9BB-8751-A162-9A843D5C5B9E}"/>
          </ac:spMkLst>
        </pc:spChg>
        <pc:spChg chg="add mod">
          <ac:chgData name="Nader Afshar" userId="ef14ed6e-8c34-42b1-8014-4f40650f3772" providerId="ADAL" clId="{602114D4-4CCD-4D47-80AF-2F55C3711C82}" dt="2026-03-26T23:35:07.483" v="2637" actId="108"/>
          <ac:spMkLst>
            <pc:docMk/>
            <pc:sldMk cId="529067863" sldId="273"/>
            <ac:spMk id="9" creationId="{EDAD26CC-C252-BD1B-8BE4-B8908B49DD40}"/>
          </ac:spMkLst>
        </pc:spChg>
      </pc:sldChg>
      <pc:sldChg chg="add">
        <pc:chgData name="Nader Afshar" userId="ef14ed6e-8c34-42b1-8014-4f40650f3772" providerId="ADAL" clId="{602114D4-4CCD-4D47-80AF-2F55C3711C82}" dt="2026-03-27T14:27:26.967" v="2797"/>
        <pc:sldMkLst>
          <pc:docMk/>
          <pc:sldMk cId="692615870" sldId="274"/>
        </pc:sldMkLst>
      </pc:sldChg>
      <pc:sldChg chg="modSp new mod">
        <pc:chgData name="Nader Afshar" userId="ef14ed6e-8c34-42b1-8014-4f40650f3772" providerId="ADAL" clId="{602114D4-4CCD-4D47-80AF-2F55C3711C82}" dt="2026-03-27T20:19:34.488" v="3294" actId="1076"/>
        <pc:sldMkLst>
          <pc:docMk/>
          <pc:sldMk cId="995108280" sldId="275"/>
        </pc:sldMkLst>
        <pc:spChg chg="mod">
          <ac:chgData name="Nader Afshar" userId="ef14ed6e-8c34-42b1-8014-4f40650f3772" providerId="ADAL" clId="{602114D4-4CCD-4D47-80AF-2F55C3711C82}" dt="2026-03-27T20:19:34.488" v="3294" actId="1076"/>
          <ac:spMkLst>
            <pc:docMk/>
            <pc:sldMk cId="995108280" sldId="275"/>
            <ac:spMk id="2" creationId="{0D6EB52D-E5C9-7842-C9DC-55D2E367D989}"/>
          </ac:spMkLst>
        </pc:spChg>
      </pc:sldChg>
      <pc:sldChg chg="addSp delSp modSp new mod ord">
        <pc:chgData name="Nader Afshar" userId="ef14ed6e-8c34-42b1-8014-4f40650f3772" providerId="ADAL" clId="{602114D4-4CCD-4D47-80AF-2F55C3711C82}" dt="2026-03-28T17:48:54.003" v="3327"/>
        <pc:sldMkLst>
          <pc:docMk/>
          <pc:sldMk cId="4262910631" sldId="276"/>
        </pc:sldMkLst>
        <pc:spChg chg="mod">
          <ac:chgData name="Nader Afshar" userId="ef14ed6e-8c34-42b1-8014-4f40650f3772" providerId="ADAL" clId="{602114D4-4CCD-4D47-80AF-2F55C3711C82}" dt="2026-03-26T19:40:47.521" v="2594" actId="947"/>
          <ac:spMkLst>
            <pc:docMk/>
            <pc:sldMk cId="4262910631" sldId="276"/>
            <ac:spMk id="2" creationId="{680D77DB-5D96-678C-65E6-A4C9CB06991C}"/>
          </ac:spMkLst>
        </pc:spChg>
        <pc:spChg chg="mod">
          <ac:chgData name="Nader Afshar" userId="ef14ed6e-8c34-42b1-8014-4f40650f3772" providerId="ADAL" clId="{602114D4-4CCD-4D47-80AF-2F55C3711C82}" dt="2026-03-26T23:35:44.722" v="2642" actId="113"/>
          <ac:spMkLst>
            <pc:docMk/>
            <pc:sldMk cId="4262910631" sldId="276"/>
            <ac:spMk id="8" creationId="{F1AC607E-2AD7-D176-E830-CBCC8888FF3E}"/>
          </ac:spMkLst>
        </pc:spChg>
        <pc:spChg chg="add mod">
          <ac:chgData name="Nader Afshar" userId="ef14ed6e-8c34-42b1-8014-4f40650f3772" providerId="ADAL" clId="{602114D4-4CCD-4D47-80AF-2F55C3711C82}" dt="2026-03-26T23:35:13.233" v="2638" actId="108"/>
          <ac:spMkLst>
            <pc:docMk/>
            <pc:sldMk cId="4262910631" sldId="276"/>
            <ac:spMk id="9" creationId="{538511FE-CFC7-4CAE-6C8B-8A1F9603FA09}"/>
          </ac:spMkLst>
        </pc:spChg>
        <pc:spChg chg="add mod">
          <ac:chgData name="Nader Afshar" userId="ef14ed6e-8c34-42b1-8014-4f40650f3772" providerId="ADAL" clId="{602114D4-4CCD-4D47-80AF-2F55C3711C82}" dt="2026-03-26T23:35:29.271" v="2640" actId="108"/>
          <ac:spMkLst>
            <pc:docMk/>
            <pc:sldMk cId="4262910631" sldId="276"/>
            <ac:spMk id="10" creationId="{AE2C7B95-4607-8AEB-D8E7-8FE22498C17C}"/>
          </ac:spMkLst>
        </pc:spChg>
      </pc:sldChg>
      <pc:sldChg chg="addSp delSp modSp new mod">
        <pc:chgData name="Nader Afshar" userId="ef14ed6e-8c34-42b1-8014-4f40650f3772" providerId="ADAL" clId="{602114D4-4CCD-4D47-80AF-2F55C3711C82}" dt="2026-03-26T13:00:49.903" v="2488" actId="478"/>
        <pc:sldMkLst>
          <pc:docMk/>
          <pc:sldMk cId="1408532499" sldId="277"/>
        </pc:sldMkLst>
        <pc:spChg chg="mod">
          <ac:chgData name="Nader Afshar" userId="ef14ed6e-8c34-42b1-8014-4f40650f3772" providerId="ADAL" clId="{602114D4-4CCD-4D47-80AF-2F55C3711C82}" dt="2026-03-26T12:59:57.753" v="2483" actId="947"/>
          <ac:spMkLst>
            <pc:docMk/>
            <pc:sldMk cId="1408532499" sldId="277"/>
            <ac:spMk id="2" creationId="{D5BB1E05-5897-0ED4-FE77-A4AA1005ECCF}"/>
          </ac:spMkLst>
        </pc:spChg>
        <pc:picChg chg="add mod">
          <ac:chgData name="Nader Afshar" userId="ef14ed6e-8c34-42b1-8014-4f40650f3772" providerId="ADAL" clId="{602114D4-4CCD-4D47-80AF-2F55C3711C82}" dt="2026-03-26T13:00:43.686" v="2487" actId="1076"/>
          <ac:picMkLst>
            <pc:docMk/>
            <pc:sldMk cId="1408532499" sldId="277"/>
            <ac:picMk id="10" creationId="{85A6F626-BFD8-C02E-DD5D-00838FE119C5}"/>
          </ac:picMkLst>
        </pc:picChg>
      </pc:sldChg>
      <pc:sldChg chg="add">
        <pc:chgData name="Nader Afshar" userId="ef14ed6e-8c34-42b1-8014-4f40650f3772" providerId="ADAL" clId="{602114D4-4CCD-4D47-80AF-2F55C3711C82}" dt="2026-03-27T14:41:00.551" v="2904"/>
        <pc:sldMkLst>
          <pc:docMk/>
          <pc:sldMk cId="4105180153" sldId="279"/>
        </pc:sldMkLst>
      </pc:sldChg>
      <pc:sldChg chg="addSp delSp modSp add mod">
        <pc:chgData name="Nader Afshar" userId="ef14ed6e-8c34-42b1-8014-4f40650f3772" providerId="ADAL" clId="{602114D4-4CCD-4D47-80AF-2F55C3711C82}" dt="2026-03-27T18:30:34.431" v="3082" actId="21"/>
        <pc:sldMkLst>
          <pc:docMk/>
          <pc:sldMk cId="97085652" sldId="280"/>
        </pc:sldMkLst>
        <pc:spChg chg="add del">
          <ac:chgData name="Nader Afshar" userId="ef14ed6e-8c34-42b1-8014-4f40650f3772" providerId="ADAL" clId="{602114D4-4CCD-4D47-80AF-2F55C3711C82}" dt="2026-03-27T18:30:34.431" v="3082" actId="21"/>
          <ac:spMkLst>
            <pc:docMk/>
            <pc:sldMk cId="97085652" sldId="280"/>
            <ac:spMk id="3" creationId="{F9286EC4-4106-B093-BE86-213ED5172504}"/>
          </ac:spMkLst>
        </pc:spChg>
      </pc:sldChg>
      <pc:sldChg chg="modSp add del mod ord">
        <pc:chgData name="Nader Afshar" userId="ef14ed6e-8c34-42b1-8014-4f40650f3772" providerId="ADAL" clId="{602114D4-4CCD-4D47-80AF-2F55C3711C82}" dt="2026-03-27T14:18:56.668" v="2731" actId="20577"/>
        <pc:sldMkLst>
          <pc:docMk/>
          <pc:sldMk cId="670940924" sldId="281"/>
        </pc:sldMkLst>
        <pc:spChg chg="mod">
          <ac:chgData name="Nader Afshar" userId="ef14ed6e-8c34-42b1-8014-4f40650f3772" providerId="ADAL" clId="{602114D4-4CCD-4D47-80AF-2F55C3711C82}" dt="2026-03-27T14:18:56.668" v="2731" actId="20577"/>
          <ac:spMkLst>
            <pc:docMk/>
            <pc:sldMk cId="670940924" sldId="281"/>
            <ac:spMk id="2" creationId="{BC79B210-18F7-6508-190E-86C945C98E75}"/>
          </ac:spMkLst>
        </pc:spChg>
      </pc:sldChg>
      <pc:sldChg chg="modSp add mod">
        <pc:chgData name="Nader Afshar" userId="ef14ed6e-8c34-42b1-8014-4f40650f3772" providerId="ADAL" clId="{602114D4-4CCD-4D47-80AF-2F55C3711C82}" dt="2026-03-27T14:19:57.481" v="2772" actId="20577"/>
        <pc:sldMkLst>
          <pc:docMk/>
          <pc:sldMk cId="2777358777" sldId="282"/>
        </pc:sldMkLst>
        <pc:spChg chg="mod">
          <ac:chgData name="Nader Afshar" userId="ef14ed6e-8c34-42b1-8014-4f40650f3772" providerId="ADAL" clId="{602114D4-4CCD-4D47-80AF-2F55C3711C82}" dt="2026-03-27T14:19:13.150" v="2760" actId="20577"/>
          <ac:spMkLst>
            <pc:docMk/>
            <pc:sldMk cId="2777358777" sldId="282"/>
            <ac:spMk id="2" creationId="{2DF15069-4DB5-CED6-84FC-959ACC283F23}"/>
          </ac:spMkLst>
        </pc:spChg>
        <pc:spChg chg="mod">
          <ac:chgData name="Nader Afshar" userId="ef14ed6e-8c34-42b1-8014-4f40650f3772" providerId="ADAL" clId="{602114D4-4CCD-4D47-80AF-2F55C3711C82}" dt="2026-03-27T14:19:57.481" v="2772" actId="20577"/>
          <ac:spMkLst>
            <pc:docMk/>
            <pc:sldMk cId="2777358777" sldId="282"/>
            <ac:spMk id="9" creationId="{48A118FE-32FC-4E90-D3B3-65A01BE214BE}"/>
          </ac:spMkLst>
        </pc:spChg>
      </pc:sldChg>
      <pc:sldChg chg="addSp modSp add mod">
        <pc:chgData name="Nader Afshar" userId="ef14ed6e-8c34-42b1-8014-4f40650f3772" providerId="ADAL" clId="{602114D4-4CCD-4D47-80AF-2F55C3711C82}" dt="2026-03-28T17:50:27.229" v="3329" actId="1076"/>
        <pc:sldMkLst>
          <pc:docMk/>
          <pc:sldMk cId="2542785081" sldId="283"/>
        </pc:sldMkLst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9" creationId="{E2C343C6-36B5-D9FE-EB40-6C48BA5A3030}"/>
          </ac:spMkLst>
        </pc:spChg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10" creationId="{0553392A-A934-A40A-C353-6FE3DD534BD6}"/>
          </ac:spMkLst>
        </pc:spChg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11" creationId="{4D62CFA3-4E7F-F34D-9755-17E75DECF8EC}"/>
          </ac:spMkLst>
        </pc:spChg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14" creationId="{CA8F3C90-2FC7-8C54-0112-475CF2C99E28}"/>
          </ac:spMkLst>
        </pc:spChg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15" creationId="{C726CC56-DD20-62DA-8681-8DD68741FD72}"/>
          </ac:spMkLst>
        </pc:spChg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24" creationId="{BFCA1B97-BD48-F858-3ECE-95444B00114D}"/>
          </ac:spMkLst>
        </pc:spChg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36" creationId="{BD8C662A-D76A-B23D-B6C3-C63003AB390C}"/>
          </ac:spMkLst>
        </pc:spChg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38" creationId="{CB22AF68-F401-D3A9-89C2-39BFB5E00033}"/>
          </ac:spMkLst>
        </pc:spChg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41" creationId="{9ADFB8D0-F72F-3396-A92B-A106D1C041A0}"/>
          </ac:spMkLst>
        </pc:spChg>
        <pc:spChg chg="mod">
          <ac:chgData name="Nader Afshar" userId="ef14ed6e-8c34-42b1-8014-4f40650f3772" providerId="ADAL" clId="{602114D4-4CCD-4D47-80AF-2F55C3711C82}" dt="2026-03-28T17:50:22.701" v="3328" actId="164"/>
          <ac:spMkLst>
            <pc:docMk/>
            <pc:sldMk cId="2542785081" sldId="283"/>
            <ac:spMk id="42" creationId="{7EBA4537-B7E4-FE68-12A8-4F6DA802768B}"/>
          </ac:spMkLst>
        </pc:spChg>
        <pc:grpChg chg="mod">
          <ac:chgData name="Nader Afshar" userId="ef14ed6e-8c34-42b1-8014-4f40650f3772" providerId="ADAL" clId="{602114D4-4CCD-4D47-80AF-2F55C3711C82}" dt="2026-03-28T17:50:27.229" v="3329" actId="1076"/>
          <ac:grpSpMkLst>
            <pc:docMk/>
            <pc:sldMk cId="2542785081" sldId="283"/>
            <ac:grpSpMk id="4" creationId="{3C76EEC4-D46A-1F86-DA97-D7A4AD954685}"/>
          </ac:grpSpMkLst>
        </pc:grpChg>
      </pc:sldChg>
      <pc:sldChg chg="delSp modSp add mod">
        <pc:chgData name="Nader Afshar" userId="ef14ed6e-8c34-42b1-8014-4f40650f3772" providerId="ADAL" clId="{602114D4-4CCD-4D47-80AF-2F55C3711C82}" dt="2026-03-27T14:20:45.789" v="2774" actId="1076"/>
        <pc:sldMkLst>
          <pc:docMk/>
          <pc:sldMk cId="1580111871" sldId="284"/>
        </pc:sldMkLst>
        <pc:spChg chg="mod">
          <ac:chgData name="Nader Afshar" userId="ef14ed6e-8c34-42b1-8014-4f40650f3772" providerId="ADAL" clId="{602114D4-4CCD-4D47-80AF-2F55C3711C82}" dt="2026-03-27T14:20:45.789" v="2774" actId="1076"/>
          <ac:spMkLst>
            <pc:docMk/>
            <pc:sldMk cId="1580111871" sldId="284"/>
            <ac:spMk id="18" creationId="{772E2178-BE4A-CA86-8634-3C3BF629E121}"/>
          </ac:spMkLst>
        </pc:spChg>
      </pc:sldChg>
      <pc:sldChg chg="add">
        <pc:chgData name="Nader Afshar" userId="ef14ed6e-8c34-42b1-8014-4f40650f3772" providerId="ADAL" clId="{602114D4-4CCD-4D47-80AF-2F55C3711C82}" dt="2026-03-27T14:42:33.060" v="2906"/>
        <pc:sldMkLst>
          <pc:docMk/>
          <pc:sldMk cId="2511061612" sldId="285"/>
        </pc:sldMkLst>
      </pc:sldChg>
      <pc:sldChg chg="add">
        <pc:chgData name="Nader Afshar" userId="ef14ed6e-8c34-42b1-8014-4f40650f3772" providerId="ADAL" clId="{602114D4-4CCD-4D47-80AF-2F55C3711C82}" dt="2026-03-27T14:42:33.060" v="2906"/>
        <pc:sldMkLst>
          <pc:docMk/>
          <pc:sldMk cId="747842559" sldId="286"/>
        </pc:sldMkLst>
      </pc:sldChg>
      <pc:sldChg chg="add">
        <pc:chgData name="Nader Afshar" userId="ef14ed6e-8c34-42b1-8014-4f40650f3772" providerId="ADAL" clId="{602114D4-4CCD-4D47-80AF-2F55C3711C82}" dt="2026-03-27T14:27:26.967" v="2797"/>
        <pc:sldMkLst>
          <pc:docMk/>
          <pc:sldMk cId="3975728411" sldId="287"/>
        </pc:sldMkLst>
      </pc:sldChg>
      <pc:sldChg chg="add">
        <pc:chgData name="Nader Afshar" userId="ef14ed6e-8c34-42b1-8014-4f40650f3772" providerId="ADAL" clId="{602114D4-4CCD-4D47-80AF-2F55C3711C82}" dt="2026-03-27T14:27:26.967" v="2797"/>
        <pc:sldMkLst>
          <pc:docMk/>
          <pc:sldMk cId="784567844" sldId="288"/>
        </pc:sldMkLst>
      </pc:sldChg>
      <pc:sldChg chg="add">
        <pc:chgData name="Nader Afshar" userId="ef14ed6e-8c34-42b1-8014-4f40650f3772" providerId="ADAL" clId="{602114D4-4CCD-4D47-80AF-2F55C3711C82}" dt="2026-03-27T14:27:26.967" v="2797"/>
        <pc:sldMkLst>
          <pc:docMk/>
          <pc:sldMk cId="1835051494" sldId="289"/>
        </pc:sldMkLst>
      </pc:sldChg>
      <pc:sldChg chg="add">
        <pc:chgData name="Nader Afshar" userId="ef14ed6e-8c34-42b1-8014-4f40650f3772" providerId="ADAL" clId="{602114D4-4CCD-4D47-80AF-2F55C3711C82}" dt="2026-03-27T14:27:26.967" v="2797"/>
        <pc:sldMkLst>
          <pc:docMk/>
          <pc:sldMk cId="749263408" sldId="290"/>
        </pc:sldMkLst>
      </pc:sldChg>
      <pc:sldChg chg="addSp delSp modSp add mod">
        <pc:chgData name="Nader Afshar" userId="ef14ed6e-8c34-42b1-8014-4f40650f3772" providerId="ADAL" clId="{602114D4-4CCD-4D47-80AF-2F55C3711C82}" dt="2026-04-13T20:20:22.636" v="4541" actId="20577"/>
        <pc:sldMkLst>
          <pc:docMk/>
          <pc:sldMk cId="2061432382" sldId="291"/>
        </pc:sldMkLst>
        <pc:spChg chg="mod">
          <ac:chgData name="Nader Afshar" userId="ef14ed6e-8c34-42b1-8014-4f40650f3772" providerId="ADAL" clId="{602114D4-4CCD-4D47-80AF-2F55C3711C82}" dt="2026-03-27T14:28:29.115" v="2819" actId="20577"/>
          <ac:spMkLst>
            <pc:docMk/>
            <pc:sldMk cId="2061432382" sldId="291"/>
            <ac:spMk id="2" creationId="{58AE53F7-A5DD-7B6E-E261-3CE023189A6F}"/>
          </ac:spMkLst>
        </pc:spChg>
        <pc:spChg chg="add mod">
          <ac:chgData name="Nader Afshar" userId="ef14ed6e-8c34-42b1-8014-4f40650f3772" providerId="ADAL" clId="{602114D4-4CCD-4D47-80AF-2F55C3711C82}" dt="2026-03-31T13:26:08.661" v="3575" actId="1076"/>
          <ac:spMkLst>
            <pc:docMk/>
            <pc:sldMk cId="2061432382" sldId="291"/>
            <ac:spMk id="5" creationId="{30854582-ABE6-818F-529A-192A8F646752}"/>
          </ac:spMkLst>
        </pc:spChg>
        <pc:spChg chg="mod">
          <ac:chgData name="Nader Afshar" userId="ef14ed6e-8c34-42b1-8014-4f40650f3772" providerId="ADAL" clId="{602114D4-4CCD-4D47-80AF-2F55C3711C82}" dt="2026-03-31T13:24:55.782" v="3557" actId="20577"/>
          <ac:spMkLst>
            <pc:docMk/>
            <pc:sldMk cId="2061432382" sldId="291"/>
            <ac:spMk id="10" creationId="{C83E6C2D-416D-6E24-0221-139DB6722966}"/>
          </ac:spMkLst>
        </pc:spChg>
        <pc:graphicFrameChg chg="modGraphic">
          <ac:chgData name="Nader Afshar" userId="ef14ed6e-8c34-42b1-8014-4f40650f3772" providerId="ADAL" clId="{602114D4-4CCD-4D47-80AF-2F55C3711C82}" dt="2026-04-13T20:20:22.636" v="4541" actId="20577"/>
          <ac:graphicFrameMkLst>
            <pc:docMk/>
            <pc:sldMk cId="2061432382" sldId="291"/>
            <ac:graphicFrameMk id="62" creationId="{5C2B9C23-F915-A745-BB2B-D1B6621F00A8}"/>
          </ac:graphicFrameMkLst>
        </pc:graphicFrameChg>
      </pc:sldChg>
      <pc:sldChg chg="addSp delSp modSp add mod">
        <pc:chgData name="Nader Afshar" userId="ef14ed6e-8c34-42b1-8014-4f40650f3772" providerId="ADAL" clId="{602114D4-4CCD-4D47-80AF-2F55C3711C82}" dt="2026-04-13T20:21:38.576" v="4548" actId="20577"/>
        <pc:sldMkLst>
          <pc:docMk/>
          <pc:sldMk cId="1386567346" sldId="2147480801"/>
        </pc:sldMkLst>
        <pc:spChg chg="mod">
          <ac:chgData name="Nader Afshar" userId="ef14ed6e-8c34-42b1-8014-4f40650f3772" providerId="ADAL" clId="{602114D4-4CCD-4D47-80AF-2F55C3711C82}" dt="2026-03-27T14:28:47.393" v="2845" actId="5793"/>
          <ac:spMkLst>
            <pc:docMk/>
            <pc:sldMk cId="1386567346" sldId="2147480801"/>
            <ac:spMk id="2" creationId="{E4127705-C070-889F-28A7-B2C7C0B4B7BE}"/>
          </ac:spMkLst>
        </pc:spChg>
        <pc:spChg chg="add mod">
          <ac:chgData name="Nader Afshar" userId="ef14ed6e-8c34-42b1-8014-4f40650f3772" providerId="ADAL" clId="{602114D4-4CCD-4D47-80AF-2F55C3711C82}" dt="2026-03-31T13:26:45.658" v="3576"/>
          <ac:spMkLst>
            <pc:docMk/>
            <pc:sldMk cId="1386567346" sldId="2147480801"/>
            <ac:spMk id="4" creationId="{5F44910A-90BC-599B-84C7-E06CF4DA2DCF}"/>
          </ac:spMkLst>
        </pc:spChg>
        <pc:spChg chg="add mod">
          <ac:chgData name="Nader Afshar" userId="ef14ed6e-8c34-42b1-8014-4f40650f3772" providerId="ADAL" clId="{602114D4-4CCD-4D47-80AF-2F55C3711C82}" dt="2026-03-31T19:31:07.959" v="4214"/>
          <ac:spMkLst>
            <pc:docMk/>
            <pc:sldMk cId="1386567346" sldId="2147480801"/>
            <ac:spMk id="8" creationId="{83947EFB-E0E2-E9AB-403A-73D096860C94}"/>
          </ac:spMkLst>
        </pc:spChg>
        <pc:graphicFrameChg chg="modGraphic">
          <ac:chgData name="Nader Afshar" userId="ef14ed6e-8c34-42b1-8014-4f40650f3772" providerId="ADAL" clId="{602114D4-4CCD-4D47-80AF-2F55C3711C82}" dt="2026-04-13T20:21:38.576" v="4548" actId="20577"/>
          <ac:graphicFrameMkLst>
            <pc:docMk/>
            <pc:sldMk cId="1386567346" sldId="2147480801"/>
            <ac:graphicFrameMk id="62" creationId="{007812E1-7B50-D161-5F4A-D7EF20D0BB19}"/>
          </ac:graphicFrameMkLst>
        </pc:graphicFrameChg>
      </pc:sldChg>
      <pc:sldChg chg="addSp delSp modSp new mod modClrScheme chgLayout">
        <pc:chgData name="Nader Afshar" userId="ef14ed6e-8c34-42b1-8014-4f40650f3772" providerId="ADAL" clId="{602114D4-4CCD-4D47-80AF-2F55C3711C82}" dt="2026-03-27T18:36:13.673" v="3216" actId="20577"/>
        <pc:sldMkLst>
          <pc:docMk/>
          <pc:sldMk cId="963583123" sldId="2147480802"/>
        </pc:sldMkLst>
        <pc:spChg chg="add del mod">
          <ac:chgData name="Nader Afshar" userId="ef14ed6e-8c34-42b1-8014-4f40650f3772" providerId="ADAL" clId="{602114D4-4CCD-4D47-80AF-2F55C3711C82}" dt="2026-03-27T18:36:13.673" v="3216" actId="20577"/>
          <ac:spMkLst>
            <pc:docMk/>
            <pc:sldMk cId="963583123" sldId="2147480802"/>
            <ac:spMk id="2" creationId="{4D59D65C-FCBE-695B-CB0C-62F0E207AA89}"/>
          </ac:spMkLst>
        </pc:spChg>
        <pc:spChg chg="add del">
          <ac:chgData name="Nader Afshar" userId="ef14ed6e-8c34-42b1-8014-4f40650f3772" providerId="ADAL" clId="{602114D4-4CCD-4D47-80AF-2F55C3711C82}" dt="2026-03-27T16:27:18.954" v="2922" actId="26606"/>
          <ac:spMkLst>
            <pc:docMk/>
            <pc:sldMk cId="963583123" sldId="2147480802"/>
            <ac:spMk id="3" creationId="{C0D42A79-098D-C356-D0EE-15891418B366}"/>
          </ac:spMkLst>
        </pc:spChg>
        <pc:spChg chg="add del">
          <ac:chgData name="Nader Afshar" userId="ef14ed6e-8c34-42b1-8014-4f40650f3772" providerId="ADAL" clId="{602114D4-4CCD-4D47-80AF-2F55C3711C82}" dt="2026-03-27T16:27:18.954" v="2922" actId="26606"/>
          <ac:spMkLst>
            <pc:docMk/>
            <pc:sldMk cId="963583123" sldId="2147480802"/>
            <ac:spMk id="5" creationId="{67C85D78-AA09-1652-667F-32FC69E545F8}"/>
          </ac:spMkLst>
        </pc:spChg>
        <pc:spChg chg="add del">
          <ac:chgData name="Nader Afshar" userId="ef14ed6e-8c34-42b1-8014-4f40650f3772" providerId="ADAL" clId="{602114D4-4CCD-4D47-80AF-2F55C3711C82}" dt="2026-03-27T16:27:18.954" v="2922" actId="26606"/>
          <ac:spMkLst>
            <pc:docMk/>
            <pc:sldMk cId="963583123" sldId="2147480802"/>
            <ac:spMk id="6" creationId="{4376C91E-99E2-9EF6-40D1-279100FFCBE6}"/>
          </ac:spMkLst>
        </pc:spChg>
        <pc:spChg chg="mod">
          <ac:chgData name="Nader Afshar" userId="ef14ed6e-8c34-42b1-8014-4f40650f3772" providerId="ADAL" clId="{602114D4-4CCD-4D47-80AF-2F55C3711C82}" dt="2026-03-27T16:27:18.954" v="2922" actId="26606"/>
          <ac:spMkLst>
            <pc:docMk/>
            <pc:sldMk cId="963583123" sldId="2147480802"/>
            <ac:spMk id="7" creationId="{E3B6F439-2574-CAB1-2A27-F79CC7FE1507}"/>
          </ac:spMkLst>
        </pc:spChg>
        <pc:picChg chg="add mod">
          <ac:chgData name="Nader Afshar" userId="ef14ed6e-8c34-42b1-8014-4f40650f3772" providerId="ADAL" clId="{602114D4-4CCD-4D47-80AF-2F55C3711C82}" dt="2026-03-27T16:29:58.110" v="3007" actId="1076"/>
          <ac:picMkLst>
            <pc:docMk/>
            <pc:sldMk cId="963583123" sldId="2147480802"/>
            <ac:picMk id="10" creationId="{C5B467E4-F452-DCE4-86A6-74B9534BB012}"/>
          </ac:picMkLst>
        </pc:picChg>
      </pc:sldChg>
      <pc:sldChg chg="addSp delSp modSp new mod ord">
        <pc:chgData name="Nader Afshar" userId="ef14ed6e-8c34-42b1-8014-4f40650f3772" providerId="ADAL" clId="{602114D4-4CCD-4D47-80AF-2F55C3711C82}" dt="2026-03-28T17:46:49.555" v="3323"/>
        <pc:sldMkLst>
          <pc:docMk/>
          <pc:sldMk cId="3545963612" sldId="2147480804"/>
        </pc:sldMkLst>
        <pc:spChg chg="mod">
          <ac:chgData name="Nader Afshar" userId="ef14ed6e-8c34-42b1-8014-4f40650f3772" providerId="ADAL" clId="{602114D4-4CCD-4D47-80AF-2F55C3711C82}" dt="2026-03-28T17:40:08.135" v="3301" actId="1076"/>
          <ac:spMkLst>
            <pc:docMk/>
            <pc:sldMk cId="3545963612" sldId="2147480804"/>
            <ac:spMk id="2" creationId="{7D1AD8BB-9588-F2E9-A228-55A1AC676603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8" creationId="{B3FDA06E-5938-40B7-91F9-4640902563FB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11" creationId="{DB0D1AF5-AA9D-681A-39C3-26160D54A32E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16" creationId="{76B661D4-B875-F58B-2CD0-7A80D9EF579F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24" creationId="{3B675363-B656-6513-A30E-536606E80227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31" creationId="{5A19545A-1228-293D-D98D-ECE47A223BB6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32" creationId="{D7B65177-2DE3-FDB7-E1F8-6581BDA8A316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34" creationId="{F00A0AA0-28F3-DBC0-2987-C35C085C1309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36" creationId="{F947C266-A628-D182-70A6-49D0A1DCAEF1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37" creationId="{3F6CE3E6-3702-66E1-42E1-71928485C87F}"/>
          </ac:spMkLst>
        </pc:spChg>
        <pc:spChg chg="mod">
          <ac:chgData name="Nader Afshar" userId="ef14ed6e-8c34-42b1-8014-4f40650f3772" providerId="ADAL" clId="{602114D4-4CCD-4D47-80AF-2F55C3711C82}" dt="2026-03-28T17:39:45.722" v="3297"/>
          <ac:spMkLst>
            <pc:docMk/>
            <pc:sldMk cId="3545963612" sldId="2147480804"/>
            <ac:spMk id="41" creationId="{03CC84A1-4B2B-4BE9-BBA6-C5423D41A9B3}"/>
          </ac:spMkLst>
        </pc:spChg>
        <pc:grpChg chg="mod">
          <ac:chgData name="Nader Afshar" userId="ef14ed6e-8c34-42b1-8014-4f40650f3772" providerId="ADAL" clId="{602114D4-4CCD-4D47-80AF-2F55C3711C82}" dt="2026-03-28T17:40:15.241" v="3302" actId="1076"/>
          <ac:grpSpMkLst>
            <pc:docMk/>
            <pc:sldMk cId="3545963612" sldId="2147480804"/>
            <ac:grpSpMk id="4" creationId="{888F9E46-ACC3-3CB0-0CF6-32F6FADAC3C2}"/>
          </ac:grpSpMkLst>
        </pc:grpChg>
      </pc:sldChg>
      <pc:sldChg chg="addSp delSp modSp new mod">
        <pc:chgData name="Nader Afshar" userId="ef14ed6e-8c34-42b1-8014-4f40650f3772" providerId="ADAL" clId="{602114D4-4CCD-4D47-80AF-2F55C3711C82}" dt="2026-03-28T17:43:29.134" v="3310" actId="478"/>
        <pc:sldMkLst>
          <pc:docMk/>
          <pc:sldMk cId="3558926366" sldId="2147480807"/>
        </pc:sldMkLst>
        <pc:spChg chg="mod">
          <ac:chgData name="Nader Afshar" userId="ef14ed6e-8c34-42b1-8014-4f40650f3772" providerId="ADAL" clId="{602114D4-4CCD-4D47-80AF-2F55C3711C82}" dt="2026-03-27T18:35:16.215" v="3140" actId="947"/>
          <ac:spMkLst>
            <pc:docMk/>
            <pc:sldMk cId="3558926366" sldId="2147480807"/>
            <ac:spMk id="2" creationId="{A67AA34C-3E1A-76AE-847E-A559623ABC52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9" creationId="{9C318451-46B8-538E-CC92-24B892FB86DB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13" creationId="{71C93D58-1DEA-1078-C698-C204B4944C61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30" creationId="{F73E65E3-B639-D7B5-478C-088C420670FC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36" creationId="{44A6DFC5-C0AB-EF78-4770-3697E3D0F8EA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39" creationId="{7983D1AB-7E63-E69C-566E-DEBD2E5A70E5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53" creationId="{8306E862-10EF-497A-8AD7-B505E22B537E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58" creationId="{F729BA10-634A-9B0B-149F-64FA21BB2EDC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67" creationId="{7B6432E6-9AC4-4972-B6B7-F2DD1BD936A0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69" creationId="{7A16A316-EDE2-7BA4-8C29-F06882C449B5}"/>
          </ac:spMkLst>
        </pc:spChg>
        <pc:spChg chg="mod">
          <ac:chgData name="Nader Afshar" userId="ef14ed6e-8c34-42b1-8014-4f40650f3772" providerId="ADAL" clId="{602114D4-4CCD-4D47-80AF-2F55C3711C82}" dt="2026-03-28T17:43:09.752" v="3305"/>
          <ac:spMkLst>
            <pc:docMk/>
            <pc:sldMk cId="3558926366" sldId="2147480807"/>
            <ac:spMk id="78" creationId="{71690FF6-3630-DB77-D36E-1869F4E67F92}"/>
          </ac:spMkLst>
        </pc:spChg>
        <pc:grpChg chg="mod">
          <ac:chgData name="Nader Afshar" userId="ef14ed6e-8c34-42b1-8014-4f40650f3772" providerId="ADAL" clId="{602114D4-4CCD-4D47-80AF-2F55C3711C82}" dt="2026-03-28T17:43:24.301" v="3309" actId="1076"/>
          <ac:grpSpMkLst>
            <pc:docMk/>
            <pc:sldMk cId="3558926366" sldId="2147480807"/>
            <ac:grpSpMk id="4" creationId="{D992C709-815F-0BE6-D1A8-7EA674AA37FC}"/>
          </ac:grpSpMkLst>
        </pc:grpChg>
      </pc:sldChg>
      <pc:sldChg chg="modSp add mod">
        <pc:chgData name="Nader Afshar" userId="ef14ed6e-8c34-42b1-8014-4f40650f3772" providerId="ADAL" clId="{602114D4-4CCD-4D47-80AF-2F55C3711C82}" dt="2026-04-01T15:45:53.122" v="4321" actId="20577"/>
        <pc:sldMkLst>
          <pc:docMk/>
          <pc:sldMk cId="2319284271" sldId="2147480808"/>
        </pc:sldMkLst>
        <pc:spChg chg="mod">
          <ac:chgData name="Nader Afshar" userId="ef14ed6e-8c34-42b1-8014-4f40650f3772" providerId="ADAL" clId="{602114D4-4CCD-4D47-80AF-2F55C3711C82}" dt="2026-04-01T15:45:53.122" v="4321" actId="20577"/>
          <ac:spMkLst>
            <pc:docMk/>
            <pc:sldMk cId="2319284271" sldId="2147480808"/>
            <ac:spMk id="2" creationId="{03CF0775-0D34-32C0-0176-2EB73F4B6D72}"/>
          </ac:spMkLst>
        </pc:spChg>
      </pc:sldChg>
      <pc:sldChg chg="addSp delSp modSp new mod modClrScheme chgLayout">
        <pc:chgData name="Nader Afshar" userId="ef14ed6e-8c34-42b1-8014-4f40650f3772" providerId="ADAL" clId="{602114D4-4CCD-4D47-80AF-2F55C3711C82}" dt="2026-03-28T17:46:00.399" v="3321" actId="478"/>
        <pc:sldMkLst>
          <pc:docMk/>
          <pc:sldMk cId="3742607286" sldId="2147480809"/>
        </pc:sldMkLst>
        <pc:spChg chg="mod ord modVis">
          <ac:chgData name="Nader Afshar" userId="ef14ed6e-8c34-42b1-8014-4f40650f3772" providerId="ADAL" clId="{602114D4-4CCD-4D47-80AF-2F55C3711C82}" dt="2026-03-28T17:45:43.042" v="3312" actId="26606"/>
          <ac:spMkLst>
            <pc:docMk/>
            <pc:sldMk cId="3742607286" sldId="2147480809"/>
            <ac:spMk id="7" creationId="{0FC1C126-9703-4D72-23C7-DDAB360EFF0A}"/>
          </ac:spMkLst>
        </pc:spChg>
        <pc:spChg chg="mod">
          <ac:chgData name="Nader Afshar" userId="ef14ed6e-8c34-42b1-8014-4f40650f3772" providerId="ADAL" clId="{602114D4-4CCD-4D47-80AF-2F55C3711C82}" dt="2026-03-28T17:45:49.182" v="3320" actId="20577"/>
          <ac:spMkLst>
            <pc:docMk/>
            <pc:sldMk cId="3742607286" sldId="2147480809"/>
            <ac:spMk id="8" creationId="{F3CEE69F-4FA7-8727-B343-BE5A8DBD6A35}"/>
          </ac:spMkLst>
        </pc:spChg>
      </pc:sldChg>
      <pc:sldChg chg="addSp delSp modSp new mod">
        <pc:chgData name="Nader Afshar" userId="ef14ed6e-8c34-42b1-8014-4f40650f3772" providerId="ADAL" clId="{602114D4-4CCD-4D47-80AF-2F55C3711C82}" dt="2026-03-31T12:50:40.671" v="3427" actId="20577"/>
        <pc:sldMkLst>
          <pc:docMk/>
          <pc:sldMk cId="3427193388" sldId="2147480810"/>
        </pc:sldMkLst>
        <pc:spChg chg="mod">
          <ac:chgData name="Nader Afshar" userId="ef14ed6e-8c34-42b1-8014-4f40650f3772" providerId="ADAL" clId="{602114D4-4CCD-4D47-80AF-2F55C3711C82}" dt="2026-03-31T12:50:40.671" v="3427" actId="20577"/>
          <ac:spMkLst>
            <pc:docMk/>
            <pc:sldMk cId="3427193388" sldId="2147480810"/>
            <ac:spMk id="2" creationId="{ACF7078D-165C-6DCC-7EAC-6B66F3CD9BB3}"/>
          </ac:spMkLst>
        </pc:spChg>
        <pc:spChg chg="mod topLvl">
          <ac:chgData name="Nader Afshar" userId="ef14ed6e-8c34-42b1-8014-4f40650f3772" providerId="ADAL" clId="{602114D4-4CCD-4D47-80AF-2F55C3711C82}" dt="2026-03-30T12:11:21.062" v="3421" actId="20577"/>
          <ac:spMkLst>
            <pc:docMk/>
            <pc:sldMk cId="3427193388" sldId="2147480810"/>
            <ac:spMk id="10" creationId="{48080D94-E28F-4D4F-C979-A97C1A6EBEF3}"/>
          </ac:spMkLst>
        </pc:spChg>
        <pc:spChg chg="mod">
          <ac:chgData name="Nader Afshar" userId="ef14ed6e-8c34-42b1-8014-4f40650f3772" providerId="ADAL" clId="{602114D4-4CCD-4D47-80AF-2F55C3711C82}" dt="2026-03-30T12:06:56.234" v="3370" actId="164"/>
          <ac:spMkLst>
            <pc:docMk/>
            <pc:sldMk cId="3427193388" sldId="2147480810"/>
            <ac:spMk id="11" creationId="{FD63FE55-1B30-BD56-9F90-D4A45C071216}"/>
          </ac:spMkLst>
        </pc:spChg>
        <pc:spChg chg="mod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12" creationId="{28CD6BEE-E3C4-4B65-391D-718C59F969FD}"/>
          </ac:spMkLst>
        </pc:spChg>
        <pc:spChg chg="mod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13" creationId="{079EFCA1-E11D-20CF-CB0D-35930772BE45}"/>
          </ac:spMkLst>
        </pc:spChg>
        <pc:spChg chg="mod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14" creationId="{5819BA15-B03A-859D-6CAF-9D5938232C9D}"/>
          </ac:spMkLst>
        </pc:spChg>
        <pc:spChg chg="mod topLvl">
          <ac:chgData name="Nader Afshar" userId="ef14ed6e-8c34-42b1-8014-4f40650f3772" providerId="ADAL" clId="{602114D4-4CCD-4D47-80AF-2F55C3711C82}" dt="2026-03-30T12:05:07.844" v="3358" actId="165"/>
          <ac:spMkLst>
            <pc:docMk/>
            <pc:sldMk cId="3427193388" sldId="2147480810"/>
            <ac:spMk id="15" creationId="{F1961405-0BA5-A259-554D-F9C61D75180D}"/>
          </ac:spMkLst>
        </pc:spChg>
        <pc:spChg chg="mod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19" creationId="{34AFD2B7-23D9-1724-CA42-FACBC5B8B3A6}"/>
          </ac:spMkLst>
        </pc:spChg>
        <pc:spChg chg="mod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20" creationId="{240BBDF2-B8D3-C3A8-7B2C-BA046FD84B60}"/>
          </ac:spMkLst>
        </pc:spChg>
        <pc:spChg chg="mod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21" creationId="{3131EA2B-B8CD-B14C-85DF-E3C694FA28AE}"/>
          </ac:spMkLst>
        </pc:spChg>
        <pc:spChg chg="mod topLvl">
          <ac:chgData name="Nader Afshar" userId="ef14ed6e-8c34-42b1-8014-4f40650f3772" providerId="ADAL" clId="{602114D4-4CCD-4D47-80AF-2F55C3711C82}" dt="2026-03-30T12:05:07.844" v="3358" actId="165"/>
          <ac:spMkLst>
            <pc:docMk/>
            <pc:sldMk cId="3427193388" sldId="2147480810"/>
            <ac:spMk id="22" creationId="{9FE8D830-9A0B-67B9-37B0-6C599ACAA689}"/>
          </ac:spMkLst>
        </pc:spChg>
        <pc:spChg chg="mod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25" creationId="{6243531C-0449-5284-3B38-F765758CD789}"/>
          </ac:spMkLst>
        </pc:spChg>
        <pc:spChg chg="mod topLvl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26" creationId="{138A0435-20DB-6C42-734E-7B79315411E0}"/>
          </ac:spMkLst>
        </pc:spChg>
        <pc:spChg chg="mod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27" creationId="{95CC53DF-A18D-2E65-B467-C9154BF9F3A5}"/>
          </ac:spMkLst>
        </pc:spChg>
        <pc:spChg chg="mod">
          <ac:chgData name="Nader Afshar" userId="ef14ed6e-8c34-42b1-8014-4f40650f3772" providerId="ADAL" clId="{602114D4-4CCD-4D47-80AF-2F55C3711C82}" dt="2026-03-30T12:06:41.130" v="3367" actId="164"/>
          <ac:spMkLst>
            <pc:docMk/>
            <pc:sldMk cId="3427193388" sldId="2147480810"/>
            <ac:spMk id="28" creationId="{7FEABCA2-3EC9-81A7-1644-CC70902D20E4}"/>
          </ac:spMkLst>
        </pc:spChg>
        <pc:grpChg chg="mod">
          <ac:chgData name="Nader Afshar" userId="ef14ed6e-8c34-42b1-8014-4f40650f3772" providerId="ADAL" clId="{602114D4-4CCD-4D47-80AF-2F55C3711C82}" dt="2026-03-30T12:06:56.234" v="3370" actId="164"/>
          <ac:grpSpMkLst>
            <pc:docMk/>
            <pc:sldMk cId="3427193388" sldId="2147480810"/>
            <ac:grpSpMk id="44" creationId="{37E85153-A3FC-4988-D0F0-0ABDDAE7593D}"/>
          </ac:grpSpMkLst>
        </pc:grpChg>
        <pc:grpChg chg="add mod">
          <ac:chgData name="Nader Afshar" userId="ef14ed6e-8c34-42b1-8014-4f40650f3772" providerId="ADAL" clId="{602114D4-4CCD-4D47-80AF-2F55C3711C82}" dt="2026-03-30T12:07:21.457" v="3379" actId="1076"/>
          <ac:grpSpMkLst>
            <pc:docMk/>
            <pc:sldMk cId="3427193388" sldId="2147480810"/>
            <ac:grpSpMk id="45" creationId="{603482D8-992E-9053-33BB-AC4755AD43C8}"/>
          </ac:grpSpMkLst>
        </pc:grpChg>
      </pc:sldChg>
      <pc:sldChg chg="delSp modSp new mod ord">
        <pc:chgData name="Nader Afshar" userId="ef14ed6e-8c34-42b1-8014-4f40650f3772" providerId="ADAL" clId="{602114D4-4CCD-4D47-80AF-2F55C3711C82}" dt="2026-04-02T15:35:08.747" v="4529" actId="20577"/>
        <pc:sldMkLst>
          <pc:docMk/>
          <pc:sldMk cId="4151262202" sldId="2147480811"/>
        </pc:sldMkLst>
        <pc:spChg chg="mod">
          <ac:chgData name="Nader Afshar" userId="ef14ed6e-8c34-42b1-8014-4f40650f3772" providerId="ADAL" clId="{602114D4-4CCD-4D47-80AF-2F55C3711C82}" dt="2026-03-31T13:50:45.696" v="4158" actId="20577"/>
          <ac:spMkLst>
            <pc:docMk/>
            <pc:sldMk cId="4151262202" sldId="2147480811"/>
            <ac:spMk id="2" creationId="{DD1B2FFE-CC96-5763-4FFB-C95DE0AF6E0E}"/>
          </ac:spMkLst>
        </pc:spChg>
        <pc:spChg chg="mod">
          <ac:chgData name="Nader Afshar" userId="ef14ed6e-8c34-42b1-8014-4f40650f3772" providerId="ADAL" clId="{602114D4-4CCD-4D47-80AF-2F55C3711C82}" dt="2026-04-02T15:35:08.747" v="4529" actId="20577"/>
          <ac:spMkLst>
            <pc:docMk/>
            <pc:sldMk cId="4151262202" sldId="2147480811"/>
            <ac:spMk id="4" creationId="{DB115FF2-F19F-CB90-BEBF-DB694B1FA8BB}"/>
          </ac:spMkLst>
        </pc:spChg>
      </pc:sldChg>
      <pc:sldChg chg="modSp new mod">
        <pc:chgData name="Nader Afshar" userId="ef14ed6e-8c34-42b1-8014-4f40650f3772" providerId="ADAL" clId="{602114D4-4CCD-4D47-80AF-2F55C3711C82}" dt="2026-03-31T13:51:51.271" v="4168" actId="20577"/>
        <pc:sldMkLst>
          <pc:docMk/>
          <pc:sldMk cId="1720080224" sldId="2147480812"/>
        </pc:sldMkLst>
        <pc:spChg chg="mod">
          <ac:chgData name="Nader Afshar" userId="ef14ed6e-8c34-42b1-8014-4f40650f3772" providerId="ADAL" clId="{602114D4-4CCD-4D47-80AF-2F55C3711C82}" dt="2026-03-31T13:35:49.926" v="4146" actId="20577"/>
          <ac:spMkLst>
            <pc:docMk/>
            <pc:sldMk cId="1720080224" sldId="2147480812"/>
            <ac:spMk id="2" creationId="{E91C0E5A-E286-D940-C430-0A801415D5EA}"/>
          </ac:spMkLst>
        </pc:spChg>
        <pc:spChg chg="mod">
          <ac:chgData name="Nader Afshar" userId="ef14ed6e-8c34-42b1-8014-4f40650f3772" providerId="ADAL" clId="{602114D4-4CCD-4D47-80AF-2F55C3711C82}" dt="2026-03-31T13:51:51.271" v="4168" actId="20577"/>
          <ac:spMkLst>
            <pc:docMk/>
            <pc:sldMk cId="1720080224" sldId="2147480812"/>
            <ac:spMk id="4" creationId="{636D02B2-AB24-5275-E717-5D83E3372C5E}"/>
          </ac:spMkLst>
        </pc:spChg>
        <pc:spChg chg="mod">
          <ac:chgData name="Nader Afshar" userId="ef14ed6e-8c34-42b1-8014-4f40650f3772" providerId="ADAL" clId="{602114D4-4CCD-4D47-80AF-2F55C3711C82}" dt="2026-03-31T13:33:25.533" v="4105" actId="115"/>
          <ac:spMkLst>
            <pc:docMk/>
            <pc:sldMk cId="1720080224" sldId="2147480812"/>
            <ac:spMk id="8" creationId="{E8A6BF03-C68E-6452-43BA-8E458C52A61D}"/>
          </ac:spMkLst>
        </pc:spChg>
      </pc:sldChg>
      <pc:sldMasterChg chg="delSldLayout">
        <pc:chgData name="Nader Afshar" userId="ef14ed6e-8c34-42b1-8014-4f40650f3772" providerId="ADAL" clId="{602114D4-4CCD-4D47-80AF-2F55C3711C82}" dt="2026-03-26T13:18:59.535" v="2493" actId="47"/>
        <pc:sldMasterMkLst>
          <pc:docMk/>
          <pc:sldMasterMk cId="1002676570" sldId="2147483660"/>
        </pc:sldMasterMkLst>
      </pc:sldMasterChg>
      <pc:sldMasterChg chg="addSldLayout delSldLayout">
        <pc:chgData name="Nader Afshar" userId="ef14ed6e-8c34-42b1-8014-4f40650f3772" providerId="ADAL" clId="{602114D4-4CCD-4D47-80AF-2F55C3711C82}" dt="2026-03-27T20:11:35.277" v="3265" actId="47"/>
        <pc:sldMasterMkLst>
          <pc:docMk/>
          <pc:sldMasterMk cId="136144831" sldId="2147483671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96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986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1FD96-5ED4-4816-A49B-EFC58C6E453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97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56E82-0393-B52A-6ED9-B9CF01A0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A1061-A12F-D8E7-4BEF-A3EED0105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A7A81-25A0-65BF-68B0-9BF3E83F3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D96D5-4CFC-A9A3-FFA9-8AC8EA650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1FD96-5ED4-4816-A49B-EFC58C6E453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26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ellantis.com/" TargetMode="Externa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4637" y="2099532"/>
            <a:ext cx="10080000" cy="3240000"/>
          </a:xfrm>
        </p:spPr>
        <p:txBody>
          <a:bodyPr anchor="t"/>
          <a:lstStyle>
            <a:lvl1pPr algn="l">
              <a:lnSpc>
                <a:spcPct val="90000"/>
              </a:lnSpc>
              <a:defRPr sz="4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4637" y="5937816"/>
            <a:ext cx="10080000" cy="360000"/>
          </a:xfrm>
        </p:spPr>
        <p:txBody>
          <a:bodyPr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14" name="Espace réservé de la date 13">
            <a:extLst>
              <a:ext uri="{FF2B5EF4-FFF2-40B4-BE49-F238E27FC236}">
                <a16:creationId xmlns:a16="http://schemas.microsoft.com/office/drawing/2014/main" id="{300CADA1-D253-4F6F-88CF-D8727A69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54637" y="5425540"/>
            <a:ext cx="3166884" cy="468000"/>
          </a:xfrm>
        </p:spPr>
        <p:txBody>
          <a:bodyPr anchor="t"/>
          <a:lstStyle>
            <a:lvl1pPr algn="l">
              <a:defRPr lang="fr-FR" sz="2500" b="0" kern="1200" cap="all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220B2E6D-A47C-49EF-BD1D-CD4E8D91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51BEB788-E3EA-4C0F-B6FF-45518A2C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5084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4637" y="2099532"/>
            <a:ext cx="10080000" cy="3240000"/>
          </a:xfrm>
        </p:spPr>
        <p:txBody>
          <a:bodyPr anchor="t"/>
          <a:lstStyle>
            <a:lvl1pPr algn="l">
              <a:lnSpc>
                <a:spcPct val="90000"/>
              </a:lnSpc>
              <a:defRPr sz="47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AEA671-FC71-4FFA-B81F-CABE73D6E4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54637" y="5937816"/>
            <a:ext cx="10080000" cy="360000"/>
          </a:xfrm>
        </p:spPr>
        <p:txBody>
          <a:bodyPr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+mn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14" name="Espace réservé de la date 13">
            <a:extLst>
              <a:ext uri="{FF2B5EF4-FFF2-40B4-BE49-F238E27FC236}">
                <a16:creationId xmlns:a16="http://schemas.microsoft.com/office/drawing/2014/main" id="{300CADA1-D253-4F6F-88CF-D8727A69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54637" y="5425540"/>
            <a:ext cx="3166884" cy="468000"/>
          </a:xfrm>
        </p:spPr>
        <p:txBody>
          <a:bodyPr anchor="t"/>
          <a:lstStyle>
            <a:lvl1pPr algn="l">
              <a:defRPr lang="fr-FR" sz="2500" b="0" kern="1200" cap="all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220B2E6D-A47C-49EF-BD1D-CD4E8D91A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51BEB788-E3EA-4C0F-B6FF-45518A2C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857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ommand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21623-60EA-4CE6-87A1-45097200B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4637" y="2066191"/>
            <a:ext cx="10440000" cy="1440000"/>
          </a:xfrm>
        </p:spPr>
        <p:txBody>
          <a:bodyPr/>
          <a:lstStyle>
            <a:lvl1pPr>
              <a:defRPr sz="3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7ED2FD-D4F2-4FCF-B2BC-8B40DC49DF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4112" y="3042000"/>
            <a:ext cx="10440000" cy="29337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 marL="216000" indent="-216000">
              <a:defRPr>
                <a:solidFill>
                  <a:schemeClr val="bg1"/>
                </a:solidFill>
                <a:latin typeface="+mn-lt"/>
              </a:defRPr>
            </a:lvl2pPr>
            <a:lvl3pPr>
              <a:defRPr b="0"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79824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ommandations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21623-60EA-4CE6-87A1-45097200B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4637" y="2066191"/>
            <a:ext cx="10440000" cy="1440000"/>
          </a:xfrm>
        </p:spPr>
        <p:txBody>
          <a:bodyPr/>
          <a:lstStyle>
            <a:lvl1pPr>
              <a:defRPr sz="34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7ED2FD-D4F2-4FCF-B2BC-8B40DC49DF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4112" y="3042000"/>
            <a:ext cx="10440000" cy="29337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n-lt"/>
              </a:defRPr>
            </a:lvl1pPr>
            <a:lvl2pPr marL="216000" indent="-216000">
              <a:defRPr>
                <a:solidFill>
                  <a:schemeClr val="tx2"/>
                </a:solidFill>
                <a:latin typeface="+mn-lt"/>
              </a:defRPr>
            </a:lvl2pPr>
            <a:lvl3pPr>
              <a:defRPr b="0">
                <a:solidFill>
                  <a:schemeClr val="tx2"/>
                </a:solidFill>
                <a:latin typeface="+mn-lt"/>
              </a:defRPr>
            </a:lvl3pPr>
            <a:lvl4pPr>
              <a:defRPr>
                <a:solidFill>
                  <a:schemeClr val="tx2"/>
                </a:solidFill>
                <a:latin typeface="+mn-lt"/>
              </a:defRPr>
            </a:lvl4pPr>
            <a:lvl5pPr>
              <a:defRPr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5296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pour une image  33">
            <a:extLst>
              <a:ext uri="{FF2B5EF4-FFF2-40B4-BE49-F238E27FC236}">
                <a16:creationId xmlns:a16="http://schemas.microsoft.com/office/drawing/2014/main" id="{370C295F-F87C-4224-8CC1-055740470C1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" y="3425827"/>
            <a:ext cx="12191999" cy="34321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6792" y="1816075"/>
            <a:ext cx="10440000" cy="1260000"/>
          </a:xfrm>
        </p:spPr>
        <p:txBody>
          <a:bodyPr anchor="t"/>
          <a:lstStyle>
            <a:lvl1pPr algn="l">
              <a:lnSpc>
                <a:spcPct val="90000"/>
              </a:lnSpc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26DEE05B-3704-4A91-B3BE-6D9306C267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70399" y="6562800"/>
            <a:ext cx="720000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8E7EA58A-C319-4F80-9E54-D658719F8C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71452" y="3125323"/>
            <a:ext cx="1729424" cy="330417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59764E17-B98C-4383-8370-2690754AADC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45843" y="5802228"/>
            <a:ext cx="2880000" cy="468000"/>
          </a:xfrm>
        </p:spPr>
        <p:txBody>
          <a:bodyPr anchor="t"/>
          <a:lstStyle>
            <a:lvl1pPr>
              <a:defRPr lang="fr-FR" sz="2500" b="0" kern="1200" cap="all" baseline="0" noProof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E74E8C3D-024A-4ED6-AA2A-C1034A8F4A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1601" y="6562800"/>
            <a:ext cx="4080000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5067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ver with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pour une image  33">
            <a:extLst>
              <a:ext uri="{FF2B5EF4-FFF2-40B4-BE49-F238E27FC236}">
                <a16:creationId xmlns:a16="http://schemas.microsoft.com/office/drawing/2014/main" id="{370C295F-F87C-4224-8CC1-055740470C1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" y="3425827"/>
            <a:ext cx="12191999" cy="343217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C5EE01-F973-4120-91B8-34CAA765DB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26792" y="1816075"/>
            <a:ext cx="10440000" cy="1260000"/>
          </a:xfrm>
        </p:spPr>
        <p:txBody>
          <a:bodyPr anchor="t"/>
          <a:lstStyle>
            <a:lvl1pPr algn="l">
              <a:lnSpc>
                <a:spcPct val="90000"/>
              </a:lnSpc>
              <a:defRPr sz="3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26DEE05B-3704-4A91-B3BE-6D9306C267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70399" y="6562800"/>
            <a:ext cx="720000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8E7EA58A-C319-4F80-9E54-D658719F8C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71452" y="3125323"/>
            <a:ext cx="1729424" cy="330417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 </a:t>
            </a:r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59764E17-B98C-4383-8370-2690754AADC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45843" y="5802228"/>
            <a:ext cx="2880000" cy="468000"/>
          </a:xfrm>
        </p:spPr>
        <p:txBody>
          <a:bodyPr anchor="t"/>
          <a:lstStyle>
            <a:lvl1pPr>
              <a:defRPr lang="fr-FR" sz="2500" b="0" kern="1200" cap="all" baseline="0" noProof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3" name="Espace réservé du pied de page 12">
            <a:extLst>
              <a:ext uri="{FF2B5EF4-FFF2-40B4-BE49-F238E27FC236}">
                <a16:creationId xmlns:a16="http://schemas.microsoft.com/office/drawing/2014/main" id="{E74E8C3D-024A-4ED6-AA2A-C1034A8F4A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01601" y="6562800"/>
            <a:ext cx="4080000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452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8FD1CB-5C99-41C9-BA86-BB740E814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4637" y="2066189"/>
            <a:ext cx="10440000" cy="36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828920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onta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01D72-D317-48EB-8946-13EE8EFC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823" y="2971777"/>
            <a:ext cx="5400000" cy="1800000"/>
          </a:xfrm>
        </p:spPr>
        <p:txBody>
          <a:bodyPr anchor="b"/>
          <a:lstStyle>
            <a:lvl1pPr>
              <a:defRPr sz="3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121B9EDF-81A4-4116-AE20-E6C846380D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2823" y="4838359"/>
            <a:ext cx="5400000" cy="1296000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D29F0FE1-F164-E30B-C057-BD49B9C44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2502" y="6316981"/>
            <a:ext cx="4232297" cy="1955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 i="0">
                <a:solidFill>
                  <a:schemeClr val="bg1">
                    <a:lumMod val="85000"/>
                  </a:schemeClr>
                </a:solidFill>
                <a:latin typeface="Encode Sa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3E63A-F031-F57E-CCBD-6D2487C50BDE}"/>
              </a:ext>
            </a:extLst>
          </p:cNvPr>
          <p:cNvSpPr txBox="1"/>
          <p:nvPr/>
        </p:nvSpPr>
        <p:spPr>
          <a:xfrm>
            <a:off x="8520186" y="5927785"/>
            <a:ext cx="2879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 i="0" spc="0" dirty="0">
                <a:solidFill>
                  <a:schemeClr val="bg1"/>
                </a:solidFill>
                <a:latin typeface="Encode Sans Expanded Light" pitchFamily="2" charset="77"/>
              </a:rPr>
              <a:t>Helping people &amp; places flourish by mobility. </a:t>
            </a:r>
          </a:p>
        </p:txBody>
      </p:sp>
    </p:spTree>
    <p:extLst>
      <p:ext uri="{BB962C8B-B14F-4D97-AF65-F5344CB8AC3E}">
        <p14:creationId xmlns:p14="http://schemas.microsoft.com/office/powerpoint/2010/main" val="8317525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nta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01D72-D317-48EB-8946-13EE8EFCE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2823" y="2971777"/>
            <a:ext cx="5400000" cy="1800000"/>
          </a:xfrm>
        </p:spPr>
        <p:txBody>
          <a:bodyPr anchor="b"/>
          <a:lstStyle>
            <a:lvl1pPr>
              <a:defRPr sz="3400" b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121B9EDF-81A4-4116-AE20-E6C846380D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72823" y="4838359"/>
            <a:ext cx="5400000" cy="1296000"/>
          </a:xfrm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2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90669234-9D92-D6AF-3D4C-CE773A19A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52502" y="6316981"/>
            <a:ext cx="4232297" cy="1955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 i="0">
                <a:solidFill>
                  <a:schemeClr val="bg1">
                    <a:lumMod val="50000"/>
                  </a:schemeClr>
                </a:solidFill>
                <a:latin typeface="Encode Sans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D3D0E-4BED-289F-FD0D-CF55692DED69}"/>
              </a:ext>
            </a:extLst>
          </p:cNvPr>
          <p:cNvSpPr txBox="1"/>
          <p:nvPr/>
        </p:nvSpPr>
        <p:spPr>
          <a:xfrm>
            <a:off x="8489706" y="5927785"/>
            <a:ext cx="2879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 i="0" spc="0" dirty="0">
                <a:solidFill>
                  <a:srgbClr val="243782"/>
                </a:solidFill>
                <a:latin typeface="Encode Sans Expanded Light" pitchFamily="2" charset="77"/>
              </a:rPr>
              <a:t>Helping people &amp; places flourish by mobility. </a:t>
            </a:r>
          </a:p>
        </p:txBody>
      </p:sp>
    </p:spTree>
    <p:extLst>
      <p:ext uri="{BB962C8B-B14F-4D97-AF65-F5344CB8AC3E}">
        <p14:creationId xmlns:p14="http://schemas.microsoft.com/office/powerpoint/2010/main" val="1805604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259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889" y="2090899"/>
            <a:ext cx="10440000" cy="1548000"/>
          </a:xfrm>
        </p:spPr>
        <p:txBody>
          <a:bodyPr anchor="b"/>
          <a:lstStyle>
            <a:lvl1pPr>
              <a:defRPr sz="5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1889" y="3709352"/>
            <a:ext cx="10440000" cy="792000"/>
          </a:xfrm>
        </p:spPr>
        <p:txBody>
          <a:bodyPr/>
          <a:lstStyle>
            <a:lvl1pPr>
              <a:defRPr sz="2900" b="0">
                <a:solidFill>
                  <a:schemeClr val="bg1"/>
                </a:solidFill>
                <a:latin typeface="+mn-lt"/>
              </a:defRPr>
            </a:lvl1pPr>
            <a:lvl2pPr>
              <a:defRPr sz="2500">
                <a:latin typeface="Encode Sans ExpandedLight" pitchFamily="2" charset="0"/>
              </a:defRPr>
            </a:lvl2pPr>
            <a:lvl3pPr>
              <a:defRPr sz="2500">
                <a:latin typeface="Encode Sans ExpandedLight" pitchFamily="2" charset="0"/>
              </a:defRPr>
            </a:lvl3pPr>
            <a:lvl4pPr>
              <a:defRPr sz="2500">
                <a:latin typeface="Encode Sans ExpandedLight" pitchFamily="2" charset="0"/>
              </a:defRPr>
            </a:lvl4pPr>
            <a:lvl5pPr>
              <a:defRPr sz="2500">
                <a:latin typeface="Encode Sans ExpandedLight" pitchFamily="2" charset="0"/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7496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D95ABC65-7545-4D76-A9D5-7E791F4A6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09BBE65-6381-42AD-B178-9D33A02F4D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56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C616F341-424E-4ECC-B11D-0008CB10FA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2805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pour une image  33">
            <a:extLst>
              <a:ext uri="{FF2B5EF4-FFF2-40B4-BE49-F238E27FC236}">
                <a16:creationId xmlns:a16="http://schemas.microsoft.com/office/drawing/2014/main" id="{4DCA1355-34B5-49FC-BA6B-273A843D53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2939" y="3425827"/>
            <a:ext cx="10906128" cy="2916609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16834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8B5B3371-D86E-4697-92CD-5B21ECF77A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4BDBFD0-F6E2-49A9-91D4-C8811F988A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624400"/>
            <a:ext cx="10800000" cy="3600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535088"/>
            <a:ext cx="10800000" cy="86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8065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BB7BB60E-9AFC-494F-94F5-DEA56540C7F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896F76F-E7C8-4E2B-B39D-B9DA17725C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927612"/>
            <a:ext cx="5328000" cy="3240000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635098"/>
            <a:ext cx="5328000" cy="12240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1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1211783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hite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02693427-0064-4C20-BB8A-3162AB9CD1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234AADB-645B-4C3C-BFE7-89D1937EB4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1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038BA85-2084-4869-B223-D5D52B6CE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890" y="1128410"/>
            <a:ext cx="5452111" cy="5039202"/>
          </a:xfrm>
          <a:custGeom>
            <a:avLst/>
            <a:gdLst>
              <a:gd name="connsiteX0" fmla="*/ 0 w 5452110"/>
              <a:gd name="connsiteY0" fmla="*/ 0 h 5039202"/>
              <a:gd name="connsiteX1" fmla="*/ 5452110 w 5452110"/>
              <a:gd name="connsiteY1" fmla="*/ 0 h 5039202"/>
              <a:gd name="connsiteX2" fmla="*/ 5452110 w 5452110"/>
              <a:gd name="connsiteY2" fmla="*/ 5039202 h 5039202"/>
              <a:gd name="connsiteX3" fmla="*/ 0 w 545211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2110" h="5039202">
                <a:moveTo>
                  <a:pt x="0" y="0"/>
                </a:moveTo>
                <a:lnTo>
                  <a:pt x="5452110" y="0"/>
                </a:lnTo>
                <a:lnTo>
                  <a:pt x="545211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540000" rIns="360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536" y="2927612"/>
            <a:ext cx="4932000" cy="2880000"/>
          </a:xfrm>
        </p:spPr>
        <p:txBody>
          <a:bodyPr/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7" y="3525797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6780E-B5C7-366C-016E-EE4F62AB87A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7AF914-2BF8-C6E8-1E66-35625448EF8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27D25-2D04-5AC8-0D25-35D85152DA1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75A587B-5814-4D9B-9598-FE9CB954CB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610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highligh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F581A243-5732-484F-875D-AE7E17E76B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F92FB9F-55B8-45CD-A54D-ADF6B87587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3891" y="1128410"/>
            <a:ext cx="545400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135F8181-64D0-4B6F-93D7-8C10D48D5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800" y="1128410"/>
            <a:ext cx="5500800" cy="5039202"/>
          </a:xfrm>
          <a:custGeom>
            <a:avLst/>
            <a:gdLst>
              <a:gd name="connsiteX0" fmla="*/ 0 w 5500800"/>
              <a:gd name="connsiteY0" fmla="*/ 0 h 5039202"/>
              <a:gd name="connsiteX1" fmla="*/ 5500800 w 5500800"/>
              <a:gd name="connsiteY1" fmla="*/ 0 h 5039202"/>
              <a:gd name="connsiteX2" fmla="*/ 5500800 w 5500800"/>
              <a:gd name="connsiteY2" fmla="*/ 5039202 h 5039202"/>
              <a:gd name="connsiteX3" fmla="*/ 0 w 550080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0800" h="5039202">
                <a:moveTo>
                  <a:pt x="0" y="0"/>
                </a:moveTo>
                <a:lnTo>
                  <a:pt x="5500800" y="0"/>
                </a:lnTo>
                <a:lnTo>
                  <a:pt x="550080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48000" tIns="360000" rIns="360000" bIns="360000" anchor="ctr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7" y="3525797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8589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frames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3FF29340-6353-4919-B09B-763E71D84A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49215C8-FED4-4FF6-8778-0DB432A4C6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30AACEC-8150-4E58-B999-2C8E63E1A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889" y="1128409"/>
            <a:ext cx="5292091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0" name="Espace réservé pour une image  33">
            <a:extLst>
              <a:ext uri="{FF2B5EF4-FFF2-40B4-BE49-F238E27FC236}">
                <a16:creationId xmlns:a16="http://schemas.microsoft.com/office/drawing/2014/main" id="{EB38C0A6-0F71-4D15-A062-D159A2D723C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96870" y="3295462"/>
            <a:ext cx="4986135" cy="270326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F34C298-6747-4F09-827E-E3C9685ACC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021" y="1128409"/>
            <a:ext cx="5292091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pour une image  33">
            <a:extLst>
              <a:ext uri="{FF2B5EF4-FFF2-40B4-BE49-F238E27FC236}">
                <a16:creationId xmlns:a16="http://schemas.microsoft.com/office/drawing/2014/main" id="{F597D9F1-2155-4D83-9236-EC04A593F8AA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409002" y="3295462"/>
            <a:ext cx="4986135" cy="2703263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745044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BECA0681-26F7-47F5-AD97-B4C87FB6BF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E785CE9-2C61-492B-B8BE-C47336DFBA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81FFD1A-90DF-48A1-9716-E41ABD437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6320" y="1128407"/>
            <a:ext cx="5462565" cy="5256000"/>
          </a:xfrm>
          <a:custGeom>
            <a:avLst/>
            <a:gdLst>
              <a:gd name="connsiteX0" fmla="*/ 0 w 5462565"/>
              <a:gd name="connsiteY0" fmla="*/ 0 h 5256000"/>
              <a:gd name="connsiteX1" fmla="*/ 5462565 w 5462565"/>
              <a:gd name="connsiteY1" fmla="*/ 0 h 5256000"/>
              <a:gd name="connsiteX2" fmla="*/ 5462565 w 5462565"/>
              <a:gd name="connsiteY2" fmla="*/ 5256000 h 5256000"/>
              <a:gd name="connsiteX3" fmla="*/ 0 w 5462565"/>
              <a:gd name="connsiteY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565" h="5256000">
                <a:moveTo>
                  <a:pt x="0" y="0"/>
                </a:moveTo>
                <a:lnTo>
                  <a:pt x="5462565" y="0"/>
                </a:lnTo>
                <a:lnTo>
                  <a:pt x="5462565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lIns="216000" tIns="216000" rIns="216000" bIns="216000">
            <a:noAutofit/>
          </a:bodyPr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3177767"/>
            <a:ext cx="5076000" cy="3015055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21" name="Espace réservé du graphique 2">
            <a:extLst>
              <a:ext uri="{FF2B5EF4-FFF2-40B4-BE49-F238E27FC236}">
                <a16:creationId xmlns:a16="http://schemas.microsoft.com/office/drawing/2014/main" id="{EBA46C1A-FD0D-44CC-9BA2-F8724E59CBE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321428" y="3177766"/>
            <a:ext cx="5076000" cy="3015056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04734"/>
            <a:ext cx="5076000" cy="1873032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8043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1A7119E-AD18-48FE-93BD-D50643CE1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84B39AC-5021-4815-9D57-75DA1F8531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3195873"/>
            <a:ext cx="11052484" cy="3104949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1337161"/>
            <a:ext cx="11052484" cy="185871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1186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 and a fram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C72A938C-CF83-4364-AB76-81C54CE4AC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377B65B-2247-484E-86D1-6557F54EB5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2" y="3186820"/>
            <a:ext cx="7019999" cy="297014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399" y="1337160"/>
            <a:ext cx="7020000" cy="184966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18BF0D1-2051-4CDC-8776-6ACE28469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4508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2 texts in 2 fra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6FBFFE1-F2E2-408B-B0F4-E23BEA279E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80A0589-BF71-48F1-8E32-A6A7AB0BD8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1337161"/>
            <a:ext cx="5400000" cy="4819801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F20727D-5E83-4E0E-9FB9-68D69A7B5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728" y="1288069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7196165-27AE-443C-AF47-7B6B0DC596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728" y="3856009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1307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ghlighting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2A92F09F-D317-42E3-B74C-7A0237243B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BA74A572-1DCD-45C6-A512-5352EE257E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1337161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429BDA1B-2BC8-40BC-AA30-CF42B5D03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56" y="3023085"/>
            <a:ext cx="3384000" cy="684000"/>
          </a:xfrm>
          <a:solidFill>
            <a:schemeClr val="accent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72106505-DB5F-4F49-8822-4826BDEC7B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399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3C17576-3818-4DAF-8697-2FBB1139D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09107" y="3023085"/>
            <a:ext cx="3384000" cy="684000"/>
          </a:xfrm>
          <a:solidFill>
            <a:schemeClr val="accent3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6D58CD4-C66A-40AB-98B4-535A07E2D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194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3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3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929A8655-1F53-480F-8591-3D24D79A7B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4656" y="3023085"/>
            <a:ext cx="3384000" cy="684000"/>
          </a:xfrm>
          <a:solidFill>
            <a:schemeClr val="accent4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2B9BEC67-6961-47E7-8313-1489F4F11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7499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4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4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0BC04882-24E3-4CCC-AC62-C47FEDFFBC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0800000">
            <a:off x="1787341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EEA9E792-73EA-43CF-9829-05E9EA8449F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5552892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6"/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 dirty="0"/>
              <a:t> 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19ACC696-1D7F-4274-BA5B-846A87D3DFC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0800000">
            <a:off x="9318441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801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 with a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1A32803F-C0DA-48E6-897D-09C236F3DE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268E3EA-58D2-4683-99EA-36E0C836CA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2" y="1337159"/>
            <a:ext cx="7127143" cy="1296000"/>
          </a:xfrm>
        </p:spPr>
        <p:txBody>
          <a:bodyPr/>
          <a:lstStyle>
            <a:lvl1pPr>
              <a:defRPr sz="2400"/>
            </a:lvl1pPr>
            <a:lvl2pPr>
              <a:buNone/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6ED2081-D062-47AE-9D57-77E330A954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" y="2690850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24175A2-B90D-4CD9-8997-CD3D3F991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5543" y="2690850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EDC22B2-698E-4E5B-A0AD-BAE9A52C7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0283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rodu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8FD1CB-5C99-41C9-BA86-BB740E814E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4637" y="2066189"/>
            <a:ext cx="10440000" cy="36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774256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889" y="2090899"/>
            <a:ext cx="10440000" cy="1548000"/>
          </a:xfrm>
        </p:spPr>
        <p:txBody>
          <a:bodyPr anchor="b"/>
          <a:lstStyle>
            <a:lvl1pPr>
              <a:defRPr sz="5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1889" y="3709352"/>
            <a:ext cx="10440000" cy="792000"/>
          </a:xfrm>
        </p:spPr>
        <p:txBody>
          <a:bodyPr/>
          <a:lstStyle>
            <a:lvl1pPr>
              <a:defRPr sz="2900" b="0">
                <a:solidFill>
                  <a:schemeClr val="bg1"/>
                </a:solidFill>
                <a:latin typeface="+mn-lt"/>
              </a:defRPr>
            </a:lvl1pPr>
            <a:lvl2pPr>
              <a:defRPr sz="2500">
                <a:latin typeface="Encode Sans ExpandedLight" pitchFamily="2" charset="0"/>
              </a:defRPr>
            </a:lvl2pPr>
            <a:lvl3pPr>
              <a:defRPr sz="2500">
                <a:latin typeface="Encode Sans ExpandedLight" pitchFamily="2" charset="0"/>
              </a:defRPr>
            </a:lvl3pPr>
            <a:lvl4pPr>
              <a:defRPr sz="2500">
                <a:latin typeface="Encode Sans ExpandedLight" pitchFamily="2" charset="0"/>
              </a:defRPr>
            </a:lvl4pPr>
            <a:lvl5pPr>
              <a:defRPr sz="2500">
                <a:latin typeface="Encode Sans ExpandedLight" pitchFamily="2" charset="0"/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212170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D95ABC65-7545-4D76-A9D5-7E791F4A6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09BBE65-6381-42AD-B178-9D33A02F4D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56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23D345-337F-488B-8D03-DF3DDDA5DD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6100" y="6489701"/>
            <a:ext cx="1292352" cy="216000"/>
          </a:xfrm>
          <a:prstGeom prst="rect">
            <a:avLst/>
          </a:prstGeom>
        </p:spPr>
        <p:txBody>
          <a:bodyPr/>
          <a:lstStyle/>
          <a:p>
            <a:endParaRPr lang="en-US" b="0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509EADAA-0C96-4D73-B394-C1A53CEA102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840992" y="6489701"/>
            <a:ext cx="4450080" cy="216000"/>
          </a:xfrm>
        </p:spPr>
        <p:txBody>
          <a:bodyPr/>
          <a:lstStyle/>
          <a:p>
            <a:endParaRPr lang="en-US" b="0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C616F341-424E-4ECC-B11D-0008CB10FA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2805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pour une image  33">
            <a:extLst>
              <a:ext uri="{FF2B5EF4-FFF2-40B4-BE49-F238E27FC236}">
                <a16:creationId xmlns:a16="http://schemas.microsoft.com/office/drawing/2014/main" id="{4DCA1355-34B5-49FC-BA6B-273A843D53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536456" y="3425827"/>
            <a:ext cx="11198349" cy="2916609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815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8B5B3371-D86E-4697-92CD-5B21ECF77A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4BDBFD0-F6E2-49A9-91D4-C8811F988A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624400"/>
            <a:ext cx="10800000" cy="3600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535088"/>
            <a:ext cx="10800000" cy="86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76150FCC-D59E-49CE-BC78-8A50DD98A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9FE14115-7759-466C-B70D-DA2736387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809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BB7BB60E-9AFC-494F-94F5-DEA56540C7F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896F76F-E7C8-4E2B-B39D-B9DA17725C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587336"/>
            <a:ext cx="5328000" cy="3580276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128411"/>
            <a:ext cx="5328000" cy="1375799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1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B9A1DAE7-00F1-4925-BF8E-18FA54BB7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FD51AF57-D955-4533-99E8-27E4F3DC8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7295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hite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02693427-0064-4C20-BB8A-3162AB9CD1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234AADB-645B-4C3C-BFE7-89D1937EB4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1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038BA85-2084-4869-B223-D5D52B6CE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890" y="1128410"/>
            <a:ext cx="5452111" cy="5039202"/>
          </a:xfrm>
          <a:custGeom>
            <a:avLst/>
            <a:gdLst>
              <a:gd name="connsiteX0" fmla="*/ 0 w 5452110"/>
              <a:gd name="connsiteY0" fmla="*/ 0 h 5039202"/>
              <a:gd name="connsiteX1" fmla="*/ 5452110 w 5452110"/>
              <a:gd name="connsiteY1" fmla="*/ 0 h 5039202"/>
              <a:gd name="connsiteX2" fmla="*/ 5452110 w 5452110"/>
              <a:gd name="connsiteY2" fmla="*/ 5039202 h 5039202"/>
              <a:gd name="connsiteX3" fmla="*/ 0 w 545211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2110" h="5039202">
                <a:moveTo>
                  <a:pt x="0" y="0"/>
                </a:moveTo>
                <a:lnTo>
                  <a:pt x="5452110" y="0"/>
                </a:lnTo>
                <a:lnTo>
                  <a:pt x="545211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540000" rIns="360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536" y="2927612"/>
            <a:ext cx="4932000" cy="2880000"/>
          </a:xfrm>
        </p:spPr>
        <p:txBody>
          <a:bodyPr/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7" y="3525797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9CC4B401-159E-4EC5-9C4C-890646330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3207CCC3-F116-463F-AE74-0D7303860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263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highligh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F581A243-5732-484F-875D-AE7E17E76B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F92FB9F-55B8-45CD-A54D-ADF6B87587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3891" y="1128410"/>
            <a:ext cx="545400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135F8181-64D0-4B6F-93D7-8C10D48D5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800" y="1128410"/>
            <a:ext cx="5500800" cy="5039202"/>
          </a:xfrm>
          <a:custGeom>
            <a:avLst/>
            <a:gdLst>
              <a:gd name="connsiteX0" fmla="*/ 0 w 5500800"/>
              <a:gd name="connsiteY0" fmla="*/ 0 h 5039202"/>
              <a:gd name="connsiteX1" fmla="*/ 5500800 w 5500800"/>
              <a:gd name="connsiteY1" fmla="*/ 0 h 5039202"/>
              <a:gd name="connsiteX2" fmla="*/ 5500800 w 5500800"/>
              <a:gd name="connsiteY2" fmla="*/ 5039202 h 5039202"/>
              <a:gd name="connsiteX3" fmla="*/ 0 w 550080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0800" h="5039202">
                <a:moveTo>
                  <a:pt x="0" y="0"/>
                </a:moveTo>
                <a:lnTo>
                  <a:pt x="5500800" y="0"/>
                </a:lnTo>
                <a:lnTo>
                  <a:pt x="550080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48000" tIns="360000" rIns="360000" bIns="360000" anchor="ctr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7" y="3525797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C2D0504B-41C0-4463-80F2-3289E50F1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826A5791-EC7D-4B00-B1AA-9C7AFD2BF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5328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frames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3FF29340-6353-4919-B09B-763E71D84A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49215C8-FED4-4FF6-8778-0DB432A4C6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30AACEC-8150-4E58-B999-2C8E63E1A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889" y="1128409"/>
            <a:ext cx="5292091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0" name="Espace réservé pour une image  33">
            <a:extLst>
              <a:ext uri="{FF2B5EF4-FFF2-40B4-BE49-F238E27FC236}">
                <a16:creationId xmlns:a16="http://schemas.microsoft.com/office/drawing/2014/main" id="{EB38C0A6-0F71-4D15-A062-D159A2D723C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96870" y="3221182"/>
            <a:ext cx="4986135" cy="277754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F34C298-6747-4F09-827E-E3C9685ACC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021" y="1128409"/>
            <a:ext cx="5292091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pour une image  33">
            <a:extLst>
              <a:ext uri="{FF2B5EF4-FFF2-40B4-BE49-F238E27FC236}">
                <a16:creationId xmlns:a16="http://schemas.microsoft.com/office/drawing/2014/main" id="{F597D9F1-2155-4D83-9236-EC04A593F8AA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409002" y="3221182"/>
            <a:ext cx="4986135" cy="277754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F4C0D2CD-97D4-4DE1-BB41-4A120BAD6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AF367121-6FEC-46F6-A4DB-A217A8D99D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947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BECA0681-26F7-47F5-AD97-B4C87FB6BF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E785CE9-2C61-492B-B8BE-C47336DFBA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81FFD1A-90DF-48A1-9716-E41ABD437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6320" y="1128407"/>
            <a:ext cx="5462565" cy="5256000"/>
          </a:xfrm>
          <a:custGeom>
            <a:avLst/>
            <a:gdLst>
              <a:gd name="connsiteX0" fmla="*/ 0 w 5462565"/>
              <a:gd name="connsiteY0" fmla="*/ 0 h 5256000"/>
              <a:gd name="connsiteX1" fmla="*/ 5462565 w 5462565"/>
              <a:gd name="connsiteY1" fmla="*/ 0 h 5256000"/>
              <a:gd name="connsiteX2" fmla="*/ 5462565 w 5462565"/>
              <a:gd name="connsiteY2" fmla="*/ 5256000 h 5256000"/>
              <a:gd name="connsiteX3" fmla="*/ 0 w 5462565"/>
              <a:gd name="connsiteY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565" h="5256000">
                <a:moveTo>
                  <a:pt x="0" y="0"/>
                </a:moveTo>
                <a:lnTo>
                  <a:pt x="5462565" y="0"/>
                </a:lnTo>
                <a:lnTo>
                  <a:pt x="5462565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lIns="216000" tIns="216000" rIns="216000" bIns="216000">
            <a:noAutofit/>
          </a:bodyPr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3304309"/>
            <a:ext cx="5076000" cy="2888513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21" name="Espace réservé du graphique 2">
            <a:extLst>
              <a:ext uri="{FF2B5EF4-FFF2-40B4-BE49-F238E27FC236}">
                <a16:creationId xmlns:a16="http://schemas.microsoft.com/office/drawing/2014/main" id="{EBA46C1A-FD0D-44CC-9BA2-F8724E59CBE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321428" y="3304308"/>
            <a:ext cx="5076000" cy="2888514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04735"/>
            <a:ext cx="5076000" cy="1999575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EA91E801-1D89-46D7-97BF-E02E5E369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98FA891D-5B84-4056-ABBB-3F4071A37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59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1A7119E-AD18-48FE-93BD-D50643CE1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84B39AC-5021-4815-9D57-75DA1F8531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3231573"/>
            <a:ext cx="11052484" cy="3069249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1337161"/>
            <a:ext cx="11052484" cy="189441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3B209F2A-3E8C-4B4E-8F73-529F54ABA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A7BF9A94-1651-489B-9A3B-E34468830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727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 and a fram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C72A938C-CF83-4364-AB76-81C54CE4AC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377B65B-2247-484E-86D1-6557F54EB5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2" y="3252355"/>
            <a:ext cx="7019999" cy="2904605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399" y="1337161"/>
            <a:ext cx="7020000" cy="191519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18BF0D1-2051-4CDC-8776-6ACE28469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37188B0F-96F2-4772-855D-807115711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B6F17CD4-2583-4EA5-8EE6-447F184F6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063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2 texts in 2 fra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6FBFFE1-F2E2-408B-B0F4-E23BEA279E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80A0589-BF71-48F1-8E32-A6A7AB0BD8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1337161"/>
            <a:ext cx="5400000" cy="4819801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F20727D-5E83-4E0E-9FB9-68D69A7B5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728" y="1288069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7196165-27AE-443C-AF47-7B6B0DC596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728" y="3856009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5219CA42-CF3C-4C90-9635-7C5B089B1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38336933-3DFC-4748-B217-B427736BDC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51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ghlighting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2A92F09F-D317-42E3-B74C-7A0237243B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BA74A572-1DCD-45C6-A512-5352EE257E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1337161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429BDA1B-2BC8-40BC-AA30-CF42B5D03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56" y="3023085"/>
            <a:ext cx="3384000" cy="684000"/>
          </a:xfrm>
          <a:solidFill>
            <a:schemeClr val="accent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72106505-DB5F-4F49-8822-4826BDEC7B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399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2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3C17576-3818-4DAF-8697-2FBB1139D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09107" y="3023085"/>
            <a:ext cx="3384000" cy="684000"/>
          </a:xfrm>
          <a:solidFill>
            <a:schemeClr val="accent3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6D58CD4-C66A-40AB-98B4-535A07E2D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194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3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3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929A8655-1F53-480F-8591-3D24D79A7B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4656" y="3023085"/>
            <a:ext cx="3384000" cy="684000"/>
          </a:xfrm>
          <a:solidFill>
            <a:schemeClr val="accent4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2B9BEC67-6961-47E7-8313-1489F4F11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7499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4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4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99CFECCA-D726-4601-9B9C-9539CC9B49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0800000">
            <a:off x="1787341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76DFA423-0147-493D-BCBB-B5C3DDB173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5552892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6"/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 dirty="0"/>
              <a:t> 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86ECD00C-363A-4C91-B7F6-4BE5DAD08F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0800000">
            <a:off x="9318441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21" name="Espace réservé de la date 3">
            <a:extLst>
              <a:ext uri="{FF2B5EF4-FFF2-40B4-BE49-F238E27FC236}">
                <a16:creationId xmlns:a16="http://schemas.microsoft.com/office/drawing/2014/main" id="{C72A3461-C087-4CE9-8B2C-139AD9A67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5" name="Espace réservé du pied de page 4">
            <a:extLst>
              <a:ext uri="{FF2B5EF4-FFF2-40B4-BE49-F238E27FC236}">
                <a16:creationId xmlns:a16="http://schemas.microsoft.com/office/drawing/2014/main" id="{A2B85B82-0905-4AB1-BFFE-B6CB52AD0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41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 with a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1A32803F-C0DA-48E6-897D-09C236F3DE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268E3EA-58D2-4683-99EA-36E0C836CA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2" y="1337159"/>
            <a:ext cx="7127143" cy="1296000"/>
          </a:xfrm>
        </p:spPr>
        <p:txBody>
          <a:bodyPr/>
          <a:lstStyle>
            <a:lvl1pPr>
              <a:defRPr sz="2400"/>
            </a:lvl1pPr>
            <a:lvl2pPr>
              <a:buNone/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6ED2081-D062-47AE-9D57-77E330A954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" y="2690850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24175A2-B90D-4CD9-8997-CD3D3F991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5543" y="2690850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EDC22B2-698E-4E5B-A0AD-BAE9A52C7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586E7EBB-71C4-45A1-8911-1A7E3C847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7D091C5B-BE1E-406C-98FC-DB6B76A55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382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34B7DA-FA75-4149-8676-64791F4D6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889" y="2090899"/>
            <a:ext cx="10440000" cy="1548000"/>
          </a:xfrm>
        </p:spPr>
        <p:txBody>
          <a:bodyPr anchor="b"/>
          <a:lstStyle>
            <a:lvl1pPr>
              <a:defRPr sz="5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1889" y="3709352"/>
            <a:ext cx="10440000" cy="792000"/>
          </a:xfrm>
        </p:spPr>
        <p:txBody>
          <a:bodyPr/>
          <a:lstStyle>
            <a:lvl1pPr>
              <a:defRPr sz="2900" b="0">
                <a:solidFill>
                  <a:schemeClr val="bg1"/>
                </a:solidFill>
                <a:latin typeface="+mn-lt"/>
              </a:defRPr>
            </a:lvl1pPr>
            <a:lvl2pPr>
              <a:defRPr sz="2500">
                <a:latin typeface="Encode Sans ExpandedLight" pitchFamily="2" charset="0"/>
              </a:defRPr>
            </a:lvl2pPr>
            <a:lvl3pPr>
              <a:defRPr sz="2500">
                <a:latin typeface="Encode Sans ExpandedLight" pitchFamily="2" charset="0"/>
              </a:defRPr>
            </a:lvl3pPr>
            <a:lvl4pPr>
              <a:defRPr sz="2500">
                <a:latin typeface="Encode Sans ExpandedLight" pitchFamily="2" charset="0"/>
              </a:defRPr>
            </a:lvl4pPr>
            <a:lvl5pPr>
              <a:defRPr sz="2500">
                <a:latin typeface="Encode Sans ExpandedLight" pitchFamily="2" charset="0"/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754584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D95ABC65-7545-4D76-A9D5-7E791F4A6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09BBE65-6381-42AD-B178-9D33A02F4D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56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C616F341-424E-4ECC-B11D-0008CB10FA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2805" y="1440919"/>
            <a:ext cx="5472000" cy="183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Espace réservé pour une image  33">
            <a:extLst>
              <a:ext uri="{FF2B5EF4-FFF2-40B4-BE49-F238E27FC236}">
                <a16:creationId xmlns:a16="http://schemas.microsoft.com/office/drawing/2014/main" id="{4DCA1355-34B5-49FC-BA6B-273A843D5348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536456" y="3425827"/>
            <a:ext cx="11198349" cy="2916609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AD27E8C4-7308-482C-88C3-697BD7187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81582161-BDD1-4690-ACBF-F1C0E6C10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141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8B5B3371-D86E-4697-92CD-5B21ECF77AC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4BDBFD0-F6E2-49A9-91D4-C8811F988A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624400"/>
            <a:ext cx="10800000" cy="3600000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535088"/>
            <a:ext cx="10800000" cy="86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745FAB73-01FF-4C03-8597-A7CF96F10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4404089A-DCC4-4A3F-BC9F-261D14CBD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726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BB7BB60E-9AFC-494F-94F5-DEA56540C7F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896F76F-E7C8-4E2B-B39D-B9DA17725C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2566556"/>
            <a:ext cx="5328000" cy="3601057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E51F8B3E-14FB-4855-BA2B-DAC0E96F21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400" y="1128411"/>
            <a:ext cx="5328000" cy="132384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1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EA4C550B-C935-49B3-8D22-571BC1F37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F01B043-5B4F-4F90-A86F-E347EF983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8781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hite with 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02693427-0064-4C20-BB8A-3162AB9CD16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234AADB-645B-4C3C-BFE7-89D1937EB4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096000" y="1128410"/>
            <a:ext cx="5499371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8038BA85-2084-4869-B223-D5D52B6CE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890" y="1128410"/>
            <a:ext cx="5452111" cy="5039202"/>
          </a:xfrm>
          <a:custGeom>
            <a:avLst/>
            <a:gdLst>
              <a:gd name="connsiteX0" fmla="*/ 0 w 5452110"/>
              <a:gd name="connsiteY0" fmla="*/ 0 h 5039202"/>
              <a:gd name="connsiteX1" fmla="*/ 5452110 w 5452110"/>
              <a:gd name="connsiteY1" fmla="*/ 0 h 5039202"/>
              <a:gd name="connsiteX2" fmla="*/ 5452110 w 5452110"/>
              <a:gd name="connsiteY2" fmla="*/ 5039202 h 5039202"/>
              <a:gd name="connsiteX3" fmla="*/ 0 w 545211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2110" h="5039202">
                <a:moveTo>
                  <a:pt x="0" y="0"/>
                </a:moveTo>
                <a:lnTo>
                  <a:pt x="5452110" y="0"/>
                </a:lnTo>
                <a:lnTo>
                  <a:pt x="545211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540000" rIns="360000" bIns="360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536" y="2927612"/>
            <a:ext cx="4932000" cy="2880000"/>
          </a:xfrm>
        </p:spPr>
        <p:txBody>
          <a:bodyPr/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7" y="3525797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FC922967-C4FD-4C48-AC1E-E847D1780B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A08A7CEC-7FAA-46D2-AD22-130DB6EF0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934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highlighti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F581A243-5732-484F-875D-AE7E17E76B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F92FB9F-55B8-45CD-A54D-ADF6B87587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2" name="Espace réservé pour une image  33">
            <a:extLst>
              <a:ext uri="{FF2B5EF4-FFF2-40B4-BE49-F238E27FC236}">
                <a16:creationId xmlns:a16="http://schemas.microsoft.com/office/drawing/2014/main" id="{895E04EA-65C6-4AA2-8F1E-9A4E11C6614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43891" y="1128410"/>
            <a:ext cx="5454000" cy="5039202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tx2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135F8181-64D0-4B6F-93D7-8C10D48D5C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800" y="1128410"/>
            <a:ext cx="5500800" cy="5039202"/>
          </a:xfrm>
          <a:custGeom>
            <a:avLst/>
            <a:gdLst>
              <a:gd name="connsiteX0" fmla="*/ 0 w 5500800"/>
              <a:gd name="connsiteY0" fmla="*/ 0 h 5039202"/>
              <a:gd name="connsiteX1" fmla="*/ 5500800 w 5500800"/>
              <a:gd name="connsiteY1" fmla="*/ 0 h 5039202"/>
              <a:gd name="connsiteX2" fmla="*/ 5500800 w 5500800"/>
              <a:gd name="connsiteY2" fmla="*/ 5039202 h 5039202"/>
              <a:gd name="connsiteX3" fmla="*/ 0 w 550080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00800" h="5039202">
                <a:moveTo>
                  <a:pt x="0" y="0"/>
                </a:moveTo>
                <a:lnTo>
                  <a:pt x="5500800" y="0"/>
                </a:lnTo>
                <a:lnTo>
                  <a:pt x="550080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648000" tIns="360000" rIns="360000" bIns="360000" anchor="ctr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3CC8265-43A8-4733-994F-26FC35CA74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5475817" y="3525797"/>
            <a:ext cx="1500865" cy="286749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B9B0418B-95E8-4DC1-B7B4-7816DD07DD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71EC3D99-7CBE-437E-A344-7A6D4C2B5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7478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frames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6">
            <a:extLst>
              <a:ext uri="{FF2B5EF4-FFF2-40B4-BE49-F238E27FC236}">
                <a16:creationId xmlns:a16="http://schemas.microsoft.com/office/drawing/2014/main" id="{3FF29340-6353-4919-B09B-763E71D84A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349215C8-FED4-4FF6-8778-0DB432A4C6B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30AACEC-8150-4E58-B999-2C8E63E1A3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3889" y="1128409"/>
            <a:ext cx="5292091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0" name="Espace réservé pour une image  33">
            <a:extLst>
              <a:ext uri="{FF2B5EF4-FFF2-40B4-BE49-F238E27FC236}">
                <a16:creationId xmlns:a16="http://schemas.microsoft.com/office/drawing/2014/main" id="{EB38C0A6-0F71-4D15-A062-D159A2D723C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796870" y="3200400"/>
            <a:ext cx="4986135" cy="2798324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BF34C298-6747-4F09-827E-E3C9685ACC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021" y="1128409"/>
            <a:ext cx="5292091" cy="5039202"/>
          </a:xfrm>
          <a:custGeom>
            <a:avLst/>
            <a:gdLst>
              <a:gd name="connsiteX0" fmla="*/ 0 w 5292090"/>
              <a:gd name="connsiteY0" fmla="*/ 0 h 5039202"/>
              <a:gd name="connsiteX1" fmla="*/ 5292090 w 5292090"/>
              <a:gd name="connsiteY1" fmla="*/ 0 h 5039202"/>
              <a:gd name="connsiteX2" fmla="*/ 5292090 w 5292090"/>
              <a:gd name="connsiteY2" fmla="*/ 5039202 h 5039202"/>
              <a:gd name="connsiteX3" fmla="*/ 0 w 5292090"/>
              <a:gd name="connsiteY3" fmla="*/ 5039202 h 503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090" h="5039202">
                <a:moveTo>
                  <a:pt x="0" y="0"/>
                </a:moveTo>
                <a:lnTo>
                  <a:pt x="5292090" y="0"/>
                </a:lnTo>
                <a:lnTo>
                  <a:pt x="5292090" y="5039202"/>
                </a:lnTo>
                <a:lnTo>
                  <a:pt x="0" y="5039202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0" tIns="216000" rIns="360000" bIns="360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Espace réservé pour une image  33">
            <a:extLst>
              <a:ext uri="{FF2B5EF4-FFF2-40B4-BE49-F238E27FC236}">
                <a16:creationId xmlns:a16="http://schemas.microsoft.com/office/drawing/2014/main" id="{F597D9F1-2155-4D83-9236-EC04A593F8AA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6409002" y="3200400"/>
            <a:ext cx="4986135" cy="2798324"/>
          </a:xfrm>
          <a:prstGeom prst="rect">
            <a:avLst/>
          </a:prstGeom>
          <a:noFill/>
          <a:ln w="3175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cap="none" baseline="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 dirty="0"/>
              <a:t>Photo</a:t>
            </a:r>
          </a:p>
        </p:txBody>
      </p: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C68CB3C3-C01E-4E7B-8A42-8FD4A82BC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2244BE7F-C4E3-4EEF-A4DF-868FAEC2A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248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BECA0681-26F7-47F5-AD97-B4C87FB6BF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E785CE9-2C61-492B-B8BE-C47336DFBA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81FFD1A-90DF-48A1-9716-E41ABD4376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6320" y="1128407"/>
            <a:ext cx="5462565" cy="5256000"/>
          </a:xfrm>
          <a:custGeom>
            <a:avLst/>
            <a:gdLst>
              <a:gd name="connsiteX0" fmla="*/ 0 w 5462565"/>
              <a:gd name="connsiteY0" fmla="*/ 0 h 5256000"/>
              <a:gd name="connsiteX1" fmla="*/ 5462565 w 5462565"/>
              <a:gd name="connsiteY1" fmla="*/ 0 h 5256000"/>
              <a:gd name="connsiteX2" fmla="*/ 5462565 w 5462565"/>
              <a:gd name="connsiteY2" fmla="*/ 5256000 h 5256000"/>
              <a:gd name="connsiteX3" fmla="*/ 0 w 5462565"/>
              <a:gd name="connsiteY3" fmla="*/ 5256000 h 52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62565" h="5256000">
                <a:moveTo>
                  <a:pt x="0" y="0"/>
                </a:moveTo>
                <a:lnTo>
                  <a:pt x="5462565" y="0"/>
                </a:lnTo>
                <a:lnTo>
                  <a:pt x="5462565" y="5256000"/>
                </a:lnTo>
                <a:lnTo>
                  <a:pt x="0" y="525600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lIns="216000" tIns="216000" rIns="216000" bIns="216000">
            <a:noAutofit/>
          </a:bodyPr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0" y="3221182"/>
            <a:ext cx="5076000" cy="297164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21" name="Espace réservé du graphique 2">
            <a:extLst>
              <a:ext uri="{FF2B5EF4-FFF2-40B4-BE49-F238E27FC236}">
                <a16:creationId xmlns:a16="http://schemas.microsoft.com/office/drawing/2014/main" id="{EBA46C1A-FD0D-44CC-9BA2-F8724E59CBE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6321428" y="3221182"/>
            <a:ext cx="5076000" cy="2971640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304734"/>
            <a:ext cx="5076000" cy="1916448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CD2DB8F4-0AE7-45B2-A2C2-1826FCEAB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D754B127-D4E5-4FBE-8AF0-348B54C96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948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1A7119E-AD18-48FE-93BD-D50643CE1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84B39AC-5021-4815-9D57-75DA1F8531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3273136"/>
            <a:ext cx="11052484" cy="3027686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1337160"/>
            <a:ext cx="11052484" cy="193597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8E5E2563-1FA7-40FE-ACE5-04721FECAC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8B230E97-668F-4AD1-AC0B-D254F1FCA6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744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a graph and a fram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C72A938C-CF83-4364-AB76-81C54CE4AC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8377B65B-2247-484E-86D1-6557F54EB5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2" y="3293918"/>
            <a:ext cx="7019999" cy="2863042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399" y="1337160"/>
            <a:ext cx="7020000" cy="195675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18BF0D1-2051-4CDC-8776-6ACE284695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9EB20086-17B6-4BDF-A95B-4F607B7C9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24D77B4F-26A2-479C-AE87-5CBB04480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436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2 texts in 2 fra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6">
            <a:extLst>
              <a:ext uri="{FF2B5EF4-FFF2-40B4-BE49-F238E27FC236}">
                <a16:creationId xmlns:a16="http://schemas.microsoft.com/office/drawing/2014/main" id="{16FBFFE1-F2E2-408B-B0F4-E23BEA279E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B80A0589-BF71-48F1-8E32-A6A7AB0BD8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20" name="Espace réservé du graphique 2">
            <a:extLst>
              <a:ext uri="{FF2B5EF4-FFF2-40B4-BE49-F238E27FC236}">
                <a16:creationId xmlns:a16="http://schemas.microsoft.com/office/drawing/2014/main" id="{AAABAA74-A49C-4F16-BABB-0A1D93DDA82F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536401" y="1337161"/>
            <a:ext cx="5400000" cy="4819801"/>
          </a:xfrm>
          <a:noFill/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US" noProof="0" dirty="0"/>
              <a:t>Graph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9F20727D-5E83-4E0E-9FB9-68D69A7B53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728" y="1288069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A7196165-27AE-443C-AF47-7B6B0DC5965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728" y="3856009"/>
            <a:ext cx="5470432" cy="2300953"/>
          </a:xfrm>
          <a:custGeom>
            <a:avLst/>
            <a:gdLst>
              <a:gd name="connsiteX0" fmla="*/ 0 w 5470432"/>
              <a:gd name="connsiteY0" fmla="*/ 0 h 2300953"/>
              <a:gd name="connsiteX1" fmla="*/ 5470432 w 5470432"/>
              <a:gd name="connsiteY1" fmla="*/ 0 h 2300953"/>
              <a:gd name="connsiteX2" fmla="*/ 5470432 w 5470432"/>
              <a:gd name="connsiteY2" fmla="*/ 2300953 h 2300953"/>
              <a:gd name="connsiteX3" fmla="*/ 0 w 5470432"/>
              <a:gd name="connsiteY3" fmla="*/ 2300953 h 2300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0432" h="2300953">
                <a:moveTo>
                  <a:pt x="0" y="0"/>
                </a:moveTo>
                <a:lnTo>
                  <a:pt x="5470432" y="0"/>
                </a:lnTo>
                <a:lnTo>
                  <a:pt x="5470432" y="2300953"/>
                </a:lnTo>
                <a:lnTo>
                  <a:pt x="0" y="230095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52000" tIns="252000" rIns="252000" bIns="252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869D9C78-E718-46B4-A4CD-4443E20A1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20E86EF3-48D7-4B82-864E-F646F3C752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554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highlighting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1337161"/>
            <a:ext cx="11052484" cy="170715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2A92F09F-D317-42E3-B74C-7A0237243BA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BA74A572-1DCD-45C6-A512-5352EE257E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429BDA1B-2BC8-40BC-AA30-CF42B5D03C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3556" y="3023085"/>
            <a:ext cx="3384000" cy="684000"/>
          </a:xfrm>
          <a:solidFill>
            <a:schemeClr val="accent2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72106505-DB5F-4F49-8822-4826BDEC7BC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6399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2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E5E4DDE7-B2AD-4D6E-B1F1-1AA14E6F518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0800000">
            <a:off x="1787341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14" name="Espace réservé du texte 10">
            <a:extLst>
              <a:ext uri="{FF2B5EF4-FFF2-40B4-BE49-F238E27FC236}">
                <a16:creationId xmlns:a16="http://schemas.microsoft.com/office/drawing/2014/main" id="{73C17576-3818-4DAF-8697-2FBB1139D9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09107" y="3023085"/>
            <a:ext cx="3384000" cy="684000"/>
          </a:xfrm>
          <a:solidFill>
            <a:schemeClr val="accent3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06D58CD4-C66A-40AB-98B4-535A07E2D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01948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3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3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EFF27A7E-9171-4670-8D42-A17E0C0B08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0800000">
            <a:off x="5552892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6"/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 dirty="0"/>
              <a:t> </a:t>
            </a:r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929A8655-1F53-480F-8591-3D24D79A7B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74656" y="3023085"/>
            <a:ext cx="3384000" cy="684000"/>
          </a:xfrm>
          <a:solidFill>
            <a:schemeClr val="accent4"/>
          </a:solidFill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NN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2B9BEC67-6961-47E7-8313-1489F4F11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7499" y="3968439"/>
            <a:ext cx="3491157" cy="2340000"/>
          </a:xfrm>
        </p:spPr>
        <p:txBody>
          <a:bodyPr/>
          <a:lstStyle>
            <a:lvl1pPr>
              <a:defRPr sz="1600"/>
            </a:lvl1pPr>
            <a:lvl2pPr>
              <a:buClr>
                <a:schemeClr val="accent4"/>
              </a:buClr>
              <a:defRPr sz="1600"/>
            </a:lvl2pPr>
            <a:lvl3pPr>
              <a:defRPr sz="1400"/>
            </a:lvl3pPr>
            <a:lvl4pPr>
              <a:defRPr sz="1400"/>
            </a:lvl4pPr>
            <a:lvl5pPr>
              <a:buClr>
                <a:schemeClr val="accent4"/>
              </a:buCl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A1E2C166-5791-40DB-903C-66BC65C0DDA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0800000">
            <a:off x="9318441" y="3675814"/>
            <a:ext cx="1096433" cy="209480"/>
          </a:xfrm>
          <a:custGeom>
            <a:avLst/>
            <a:gdLst>
              <a:gd name="connsiteX0" fmla="*/ 21781 w 1682584"/>
              <a:gd name="connsiteY0" fmla="*/ 278191 h 321468"/>
              <a:gd name="connsiteX1" fmla="*/ 43562 w 1682584"/>
              <a:gd name="connsiteY1" fmla="*/ 299829 h 321468"/>
              <a:gd name="connsiteX2" fmla="*/ 21781 w 1682584"/>
              <a:gd name="connsiteY2" fmla="*/ 321467 h 321468"/>
              <a:gd name="connsiteX3" fmla="*/ 0 w 1682584"/>
              <a:gd name="connsiteY3" fmla="*/ 299829 h 321468"/>
              <a:gd name="connsiteX4" fmla="*/ 21781 w 1682584"/>
              <a:gd name="connsiteY4" fmla="*/ 278191 h 321468"/>
              <a:gd name="connsiteX5" fmla="*/ 1659441 w 1682584"/>
              <a:gd name="connsiteY5" fmla="*/ 274986 h 321468"/>
              <a:gd name="connsiteX6" fmla="*/ 1682584 w 1682584"/>
              <a:gd name="connsiteY6" fmla="*/ 298227 h 321468"/>
              <a:gd name="connsiteX7" fmla="*/ 1659441 w 1682584"/>
              <a:gd name="connsiteY7" fmla="*/ 321468 h 321468"/>
              <a:gd name="connsiteX8" fmla="*/ 1636298 w 1682584"/>
              <a:gd name="connsiteY8" fmla="*/ 298227 h 321468"/>
              <a:gd name="connsiteX9" fmla="*/ 1659441 w 1682584"/>
              <a:gd name="connsiteY9" fmla="*/ 274986 h 321468"/>
              <a:gd name="connsiteX10" fmla="*/ 197391 w 1682584"/>
              <a:gd name="connsiteY10" fmla="*/ 263766 h 321468"/>
              <a:gd name="connsiteX11" fmla="*/ 225979 w 1682584"/>
              <a:gd name="connsiteY11" fmla="*/ 292617 h 321468"/>
              <a:gd name="connsiteX12" fmla="*/ 197391 w 1682584"/>
              <a:gd name="connsiteY12" fmla="*/ 321468 h 321468"/>
              <a:gd name="connsiteX13" fmla="*/ 168803 w 1682584"/>
              <a:gd name="connsiteY13" fmla="*/ 292617 h 321468"/>
              <a:gd name="connsiteX14" fmla="*/ 197391 w 1682584"/>
              <a:gd name="connsiteY14" fmla="*/ 263766 h 321468"/>
              <a:gd name="connsiteX15" fmla="*/ 1453881 w 1682584"/>
              <a:gd name="connsiteY15" fmla="*/ 255752 h 321468"/>
              <a:gd name="connsiteX16" fmla="*/ 1486553 w 1682584"/>
              <a:gd name="connsiteY16" fmla="*/ 288610 h 321468"/>
              <a:gd name="connsiteX17" fmla="*/ 1453881 w 1682584"/>
              <a:gd name="connsiteY17" fmla="*/ 321468 h 321468"/>
              <a:gd name="connsiteX18" fmla="*/ 1421209 w 1682584"/>
              <a:gd name="connsiteY18" fmla="*/ 288610 h 321468"/>
              <a:gd name="connsiteX19" fmla="*/ 1453881 w 1682584"/>
              <a:gd name="connsiteY19" fmla="*/ 255752 h 321468"/>
              <a:gd name="connsiteX20" fmla="*/ 1261936 w 1682584"/>
              <a:gd name="connsiteY20" fmla="*/ 236519 h 321468"/>
              <a:gd name="connsiteX21" fmla="*/ 1304137 w 1682584"/>
              <a:gd name="connsiteY21" fmla="*/ 278993 h 321468"/>
              <a:gd name="connsiteX22" fmla="*/ 1261936 w 1682584"/>
              <a:gd name="connsiteY22" fmla="*/ 321467 h 321468"/>
              <a:gd name="connsiteX23" fmla="*/ 1219735 w 1682584"/>
              <a:gd name="connsiteY23" fmla="*/ 278993 h 321468"/>
              <a:gd name="connsiteX24" fmla="*/ 1261936 w 1682584"/>
              <a:gd name="connsiteY24" fmla="*/ 236519 h 321468"/>
              <a:gd name="connsiteX25" fmla="*/ 374361 w 1682584"/>
              <a:gd name="connsiteY25" fmla="*/ 236519 h 321468"/>
              <a:gd name="connsiteX26" fmla="*/ 416562 w 1682584"/>
              <a:gd name="connsiteY26" fmla="*/ 278993 h 321468"/>
              <a:gd name="connsiteX27" fmla="*/ 374361 w 1682584"/>
              <a:gd name="connsiteY27" fmla="*/ 321467 h 321468"/>
              <a:gd name="connsiteX28" fmla="*/ 332160 w 1682584"/>
              <a:gd name="connsiteY28" fmla="*/ 278993 h 321468"/>
              <a:gd name="connsiteX29" fmla="*/ 374361 w 1682584"/>
              <a:gd name="connsiteY29" fmla="*/ 236519 h 321468"/>
              <a:gd name="connsiteX30" fmla="*/ 722858 w 1682584"/>
              <a:gd name="connsiteY30" fmla="*/ 231710 h 321468"/>
              <a:gd name="connsiteX31" fmla="*/ 767782 w 1682584"/>
              <a:gd name="connsiteY31" fmla="*/ 276589 h 321468"/>
              <a:gd name="connsiteX32" fmla="*/ 722858 w 1682584"/>
              <a:gd name="connsiteY32" fmla="*/ 321468 h 321468"/>
              <a:gd name="connsiteX33" fmla="*/ 677934 w 1682584"/>
              <a:gd name="connsiteY33" fmla="*/ 276589 h 321468"/>
              <a:gd name="connsiteX34" fmla="*/ 722858 w 1682584"/>
              <a:gd name="connsiteY34" fmla="*/ 231710 h 321468"/>
              <a:gd name="connsiteX35" fmla="*/ 1072714 w 1682584"/>
              <a:gd name="connsiteY35" fmla="*/ 223696 h 321468"/>
              <a:gd name="connsiteX36" fmla="*/ 1121721 w 1682584"/>
              <a:gd name="connsiteY36" fmla="*/ 272582 h 321468"/>
              <a:gd name="connsiteX37" fmla="*/ 1072714 w 1682584"/>
              <a:gd name="connsiteY37" fmla="*/ 321468 h 321468"/>
              <a:gd name="connsiteX38" fmla="*/ 1023707 w 1682584"/>
              <a:gd name="connsiteY38" fmla="*/ 272582 h 321468"/>
              <a:gd name="connsiteX39" fmla="*/ 1072714 w 1682584"/>
              <a:gd name="connsiteY39" fmla="*/ 223696 h 321468"/>
              <a:gd name="connsiteX40" fmla="*/ 895744 w 1682584"/>
              <a:gd name="connsiteY40" fmla="*/ 223696 h 321468"/>
              <a:gd name="connsiteX41" fmla="*/ 944751 w 1682584"/>
              <a:gd name="connsiteY41" fmla="*/ 272582 h 321468"/>
              <a:gd name="connsiteX42" fmla="*/ 895744 w 1682584"/>
              <a:gd name="connsiteY42" fmla="*/ 321468 h 321468"/>
              <a:gd name="connsiteX43" fmla="*/ 846737 w 1682584"/>
              <a:gd name="connsiteY43" fmla="*/ 272582 h 321468"/>
              <a:gd name="connsiteX44" fmla="*/ 895744 w 1682584"/>
              <a:gd name="connsiteY44" fmla="*/ 223696 h 321468"/>
              <a:gd name="connsiteX45" fmla="*/ 549970 w 1682584"/>
              <a:gd name="connsiteY45" fmla="*/ 223696 h 321468"/>
              <a:gd name="connsiteX46" fmla="*/ 598977 w 1682584"/>
              <a:gd name="connsiteY46" fmla="*/ 272582 h 321468"/>
              <a:gd name="connsiteX47" fmla="*/ 549970 w 1682584"/>
              <a:gd name="connsiteY47" fmla="*/ 321468 h 321468"/>
              <a:gd name="connsiteX48" fmla="*/ 500963 w 1682584"/>
              <a:gd name="connsiteY48" fmla="*/ 272582 h 321468"/>
              <a:gd name="connsiteX49" fmla="*/ 549970 w 1682584"/>
              <a:gd name="connsiteY49" fmla="*/ 223696 h 321468"/>
              <a:gd name="connsiteX50" fmla="*/ 1161617 w 1682584"/>
              <a:gd name="connsiteY50" fmla="*/ 130686 h 321468"/>
              <a:gd name="connsiteX51" fmla="*/ 1182454 w 1682584"/>
              <a:gd name="connsiteY51" fmla="*/ 151106 h 321468"/>
              <a:gd name="connsiteX52" fmla="*/ 1161617 w 1682584"/>
              <a:gd name="connsiteY52" fmla="*/ 171526 h 321468"/>
              <a:gd name="connsiteX53" fmla="*/ 1140780 w 1682584"/>
              <a:gd name="connsiteY53" fmla="*/ 151106 h 321468"/>
              <a:gd name="connsiteX54" fmla="*/ 1161617 w 1682584"/>
              <a:gd name="connsiteY54" fmla="*/ 130686 h 321468"/>
              <a:gd name="connsiteX55" fmla="*/ 456457 w 1682584"/>
              <a:gd name="connsiteY55" fmla="*/ 130686 h 321468"/>
              <a:gd name="connsiteX56" fmla="*/ 477294 w 1682584"/>
              <a:gd name="connsiteY56" fmla="*/ 151106 h 321468"/>
              <a:gd name="connsiteX57" fmla="*/ 456457 w 1682584"/>
              <a:gd name="connsiteY57" fmla="*/ 171526 h 321468"/>
              <a:gd name="connsiteX58" fmla="*/ 435620 w 1682584"/>
              <a:gd name="connsiteY58" fmla="*/ 151106 h 321468"/>
              <a:gd name="connsiteX59" fmla="*/ 456457 w 1682584"/>
              <a:gd name="connsiteY59" fmla="*/ 130686 h 321468"/>
              <a:gd name="connsiteX60" fmla="*/ 980145 w 1682584"/>
              <a:gd name="connsiteY60" fmla="*/ 100738 h 321468"/>
              <a:gd name="connsiteX61" fmla="*/ 1015539 w 1682584"/>
              <a:gd name="connsiteY61" fmla="*/ 136132 h 321468"/>
              <a:gd name="connsiteX62" fmla="*/ 980145 w 1682584"/>
              <a:gd name="connsiteY62" fmla="*/ 171526 h 321468"/>
              <a:gd name="connsiteX63" fmla="*/ 944751 w 1682584"/>
              <a:gd name="connsiteY63" fmla="*/ 136132 h 321468"/>
              <a:gd name="connsiteX64" fmla="*/ 980145 w 1682584"/>
              <a:gd name="connsiteY64" fmla="*/ 100738 h 321468"/>
              <a:gd name="connsiteX65" fmla="*/ 803042 w 1682584"/>
              <a:gd name="connsiteY65" fmla="*/ 100738 h 321468"/>
              <a:gd name="connsiteX66" fmla="*/ 838304 w 1682584"/>
              <a:gd name="connsiteY66" fmla="*/ 136132 h 321468"/>
              <a:gd name="connsiteX67" fmla="*/ 803042 w 1682584"/>
              <a:gd name="connsiteY67" fmla="*/ 171526 h 321468"/>
              <a:gd name="connsiteX68" fmla="*/ 767780 w 1682584"/>
              <a:gd name="connsiteY68" fmla="*/ 136132 h 321468"/>
              <a:gd name="connsiteX69" fmla="*/ 803042 w 1682584"/>
              <a:gd name="connsiteY69" fmla="*/ 100738 h 321468"/>
              <a:gd name="connsiteX70" fmla="*/ 634239 w 1682584"/>
              <a:gd name="connsiteY70" fmla="*/ 100738 h 321468"/>
              <a:gd name="connsiteX71" fmla="*/ 669501 w 1682584"/>
              <a:gd name="connsiteY71" fmla="*/ 136132 h 321468"/>
              <a:gd name="connsiteX72" fmla="*/ 634239 w 1682584"/>
              <a:gd name="connsiteY72" fmla="*/ 171526 h 321468"/>
              <a:gd name="connsiteX73" fmla="*/ 598977 w 1682584"/>
              <a:gd name="connsiteY73" fmla="*/ 136132 h 321468"/>
              <a:gd name="connsiteX74" fmla="*/ 634239 w 1682584"/>
              <a:gd name="connsiteY74" fmla="*/ 100738 h 321468"/>
              <a:gd name="connsiteX75" fmla="*/ 898467 w 1682584"/>
              <a:gd name="connsiteY75" fmla="*/ 0 h 321468"/>
              <a:gd name="connsiteX76" fmla="*/ 917526 w 1682584"/>
              <a:gd name="connsiteY76" fmla="*/ 19234 h 321468"/>
              <a:gd name="connsiteX77" fmla="*/ 898467 w 1682584"/>
              <a:gd name="connsiteY77" fmla="*/ 38468 h 321468"/>
              <a:gd name="connsiteX78" fmla="*/ 879408 w 1682584"/>
              <a:gd name="connsiteY78" fmla="*/ 19234 h 321468"/>
              <a:gd name="connsiteX79" fmla="*/ 898467 w 1682584"/>
              <a:gd name="connsiteY79" fmla="*/ 0 h 321468"/>
              <a:gd name="connsiteX80" fmla="*/ 716051 w 1682584"/>
              <a:gd name="connsiteY80" fmla="*/ 0 h 321468"/>
              <a:gd name="connsiteX81" fmla="*/ 735110 w 1682584"/>
              <a:gd name="connsiteY81" fmla="*/ 19234 h 321468"/>
              <a:gd name="connsiteX82" fmla="*/ 716051 w 1682584"/>
              <a:gd name="connsiteY82" fmla="*/ 38468 h 321468"/>
              <a:gd name="connsiteX83" fmla="*/ 696992 w 1682584"/>
              <a:gd name="connsiteY83" fmla="*/ 19234 h 321468"/>
              <a:gd name="connsiteX84" fmla="*/ 716051 w 1682584"/>
              <a:gd name="connsiteY84" fmla="*/ 0 h 32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1682584" h="321468">
                <a:moveTo>
                  <a:pt x="21781" y="278191"/>
                </a:moveTo>
                <a:cubicBezTo>
                  <a:pt x="33810" y="278191"/>
                  <a:pt x="43562" y="287879"/>
                  <a:pt x="43562" y="299829"/>
                </a:cubicBezTo>
                <a:cubicBezTo>
                  <a:pt x="43562" y="311779"/>
                  <a:pt x="33810" y="321467"/>
                  <a:pt x="21781" y="321467"/>
                </a:cubicBezTo>
                <a:cubicBezTo>
                  <a:pt x="9752" y="321467"/>
                  <a:pt x="0" y="311779"/>
                  <a:pt x="0" y="299829"/>
                </a:cubicBezTo>
                <a:cubicBezTo>
                  <a:pt x="0" y="287879"/>
                  <a:pt x="9752" y="278191"/>
                  <a:pt x="21781" y="278191"/>
                </a:cubicBezTo>
                <a:close/>
                <a:moveTo>
                  <a:pt x="1659441" y="274986"/>
                </a:moveTo>
                <a:cubicBezTo>
                  <a:pt x="1672223" y="274986"/>
                  <a:pt x="1682584" y="285391"/>
                  <a:pt x="1682584" y="298227"/>
                </a:cubicBezTo>
                <a:cubicBezTo>
                  <a:pt x="1682584" y="311063"/>
                  <a:pt x="1672223" y="321468"/>
                  <a:pt x="1659441" y="321468"/>
                </a:cubicBezTo>
                <a:cubicBezTo>
                  <a:pt x="1646659" y="321468"/>
                  <a:pt x="1636298" y="311063"/>
                  <a:pt x="1636298" y="298227"/>
                </a:cubicBezTo>
                <a:cubicBezTo>
                  <a:pt x="1636298" y="285391"/>
                  <a:pt x="1646659" y="274986"/>
                  <a:pt x="1659441" y="274986"/>
                </a:cubicBezTo>
                <a:close/>
                <a:moveTo>
                  <a:pt x="197391" y="263766"/>
                </a:moveTo>
                <a:cubicBezTo>
                  <a:pt x="213180" y="263766"/>
                  <a:pt x="225979" y="276683"/>
                  <a:pt x="225979" y="292617"/>
                </a:cubicBezTo>
                <a:cubicBezTo>
                  <a:pt x="225979" y="308551"/>
                  <a:pt x="213180" y="321468"/>
                  <a:pt x="197391" y="321468"/>
                </a:cubicBezTo>
                <a:cubicBezTo>
                  <a:pt x="181602" y="321468"/>
                  <a:pt x="168803" y="308551"/>
                  <a:pt x="168803" y="292617"/>
                </a:cubicBezTo>
                <a:cubicBezTo>
                  <a:pt x="168803" y="276683"/>
                  <a:pt x="181602" y="263766"/>
                  <a:pt x="197391" y="263766"/>
                </a:cubicBezTo>
                <a:close/>
                <a:moveTo>
                  <a:pt x="1453881" y="255752"/>
                </a:moveTo>
                <a:cubicBezTo>
                  <a:pt x="1471925" y="255752"/>
                  <a:pt x="1486553" y="270463"/>
                  <a:pt x="1486553" y="288610"/>
                </a:cubicBezTo>
                <a:cubicBezTo>
                  <a:pt x="1486553" y="306757"/>
                  <a:pt x="1471925" y="321468"/>
                  <a:pt x="1453881" y="321468"/>
                </a:cubicBezTo>
                <a:cubicBezTo>
                  <a:pt x="1435837" y="321468"/>
                  <a:pt x="1421209" y="306757"/>
                  <a:pt x="1421209" y="288610"/>
                </a:cubicBezTo>
                <a:cubicBezTo>
                  <a:pt x="1421209" y="270463"/>
                  <a:pt x="1435837" y="255752"/>
                  <a:pt x="1453881" y="255752"/>
                </a:cubicBezTo>
                <a:close/>
                <a:moveTo>
                  <a:pt x="1261936" y="236519"/>
                </a:moveTo>
                <a:cubicBezTo>
                  <a:pt x="1285243" y="236519"/>
                  <a:pt x="1304137" y="255535"/>
                  <a:pt x="1304137" y="278993"/>
                </a:cubicBezTo>
                <a:cubicBezTo>
                  <a:pt x="1304137" y="302451"/>
                  <a:pt x="1285243" y="321467"/>
                  <a:pt x="1261936" y="321467"/>
                </a:cubicBezTo>
                <a:cubicBezTo>
                  <a:pt x="1238629" y="321467"/>
                  <a:pt x="1219735" y="302451"/>
                  <a:pt x="1219735" y="278993"/>
                </a:cubicBezTo>
                <a:cubicBezTo>
                  <a:pt x="1219735" y="255535"/>
                  <a:pt x="1238629" y="236519"/>
                  <a:pt x="1261936" y="236519"/>
                </a:cubicBezTo>
                <a:close/>
                <a:moveTo>
                  <a:pt x="374361" y="236519"/>
                </a:moveTo>
                <a:cubicBezTo>
                  <a:pt x="397668" y="236519"/>
                  <a:pt x="416562" y="255535"/>
                  <a:pt x="416562" y="278993"/>
                </a:cubicBezTo>
                <a:cubicBezTo>
                  <a:pt x="416562" y="302451"/>
                  <a:pt x="397668" y="321467"/>
                  <a:pt x="374361" y="321467"/>
                </a:cubicBezTo>
                <a:cubicBezTo>
                  <a:pt x="351054" y="321467"/>
                  <a:pt x="332160" y="302451"/>
                  <a:pt x="332160" y="278993"/>
                </a:cubicBezTo>
                <a:cubicBezTo>
                  <a:pt x="332160" y="255535"/>
                  <a:pt x="351054" y="236519"/>
                  <a:pt x="374361" y="236519"/>
                </a:cubicBezTo>
                <a:close/>
                <a:moveTo>
                  <a:pt x="722858" y="231710"/>
                </a:moveTo>
                <a:cubicBezTo>
                  <a:pt x="747669" y="231710"/>
                  <a:pt x="767782" y="251803"/>
                  <a:pt x="767782" y="276589"/>
                </a:cubicBezTo>
                <a:cubicBezTo>
                  <a:pt x="767782" y="301375"/>
                  <a:pt x="747669" y="321468"/>
                  <a:pt x="722858" y="321468"/>
                </a:cubicBezTo>
                <a:cubicBezTo>
                  <a:pt x="698047" y="321468"/>
                  <a:pt x="677934" y="301375"/>
                  <a:pt x="677934" y="276589"/>
                </a:cubicBezTo>
                <a:cubicBezTo>
                  <a:pt x="677934" y="251803"/>
                  <a:pt x="698047" y="231710"/>
                  <a:pt x="722858" y="231710"/>
                </a:cubicBezTo>
                <a:close/>
                <a:moveTo>
                  <a:pt x="1072714" y="223696"/>
                </a:moveTo>
                <a:cubicBezTo>
                  <a:pt x="1099780" y="223696"/>
                  <a:pt x="1121721" y="245583"/>
                  <a:pt x="1121721" y="272582"/>
                </a:cubicBezTo>
                <a:cubicBezTo>
                  <a:pt x="1121721" y="299581"/>
                  <a:pt x="1099780" y="321468"/>
                  <a:pt x="1072714" y="321468"/>
                </a:cubicBezTo>
                <a:cubicBezTo>
                  <a:pt x="1045648" y="321468"/>
                  <a:pt x="1023707" y="299581"/>
                  <a:pt x="1023707" y="272582"/>
                </a:cubicBezTo>
                <a:cubicBezTo>
                  <a:pt x="1023707" y="245583"/>
                  <a:pt x="1045648" y="223696"/>
                  <a:pt x="1072714" y="223696"/>
                </a:cubicBezTo>
                <a:close/>
                <a:moveTo>
                  <a:pt x="895744" y="223696"/>
                </a:moveTo>
                <a:cubicBezTo>
                  <a:pt x="922810" y="223696"/>
                  <a:pt x="944751" y="245583"/>
                  <a:pt x="944751" y="272582"/>
                </a:cubicBezTo>
                <a:cubicBezTo>
                  <a:pt x="944751" y="299581"/>
                  <a:pt x="922810" y="321468"/>
                  <a:pt x="895744" y="321468"/>
                </a:cubicBezTo>
                <a:cubicBezTo>
                  <a:pt x="868678" y="321468"/>
                  <a:pt x="846737" y="299581"/>
                  <a:pt x="846737" y="272582"/>
                </a:cubicBezTo>
                <a:cubicBezTo>
                  <a:pt x="846737" y="245583"/>
                  <a:pt x="868678" y="223696"/>
                  <a:pt x="895744" y="223696"/>
                </a:cubicBezTo>
                <a:close/>
                <a:moveTo>
                  <a:pt x="549970" y="223696"/>
                </a:moveTo>
                <a:cubicBezTo>
                  <a:pt x="577036" y="223696"/>
                  <a:pt x="598977" y="245583"/>
                  <a:pt x="598977" y="272582"/>
                </a:cubicBezTo>
                <a:cubicBezTo>
                  <a:pt x="598977" y="299581"/>
                  <a:pt x="577036" y="321468"/>
                  <a:pt x="549970" y="321468"/>
                </a:cubicBezTo>
                <a:cubicBezTo>
                  <a:pt x="522904" y="321468"/>
                  <a:pt x="500963" y="299581"/>
                  <a:pt x="500963" y="272582"/>
                </a:cubicBezTo>
                <a:cubicBezTo>
                  <a:pt x="500963" y="245583"/>
                  <a:pt x="522904" y="223696"/>
                  <a:pt x="549970" y="223696"/>
                </a:cubicBezTo>
                <a:close/>
                <a:moveTo>
                  <a:pt x="1161617" y="130686"/>
                </a:moveTo>
                <a:cubicBezTo>
                  <a:pt x="1173125" y="130686"/>
                  <a:pt x="1182454" y="139828"/>
                  <a:pt x="1182454" y="151106"/>
                </a:cubicBezTo>
                <a:cubicBezTo>
                  <a:pt x="1182454" y="162384"/>
                  <a:pt x="1173125" y="171526"/>
                  <a:pt x="1161617" y="171526"/>
                </a:cubicBezTo>
                <a:cubicBezTo>
                  <a:pt x="1150109" y="171526"/>
                  <a:pt x="1140780" y="162384"/>
                  <a:pt x="1140780" y="151106"/>
                </a:cubicBezTo>
                <a:cubicBezTo>
                  <a:pt x="1140780" y="139828"/>
                  <a:pt x="1150109" y="130686"/>
                  <a:pt x="1161617" y="130686"/>
                </a:cubicBezTo>
                <a:close/>
                <a:moveTo>
                  <a:pt x="456457" y="130686"/>
                </a:moveTo>
                <a:cubicBezTo>
                  <a:pt x="467965" y="130686"/>
                  <a:pt x="477294" y="139828"/>
                  <a:pt x="477294" y="151106"/>
                </a:cubicBezTo>
                <a:cubicBezTo>
                  <a:pt x="477294" y="162384"/>
                  <a:pt x="467965" y="171526"/>
                  <a:pt x="456457" y="171526"/>
                </a:cubicBezTo>
                <a:cubicBezTo>
                  <a:pt x="444949" y="171526"/>
                  <a:pt x="435620" y="162384"/>
                  <a:pt x="435620" y="151106"/>
                </a:cubicBezTo>
                <a:cubicBezTo>
                  <a:pt x="435620" y="139828"/>
                  <a:pt x="444949" y="130686"/>
                  <a:pt x="456457" y="130686"/>
                </a:cubicBezTo>
                <a:close/>
                <a:moveTo>
                  <a:pt x="980145" y="100738"/>
                </a:moveTo>
                <a:cubicBezTo>
                  <a:pt x="999693" y="100738"/>
                  <a:pt x="1015539" y="116584"/>
                  <a:pt x="1015539" y="136132"/>
                </a:cubicBezTo>
                <a:cubicBezTo>
                  <a:pt x="1015539" y="155680"/>
                  <a:pt x="999693" y="171526"/>
                  <a:pt x="980145" y="171526"/>
                </a:cubicBezTo>
                <a:cubicBezTo>
                  <a:pt x="960597" y="171526"/>
                  <a:pt x="944751" y="155680"/>
                  <a:pt x="944751" y="136132"/>
                </a:cubicBezTo>
                <a:cubicBezTo>
                  <a:pt x="944751" y="116584"/>
                  <a:pt x="960597" y="100738"/>
                  <a:pt x="980145" y="100738"/>
                </a:cubicBezTo>
                <a:close/>
                <a:moveTo>
                  <a:pt x="803042" y="100738"/>
                </a:moveTo>
                <a:cubicBezTo>
                  <a:pt x="822517" y="100738"/>
                  <a:pt x="838304" y="116584"/>
                  <a:pt x="838304" y="136132"/>
                </a:cubicBezTo>
                <a:cubicBezTo>
                  <a:pt x="838304" y="155680"/>
                  <a:pt x="822517" y="171526"/>
                  <a:pt x="803042" y="171526"/>
                </a:cubicBezTo>
                <a:cubicBezTo>
                  <a:pt x="783567" y="171526"/>
                  <a:pt x="767780" y="155680"/>
                  <a:pt x="767780" y="136132"/>
                </a:cubicBezTo>
                <a:cubicBezTo>
                  <a:pt x="767780" y="116584"/>
                  <a:pt x="783567" y="100738"/>
                  <a:pt x="803042" y="100738"/>
                </a:cubicBezTo>
                <a:close/>
                <a:moveTo>
                  <a:pt x="634239" y="100738"/>
                </a:moveTo>
                <a:cubicBezTo>
                  <a:pt x="653714" y="100738"/>
                  <a:pt x="669501" y="116584"/>
                  <a:pt x="669501" y="136132"/>
                </a:cubicBezTo>
                <a:cubicBezTo>
                  <a:pt x="669501" y="155680"/>
                  <a:pt x="653714" y="171526"/>
                  <a:pt x="634239" y="171526"/>
                </a:cubicBezTo>
                <a:cubicBezTo>
                  <a:pt x="614764" y="171526"/>
                  <a:pt x="598977" y="155680"/>
                  <a:pt x="598977" y="136132"/>
                </a:cubicBezTo>
                <a:cubicBezTo>
                  <a:pt x="598977" y="116584"/>
                  <a:pt x="614764" y="100738"/>
                  <a:pt x="634239" y="100738"/>
                </a:cubicBezTo>
                <a:close/>
                <a:moveTo>
                  <a:pt x="898467" y="0"/>
                </a:moveTo>
                <a:cubicBezTo>
                  <a:pt x="908993" y="0"/>
                  <a:pt x="917526" y="8611"/>
                  <a:pt x="917526" y="19234"/>
                </a:cubicBezTo>
                <a:cubicBezTo>
                  <a:pt x="917526" y="29857"/>
                  <a:pt x="908993" y="38468"/>
                  <a:pt x="898467" y="38468"/>
                </a:cubicBezTo>
                <a:cubicBezTo>
                  <a:pt x="887941" y="38468"/>
                  <a:pt x="879408" y="29857"/>
                  <a:pt x="879408" y="19234"/>
                </a:cubicBezTo>
                <a:cubicBezTo>
                  <a:pt x="879408" y="8611"/>
                  <a:pt x="887941" y="0"/>
                  <a:pt x="898467" y="0"/>
                </a:cubicBezTo>
                <a:close/>
                <a:moveTo>
                  <a:pt x="716051" y="0"/>
                </a:moveTo>
                <a:cubicBezTo>
                  <a:pt x="726577" y="0"/>
                  <a:pt x="735110" y="8611"/>
                  <a:pt x="735110" y="19234"/>
                </a:cubicBezTo>
                <a:cubicBezTo>
                  <a:pt x="735110" y="29857"/>
                  <a:pt x="726577" y="38468"/>
                  <a:pt x="716051" y="38468"/>
                </a:cubicBezTo>
                <a:cubicBezTo>
                  <a:pt x="705525" y="38468"/>
                  <a:pt x="696992" y="29857"/>
                  <a:pt x="696992" y="19234"/>
                </a:cubicBezTo>
                <a:cubicBezTo>
                  <a:pt x="696992" y="8611"/>
                  <a:pt x="705525" y="0"/>
                  <a:pt x="716051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175">
            <a:noFill/>
          </a:ln>
        </p:spPr>
        <p:txBody>
          <a:bodyPr wrap="square">
            <a:noAutofit/>
          </a:bodyPr>
          <a:lstStyle/>
          <a:p>
            <a:pPr lvl="0"/>
            <a:r>
              <a:rPr lang="en-US" noProof="0"/>
              <a:t>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9B95BAD-CF4C-47D0-8DF1-5D5B22A145F7}"/>
              </a:ext>
            </a:extLst>
          </p:cNvPr>
          <p:cNvSpPr txBox="1"/>
          <p:nvPr userDrawn="1"/>
        </p:nvSpPr>
        <p:spPr>
          <a:xfrm>
            <a:off x="203887" y="931366"/>
            <a:ext cx="2414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dirty="0">
                <a:hlinkClick r:id="rId2"/>
              </a:rPr>
              <a:t>www.stellantis.com</a:t>
            </a:r>
            <a:endParaRPr lang="fr-FR" sz="1800" dirty="0"/>
          </a:p>
        </p:txBody>
      </p:sp>
      <p:sp>
        <p:nvSpPr>
          <p:cNvPr id="23" name="Espace réservé de la date 3">
            <a:extLst>
              <a:ext uri="{FF2B5EF4-FFF2-40B4-BE49-F238E27FC236}">
                <a16:creationId xmlns:a16="http://schemas.microsoft.com/office/drawing/2014/main" id="{C7D21C34-7191-4439-828B-CCBF98AF9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4" name="Espace réservé du pied de page 4">
            <a:extLst>
              <a:ext uri="{FF2B5EF4-FFF2-40B4-BE49-F238E27FC236}">
                <a16:creationId xmlns:a16="http://schemas.microsoft.com/office/drawing/2014/main" id="{84F8F1A1-C32A-4EBB-B863-27D29917C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80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 with a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6">
            <a:extLst>
              <a:ext uri="{FF2B5EF4-FFF2-40B4-BE49-F238E27FC236}">
                <a16:creationId xmlns:a16="http://schemas.microsoft.com/office/drawing/2014/main" id="{1A32803F-C0DA-48E6-897D-09C236F3DEF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" y="449849"/>
            <a:ext cx="9683261" cy="335964"/>
          </a:xfrm>
          <a:custGeom>
            <a:avLst/>
            <a:gdLst>
              <a:gd name="connsiteX0" fmla="*/ 9609373 w 9683261"/>
              <a:gd name="connsiteY0" fmla="*/ 237817 h 335964"/>
              <a:gd name="connsiteX1" fmla="*/ 9632706 w 9683261"/>
              <a:gd name="connsiteY1" fmla="*/ 261358 h 335964"/>
              <a:gd name="connsiteX2" fmla="*/ 9609373 w 9683261"/>
              <a:gd name="connsiteY2" fmla="*/ 284899 h 335964"/>
              <a:gd name="connsiteX3" fmla="*/ 9586041 w 9683261"/>
              <a:gd name="connsiteY3" fmla="*/ 261358 h 335964"/>
              <a:gd name="connsiteX4" fmla="*/ 9609373 w 9683261"/>
              <a:gd name="connsiteY4" fmla="*/ 237817 h 335964"/>
              <a:gd name="connsiteX5" fmla="*/ 9669650 w 9683261"/>
              <a:gd name="connsiteY5" fmla="*/ 200069 h 335964"/>
              <a:gd name="connsiteX6" fmla="*/ 9683261 w 9683261"/>
              <a:gd name="connsiteY6" fmla="*/ 212909 h 335964"/>
              <a:gd name="connsiteX7" fmla="*/ 9669650 w 9683261"/>
              <a:gd name="connsiteY7" fmla="*/ 225749 h 335964"/>
              <a:gd name="connsiteX8" fmla="*/ 9656038 w 9683261"/>
              <a:gd name="connsiteY8" fmla="*/ 212909 h 335964"/>
              <a:gd name="connsiteX9" fmla="*/ 9669650 w 9683261"/>
              <a:gd name="connsiteY9" fmla="*/ 200069 h 335964"/>
              <a:gd name="connsiteX10" fmla="*/ 9609373 w 9683261"/>
              <a:gd name="connsiteY10" fmla="*/ 143445 h 335964"/>
              <a:gd name="connsiteX11" fmla="*/ 9632706 w 9683261"/>
              <a:gd name="connsiteY11" fmla="*/ 166987 h 335964"/>
              <a:gd name="connsiteX12" fmla="*/ 9609373 w 9683261"/>
              <a:gd name="connsiteY12" fmla="*/ 190527 h 335964"/>
              <a:gd name="connsiteX13" fmla="*/ 9586041 w 9683261"/>
              <a:gd name="connsiteY13" fmla="*/ 166987 h 335964"/>
              <a:gd name="connsiteX14" fmla="*/ 9609373 w 9683261"/>
              <a:gd name="connsiteY14" fmla="*/ 143445 h 335964"/>
              <a:gd name="connsiteX15" fmla="*/ 9669650 w 9683261"/>
              <a:gd name="connsiteY15" fmla="*/ 101921 h 335964"/>
              <a:gd name="connsiteX16" fmla="*/ 9683261 w 9683261"/>
              <a:gd name="connsiteY16" fmla="*/ 114762 h 335964"/>
              <a:gd name="connsiteX17" fmla="*/ 9669650 w 9683261"/>
              <a:gd name="connsiteY17" fmla="*/ 127602 h 335964"/>
              <a:gd name="connsiteX18" fmla="*/ 9656038 w 9683261"/>
              <a:gd name="connsiteY18" fmla="*/ 114762 h 335964"/>
              <a:gd name="connsiteX19" fmla="*/ 9669650 w 9683261"/>
              <a:gd name="connsiteY19" fmla="*/ 101921 h 335964"/>
              <a:gd name="connsiteX20" fmla="*/ 9609373 w 9683261"/>
              <a:gd name="connsiteY20" fmla="*/ 50961 h 335964"/>
              <a:gd name="connsiteX21" fmla="*/ 9632706 w 9683261"/>
              <a:gd name="connsiteY21" fmla="*/ 74501 h 335964"/>
              <a:gd name="connsiteX22" fmla="*/ 9609373 w 9683261"/>
              <a:gd name="connsiteY22" fmla="*/ 98043 h 335964"/>
              <a:gd name="connsiteX23" fmla="*/ 9586041 w 9683261"/>
              <a:gd name="connsiteY23" fmla="*/ 74501 h 335964"/>
              <a:gd name="connsiteX24" fmla="*/ 9609373 w 9683261"/>
              <a:gd name="connsiteY24" fmla="*/ 50961 h 335964"/>
              <a:gd name="connsiteX25" fmla="*/ 0 w 9683261"/>
              <a:gd name="connsiteY25" fmla="*/ 0 h 335964"/>
              <a:gd name="connsiteX26" fmla="*/ 739665 w 9683261"/>
              <a:gd name="connsiteY26" fmla="*/ 0 h 335964"/>
              <a:gd name="connsiteX27" fmla="*/ 9540864 w 9683261"/>
              <a:gd name="connsiteY27" fmla="*/ 0 h 335964"/>
              <a:gd name="connsiteX28" fmla="*/ 9568541 w 9683261"/>
              <a:gd name="connsiteY28" fmla="*/ 27997 h 335964"/>
              <a:gd name="connsiteX29" fmla="*/ 9540864 w 9683261"/>
              <a:gd name="connsiteY29" fmla="*/ 55995 h 335964"/>
              <a:gd name="connsiteX30" fmla="*/ 9522411 w 9683261"/>
              <a:gd name="connsiteY30" fmla="*/ 74659 h 335964"/>
              <a:gd name="connsiteX31" fmla="*/ 9540864 w 9683261"/>
              <a:gd name="connsiteY31" fmla="*/ 97990 h 335964"/>
              <a:gd name="connsiteX32" fmla="*/ 9568541 w 9683261"/>
              <a:gd name="connsiteY32" fmla="*/ 121320 h 335964"/>
              <a:gd name="connsiteX33" fmla="*/ 9545478 w 9683261"/>
              <a:gd name="connsiteY33" fmla="*/ 149317 h 335964"/>
              <a:gd name="connsiteX34" fmla="*/ 9540864 w 9683261"/>
              <a:gd name="connsiteY34" fmla="*/ 149317 h 335964"/>
              <a:gd name="connsiteX35" fmla="*/ 9522411 w 9683261"/>
              <a:gd name="connsiteY35" fmla="*/ 167982 h 335964"/>
              <a:gd name="connsiteX36" fmla="*/ 9540864 w 9683261"/>
              <a:gd name="connsiteY36" fmla="*/ 191313 h 335964"/>
              <a:gd name="connsiteX37" fmla="*/ 9568541 w 9683261"/>
              <a:gd name="connsiteY37" fmla="*/ 214644 h 335964"/>
              <a:gd name="connsiteX38" fmla="*/ 9540864 w 9683261"/>
              <a:gd name="connsiteY38" fmla="*/ 242641 h 335964"/>
              <a:gd name="connsiteX39" fmla="*/ 9522411 w 9683261"/>
              <a:gd name="connsiteY39" fmla="*/ 265971 h 335964"/>
              <a:gd name="connsiteX40" fmla="*/ 9540864 w 9683261"/>
              <a:gd name="connsiteY40" fmla="*/ 284636 h 335964"/>
              <a:gd name="connsiteX41" fmla="*/ 9568541 w 9683261"/>
              <a:gd name="connsiteY41" fmla="*/ 312633 h 335964"/>
              <a:gd name="connsiteX42" fmla="*/ 9540864 w 9683261"/>
              <a:gd name="connsiteY42" fmla="*/ 335964 h 335964"/>
              <a:gd name="connsiteX43" fmla="*/ 845227 w 9683261"/>
              <a:gd name="connsiteY43" fmla="*/ 335964 h 335964"/>
              <a:gd name="connsiteX44" fmla="*/ 0 w 9683261"/>
              <a:gd name="connsiteY44" fmla="*/ 335964 h 33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683261" h="335964">
                <a:moveTo>
                  <a:pt x="9609373" y="237817"/>
                </a:moveTo>
                <a:cubicBezTo>
                  <a:pt x="9622259" y="237817"/>
                  <a:pt x="9632706" y="248357"/>
                  <a:pt x="9632706" y="261358"/>
                </a:cubicBezTo>
                <a:cubicBezTo>
                  <a:pt x="9632706" y="274359"/>
                  <a:pt x="9622259" y="284899"/>
                  <a:pt x="9609373" y="284899"/>
                </a:cubicBezTo>
                <a:cubicBezTo>
                  <a:pt x="9596486" y="284899"/>
                  <a:pt x="9586041" y="274359"/>
                  <a:pt x="9586041" y="261358"/>
                </a:cubicBezTo>
                <a:cubicBezTo>
                  <a:pt x="9586041" y="248357"/>
                  <a:pt x="9596486" y="237817"/>
                  <a:pt x="9609373" y="237817"/>
                </a:cubicBezTo>
                <a:close/>
                <a:moveTo>
                  <a:pt x="9669650" y="200069"/>
                </a:moveTo>
                <a:cubicBezTo>
                  <a:pt x="9677168" y="200069"/>
                  <a:pt x="9683261" y="205817"/>
                  <a:pt x="9683261" y="212909"/>
                </a:cubicBezTo>
                <a:cubicBezTo>
                  <a:pt x="9683261" y="220001"/>
                  <a:pt x="9677168" y="225749"/>
                  <a:pt x="9669650" y="225749"/>
                </a:cubicBezTo>
                <a:cubicBezTo>
                  <a:pt x="9662132" y="225749"/>
                  <a:pt x="9656038" y="220001"/>
                  <a:pt x="9656038" y="212909"/>
                </a:cubicBezTo>
                <a:cubicBezTo>
                  <a:pt x="9656038" y="205817"/>
                  <a:pt x="9662132" y="200069"/>
                  <a:pt x="9669650" y="200069"/>
                </a:cubicBezTo>
                <a:close/>
                <a:moveTo>
                  <a:pt x="9609373" y="143445"/>
                </a:moveTo>
                <a:cubicBezTo>
                  <a:pt x="9622259" y="143445"/>
                  <a:pt x="9632706" y="153985"/>
                  <a:pt x="9632706" y="166987"/>
                </a:cubicBezTo>
                <a:cubicBezTo>
                  <a:pt x="9632706" y="179987"/>
                  <a:pt x="9622259" y="190527"/>
                  <a:pt x="9609373" y="190527"/>
                </a:cubicBezTo>
                <a:cubicBezTo>
                  <a:pt x="9596486" y="190527"/>
                  <a:pt x="9586041" y="179987"/>
                  <a:pt x="9586041" y="166987"/>
                </a:cubicBezTo>
                <a:cubicBezTo>
                  <a:pt x="9586041" y="153985"/>
                  <a:pt x="9596486" y="143445"/>
                  <a:pt x="9609373" y="143445"/>
                </a:cubicBezTo>
                <a:close/>
                <a:moveTo>
                  <a:pt x="9669650" y="101921"/>
                </a:moveTo>
                <a:cubicBezTo>
                  <a:pt x="9677168" y="101921"/>
                  <a:pt x="9683261" y="107670"/>
                  <a:pt x="9683261" y="114762"/>
                </a:cubicBezTo>
                <a:cubicBezTo>
                  <a:pt x="9683261" y="121855"/>
                  <a:pt x="9677168" y="127602"/>
                  <a:pt x="9669650" y="127602"/>
                </a:cubicBezTo>
                <a:cubicBezTo>
                  <a:pt x="9662132" y="127602"/>
                  <a:pt x="9656038" y="121855"/>
                  <a:pt x="9656038" y="114762"/>
                </a:cubicBezTo>
                <a:cubicBezTo>
                  <a:pt x="9656038" y="107670"/>
                  <a:pt x="9662132" y="101921"/>
                  <a:pt x="9669650" y="101921"/>
                </a:cubicBezTo>
                <a:close/>
                <a:moveTo>
                  <a:pt x="9609373" y="50961"/>
                </a:moveTo>
                <a:cubicBezTo>
                  <a:pt x="9622259" y="50961"/>
                  <a:pt x="9632706" y="61501"/>
                  <a:pt x="9632706" y="74501"/>
                </a:cubicBezTo>
                <a:cubicBezTo>
                  <a:pt x="9632706" y="87503"/>
                  <a:pt x="9622259" y="98043"/>
                  <a:pt x="9609373" y="98043"/>
                </a:cubicBezTo>
                <a:cubicBezTo>
                  <a:pt x="9596486" y="98043"/>
                  <a:pt x="9586041" y="87503"/>
                  <a:pt x="9586041" y="74501"/>
                </a:cubicBezTo>
                <a:cubicBezTo>
                  <a:pt x="9586041" y="61501"/>
                  <a:pt x="9596486" y="50961"/>
                  <a:pt x="9609373" y="50961"/>
                </a:cubicBezTo>
                <a:close/>
                <a:moveTo>
                  <a:pt x="0" y="0"/>
                </a:moveTo>
                <a:lnTo>
                  <a:pt x="739665" y="0"/>
                </a:lnTo>
                <a:cubicBezTo>
                  <a:pt x="2800514" y="0"/>
                  <a:pt x="5636951" y="0"/>
                  <a:pt x="9540864" y="0"/>
                </a:cubicBezTo>
                <a:cubicBezTo>
                  <a:pt x="9559315" y="0"/>
                  <a:pt x="9568541" y="13999"/>
                  <a:pt x="9568541" y="27997"/>
                </a:cubicBezTo>
                <a:cubicBezTo>
                  <a:pt x="9568541" y="41996"/>
                  <a:pt x="9559315" y="55995"/>
                  <a:pt x="9540864" y="55995"/>
                </a:cubicBezTo>
                <a:cubicBezTo>
                  <a:pt x="9531638" y="55995"/>
                  <a:pt x="9522411" y="65327"/>
                  <a:pt x="9522411" y="74659"/>
                </a:cubicBezTo>
                <a:cubicBezTo>
                  <a:pt x="9522411" y="83992"/>
                  <a:pt x="9531638" y="93323"/>
                  <a:pt x="9540864" y="97990"/>
                </a:cubicBezTo>
                <a:cubicBezTo>
                  <a:pt x="9559315" y="97990"/>
                  <a:pt x="9568541" y="107321"/>
                  <a:pt x="9568541" y="121320"/>
                </a:cubicBezTo>
                <a:cubicBezTo>
                  <a:pt x="9568541" y="135319"/>
                  <a:pt x="9559315" y="149317"/>
                  <a:pt x="9545478" y="149317"/>
                </a:cubicBezTo>
                <a:cubicBezTo>
                  <a:pt x="9545478" y="149317"/>
                  <a:pt x="9545478" y="149317"/>
                  <a:pt x="9540864" y="149317"/>
                </a:cubicBezTo>
                <a:cubicBezTo>
                  <a:pt x="9531638" y="149317"/>
                  <a:pt x="9522411" y="158650"/>
                  <a:pt x="9522411" y="167982"/>
                </a:cubicBezTo>
                <a:cubicBezTo>
                  <a:pt x="9522411" y="181981"/>
                  <a:pt x="9531638" y="191313"/>
                  <a:pt x="9540864" y="191313"/>
                </a:cubicBezTo>
                <a:cubicBezTo>
                  <a:pt x="9559315" y="191313"/>
                  <a:pt x="9568541" y="200645"/>
                  <a:pt x="9568541" y="214644"/>
                </a:cubicBezTo>
                <a:cubicBezTo>
                  <a:pt x="9568541" y="233309"/>
                  <a:pt x="9559315" y="242641"/>
                  <a:pt x="9540864" y="242641"/>
                </a:cubicBezTo>
                <a:cubicBezTo>
                  <a:pt x="9531638" y="242641"/>
                  <a:pt x="9522411" y="251972"/>
                  <a:pt x="9522411" y="265971"/>
                </a:cubicBezTo>
                <a:cubicBezTo>
                  <a:pt x="9522411" y="275305"/>
                  <a:pt x="9531638" y="284636"/>
                  <a:pt x="9540864" y="284636"/>
                </a:cubicBezTo>
                <a:cubicBezTo>
                  <a:pt x="9559315" y="284636"/>
                  <a:pt x="9568541" y="298634"/>
                  <a:pt x="9568541" y="312633"/>
                </a:cubicBezTo>
                <a:cubicBezTo>
                  <a:pt x="9568541" y="326632"/>
                  <a:pt x="9559315" y="335964"/>
                  <a:pt x="9540864" y="335964"/>
                </a:cubicBezTo>
                <a:cubicBezTo>
                  <a:pt x="9540864" y="335964"/>
                  <a:pt x="9540864" y="335964"/>
                  <a:pt x="845227" y="335964"/>
                </a:cubicBezTo>
                <a:lnTo>
                  <a:pt x="0" y="335964"/>
                </a:lnTo>
                <a:close/>
              </a:path>
            </a:pathLst>
          </a:custGeom>
          <a:solidFill>
            <a:schemeClr val="tx2"/>
          </a:solidFill>
          <a:ln w="3175">
            <a:noFill/>
          </a:ln>
        </p:spPr>
        <p:txBody>
          <a:bodyPr wrap="square" lIns="990000" tIns="0" rIns="360000" bIns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500" b="0" cap="all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8268E3EA-58D2-4683-99EA-36E0C836CA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" y="449849"/>
            <a:ext cx="745715" cy="334800"/>
          </a:xfrm>
          <a:custGeom>
            <a:avLst/>
            <a:gdLst>
              <a:gd name="connsiteX0" fmla="*/ 673459 w 745715"/>
              <a:gd name="connsiteY0" fmla="*/ 237600 h 334800"/>
              <a:gd name="connsiteX1" fmla="*/ 695317 w 745715"/>
              <a:gd name="connsiteY1" fmla="*/ 259715 h 334800"/>
              <a:gd name="connsiteX2" fmla="*/ 673459 w 745715"/>
              <a:gd name="connsiteY2" fmla="*/ 281829 h 334800"/>
              <a:gd name="connsiteX3" fmla="*/ 651601 w 745715"/>
              <a:gd name="connsiteY3" fmla="*/ 259715 h 334800"/>
              <a:gd name="connsiteX4" fmla="*/ 673459 w 745715"/>
              <a:gd name="connsiteY4" fmla="*/ 237600 h 334800"/>
              <a:gd name="connsiteX5" fmla="*/ 731572 w 745715"/>
              <a:gd name="connsiteY5" fmla="*/ 200572 h 334800"/>
              <a:gd name="connsiteX6" fmla="*/ 745715 w 745715"/>
              <a:gd name="connsiteY6" fmla="*/ 214715 h 334800"/>
              <a:gd name="connsiteX7" fmla="*/ 731572 w 745715"/>
              <a:gd name="connsiteY7" fmla="*/ 228857 h 334800"/>
              <a:gd name="connsiteX8" fmla="*/ 717429 w 745715"/>
              <a:gd name="connsiteY8" fmla="*/ 214715 h 334800"/>
              <a:gd name="connsiteX9" fmla="*/ 731572 w 745715"/>
              <a:gd name="connsiteY9" fmla="*/ 200572 h 334800"/>
              <a:gd name="connsiteX10" fmla="*/ 673459 w 745715"/>
              <a:gd name="connsiteY10" fmla="*/ 142971 h 334800"/>
              <a:gd name="connsiteX11" fmla="*/ 695317 w 745715"/>
              <a:gd name="connsiteY11" fmla="*/ 165086 h 334800"/>
              <a:gd name="connsiteX12" fmla="*/ 673459 w 745715"/>
              <a:gd name="connsiteY12" fmla="*/ 187200 h 334800"/>
              <a:gd name="connsiteX13" fmla="*/ 651601 w 745715"/>
              <a:gd name="connsiteY13" fmla="*/ 165086 h 334800"/>
              <a:gd name="connsiteX14" fmla="*/ 673459 w 745715"/>
              <a:gd name="connsiteY14" fmla="*/ 142971 h 334800"/>
              <a:gd name="connsiteX15" fmla="*/ 731572 w 745715"/>
              <a:gd name="connsiteY15" fmla="*/ 102343 h 334800"/>
              <a:gd name="connsiteX16" fmla="*/ 745715 w 745715"/>
              <a:gd name="connsiteY16" fmla="*/ 116486 h 334800"/>
              <a:gd name="connsiteX17" fmla="*/ 731572 w 745715"/>
              <a:gd name="connsiteY17" fmla="*/ 130629 h 334800"/>
              <a:gd name="connsiteX18" fmla="*/ 717429 w 745715"/>
              <a:gd name="connsiteY18" fmla="*/ 116486 h 334800"/>
              <a:gd name="connsiteX19" fmla="*/ 731572 w 745715"/>
              <a:gd name="connsiteY19" fmla="*/ 102343 h 334800"/>
              <a:gd name="connsiteX20" fmla="*/ 673459 w 745715"/>
              <a:gd name="connsiteY20" fmla="*/ 47828 h 334800"/>
              <a:gd name="connsiteX21" fmla="*/ 695317 w 745715"/>
              <a:gd name="connsiteY21" fmla="*/ 69943 h 334800"/>
              <a:gd name="connsiteX22" fmla="*/ 673459 w 745715"/>
              <a:gd name="connsiteY22" fmla="*/ 92057 h 334800"/>
              <a:gd name="connsiteX23" fmla="*/ 651601 w 745715"/>
              <a:gd name="connsiteY23" fmla="*/ 69943 h 334800"/>
              <a:gd name="connsiteX24" fmla="*/ 673459 w 745715"/>
              <a:gd name="connsiteY24" fmla="*/ 47828 h 334800"/>
              <a:gd name="connsiteX25" fmla="*/ 0 w 745715"/>
              <a:gd name="connsiteY25" fmla="*/ 0 h 334800"/>
              <a:gd name="connsiteX26" fmla="*/ 603580 w 745715"/>
              <a:gd name="connsiteY26" fmla="*/ 0 h 334800"/>
              <a:gd name="connsiteX27" fmla="*/ 604804 w 745715"/>
              <a:gd name="connsiteY27" fmla="*/ 0 h 334800"/>
              <a:gd name="connsiteX28" fmla="*/ 630514 w 745715"/>
              <a:gd name="connsiteY28" fmla="*/ 25848 h 334800"/>
              <a:gd name="connsiteX29" fmla="*/ 604804 w 745715"/>
              <a:gd name="connsiteY29" fmla="*/ 51697 h 334800"/>
              <a:gd name="connsiteX30" fmla="*/ 603580 w 745715"/>
              <a:gd name="connsiteY30" fmla="*/ 51697 h 334800"/>
              <a:gd name="connsiteX31" fmla="*/ 583991 w 745715"/>
              <a:gd name="connsiteY31" fmla="*/ 72622 h 334800"/>
              <a:gd name="connsiteX32" fmla="*/ 603580 w 745715"/>
              <a:gd name="connsiteY32" fmla="*/ 93547 h 334800"/>
              <a:gd name="connsiteX33" fmla="*/ 603580 w 745715"/>
              <a:gd name="connsiteY33" fmla="*/ 94778 h 334800"/>
              <a:gd name="connsiteX34" fmla="*/ 604804 w 745715"/>
              <a:gd name="connsiteY34" fmla="*/ 94778 h 334800"/>
              <a:gd name="connsiteX35" fmla="*/ 630514 w 745715"/>
              <a:gd name="connsiteY35" fmla="*/ 120627 h 334800"/>
              <a:gd name="connsiteX36" fmla="*/ 606028 w 745715"/>
              <a:gd name="connsiteY36" fmla="*/ 146475 h 334800"/>
              <a:gd name="connsiteX37" fmla="*/ 604804 w 745715"/>
              <a:gd name="connsiteY37" fmla="*/ 146475 h 334800"/>
              <a:gd name="connsiteX38" fmla="*/ 603580 w 745715"/>
              <a:gd name="connsiteY38" fmla="*/ 146475 h 334800"/>
              <a:gd name="connsiteX39" fmla="*/ 583991 w 745715"/>
              <a:gd name="connsiteY39" fmla="*/ 167400 h 334800"/>
              <a:gd name="connsiteX40" fmla="*/ 603580 w 745715"/>
              <a:gd name="connsiteY40" fmla="*/ 188325 h 334800"/>
              <a:gd name="connsiteX41" fmla="*/ 604804 w 745715"/>
              <a:gd name="connsiteY41" fmla="*/ 188325 h 334800"/>
              <a:gd name="connsiteX42" fmla="*/ 630514 w 745715"/>
              <a:gd name="connsiteY42" fmla="*/ 214173 h 334800"/>
              <a:gd name="connsiteX43" fmla="*/ 604804 w 745715"/>
              <a:gd name="connsiteY43" fmla="*/ 241253 h 334800"/>
              <a:gd name="connsiteX44" fmla="*/ 603580 w 745715"/>
              <a:gd name="connsiteY44" fmla="*/ 240022 h 334800"/>
              <a:gd name="connsiteX45" fmla="*/ 603580 w 745715"/>
              <a:gd name="connsiteY45" fmla="*/ 241253 h 334800"/>
              <a:gd name="connsiteX46" fmla="*/ 583991 w 745715"/>
              <a:gd name="connsiteY46" fmla="*/ 262178 h 334800"/>
              <a:gd name="connsiteX47" fmla="*/ 603580 w 745715"/>
              <a:gd name="connsiteY47" fmla="*/ 283103 h 334800"/>
              <a:gd name="connsiteX48" fmla="*/ 604804 w 745715"/>
              <a:gd name="connsiteY48" fmla="*/ 283103 h 334800"/>
              <a:gd name="connsiteX49" fmla="*/ 630514 w 745715"/>
              <a:gd name="connsiteY49" fmla="*/ 308952 h 334800"/>
              <a:gd name="connsiteX50" fmla="*/ 604804 w 745715"/>
              <a:gd name="connsiteY50" fmla="*/ 334800 h 334800"/>
              <a:gd name="connsiteX51" fmla="*/ 603580 w 745715"/>
              <a:gd name="connsiteY51" fmla="*/ 334800 h 334800"/>
              <a:gd name="connsiteX52" fmla="*/ 0 w 745715"/>
              <a:gd name="connsiteY52" fmla="*/ 334800 h 334800"/>
              <a:gd name="connsiteX53" fmla="*/ 0 w 745715"/>
              <a:gd name="connsiteY53" fmla="*/ 0 h 3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745715" h="334800">
                <a:moveTo>
                  <a:pt x="673459" y="237600"/>
                </a:moveTo>
                <a:cubicBezTo>
                  <a:pt x="685530" y="237600"/>
                  <a:pt x="695317" y="247501"/>
                  <a:pt x="695317" y="259715"/>
                </a:cubicBezTo>
                <a:cubicBezTo>
                  <a:pt x="695317" y="271928"/>
                  <a:pt x="685530" y="281829"/>
                  <a:pt x="673459" y="281829"/>
                </a:cubicBezTo>
                <a:cubicBezTo>
                  <a:pt x="661388" y="281829"/>
                  <a:pt x="651601" y="271928"/>
                  <a:pt x="651601" y="259715"/>
                </a:cubicBezTo>
                <a:cubicBezTo>
                  <a:pt x="651601" y="247501"/>
                  <a:pt x="661388" y="237600"/>
                  <a:pt x="673459" y="237600"/>
                </a:cubicBezTo>
                <a:close/>
                <a:moveTo>
                  <a:pt x="731572" y="200572"/>
                </a:moveTo>
                <a:cubicBezTo>
                  <a:pt x="739383" y="200572"/>
                  <a:pt x="745715" y="206904"/>
                  <a:pt x="745715" y="214715"/>
                </a:cubicBezTo>
                <a:cubicBezTo>
                  <a:pt x="745715" y="222526"/>
                  <a:pt x="739383" y="228857"/>
                  <a:pt x="731572" y="228857"/>
                </a:cubicBezTo>
                <a:cubicBezTo>
                  <a:pt x="723761" y="228857"/>
                  <a:pt x="717429" y="222526"/>
                  <a:pt x="717429" y="214715"/>
                </a:cubicBezTo>
                <a:cubicBezTo>
                  <a:pt x="717429" y="206904"/>
                  <a:pt x="723761" y="200572"/>
                  <a:pt x="731572" y="200572"/>
                </a:cubicBezTo>
                <a:close/>
                <a:moveTo>
                  <a:pt x="673459" y="142971"/>
                </a:moveTo>
                <a:cubicBezTo>
                  <a:pt x="685530" y="142971"/>
                  <a:pt x="695317" y="152872"/>
                  <a:pt x="695317" y="165086"/>
                </a:cubicBezTo>
                <a:cubicBezTo>
                  <a:pt x="695317" y="177299"/>
                  <a:pt x="685530" y="187200"/>
                  <a:pt x="673459" y="187200"/>
                </a:cubicBezTo>
                <a:cubicBezTo>
                  <a:pt x="661388" y="187200"/>
                  <a:pt x="651601" y="177299"/>
                  <a:pt x="651601" y="165086"/>
                </a:cubicBezTo>
                <a:cubicBezTo>
                  <a:pt x="651601" y="152872"/>
                  <a:pt x="661388" y="142971"/>
                  <a:pt x="673459" y="142971"/>
                </a:cubicBezTo>
                <a:close/>
                <a:moveTo>
                  <a:pt x="731572" y="102343"/>
                </a:moveTo>
                <a:cubicBezTo>
                  <a:pt x="739383" y="102343"/>
                  <a:pt x="745715" y="108675"/>
                  <a:pt x="745715" y="116486"/>
                </a:cubicBezTo>
                <a:cubicBezTo>
                  <a:pt x="745715" y="124297"/>
                  <a:pt x="739383" y="130629"/>
                  <a:pt x="731572" y="130629"/>
                </a:cubicBezTo>
                <a:cubicBezTo>
                  <a:pt x="723761" y="130629"/>
                  <a:pt x="717429" y="124297"/>
                  <a:pt x="717429" y="116486"/>
                </a:cubicBezTo>
                <a:cubicBezTo>
                  <a:pt x="717429" y="108675"/>
                  <a:pt x="723761" y="102343"/>
                  <a:pt x="731572" y="102343"/>
                </a:cubicBezTo>
                <a:close/>
                <a:moveTo>
                  <a:pt x="673459" y="47828"/>
                </a:moveTo>
                <a:cubicBezTo>
                  <a:pt x="685530" y="47828"/>
                  <a:pt x="695317" y="57729"/>
                  <a:pt x="695317" y="69943"/>
                </a:cubicBezTo>
                <a:cubicBezTo>
                  <a:pt x="695317" y="82156"/>
                  <a:pt x="685530" y="92057"/>
                  <a:pt x="673459" y="92057"/>
                </a:cubicBezTo>
                <a:cubicBezTo>
                  <a:pt x="661388" y="92057"/>
                  <a:pt x="651601" y="82156"/>
                  <a:pt x="651601" y="69943"/>
                </a:cubicBezTo>
                <a:cubicBezTo>
                  <a:pt x="651601" y="57729"/>
                  <a:pt x="661388" y="47828"/>
                  <a:pt x="673459" y="47828"/>
                </a:cubicBezTo>
                <a:close/>
                <a:moveTo>
                  <a:pt x="0" y="0"/>
                </a:moveTo>
                <a:cubicBezTo>
                  <a:pt x="0" y="0"/>
                  <a:pt x="0" y="0"/>
                  <a:pt x="603580" y="0"/>
                </a:cubicBezTo>
                <a:cubicBezTo>
                  <a:pt x="603580" y="0"/>
                  <a:pt x="603580" y="0"/>
                  <a:pt x="604804" y="0"/>
                </a:cubicBezTo>
                <a:cubicBezTo>
                  <a:pt x="619495" y="0"/>
                  <a:pt x="630514" y="11078"/>
                  <a:pt x="630514" y="25848"/>
                </a:cubicBezTo>
                <a:cubicBezTo>
                  <a:pt x="630514" y="40619"/>
                  <a:pt x="619495" y="51697"/>
                  <a:pt x="604804" y="51697"/>
                </a:cubicBezTo>
                <a:cubicBezTo>
                  <a:pt x="604804" y="51697"/>
                  <a:pt x="603580" y="51697"/>
                  <a:pt x="603580" y="51697"/>
                </a:cubicBezTo>
                <a:cubicBezTo>
                  <a:pt x="592561" y="52928"/>
                  <a:pt x="583991" y="61544"/>
                  <a:pt x="583991" y="72622"/>
                </a:cubicBezTo>
                <a:cubicBezTo>
                  <a:pt x="583991" y="84931"/>
                  <a:pt x="592561" y="93547"/>
                  <a:pt x="603580" y="93547"/>
                </a:cubicBezTo>
                <a:cubicBezTo>
                  <a:pt x="603580" y="93547"/>
                  <a:pt x="603580" y="93547"/>
                  <a:pt x="603580" y="94778"/>
                </a:cubicBezTo>
                <a:cubicBezTo>
                  <a:pt x="603580" y="94778"/>
                  <a:pt x="604804" y="94778"/>
                  <a:pt x="604804" y="94778"/>
                </a:cubicBezTo>
                <a:cubicBezTo>
                  <a:pt x="619495" y="94778"/>
                  <a:pt x="630514" y="105856"/>
                  <a:pt x="630514" y="120627"/>
                </a:cubicBezTo>
                <a:cubicBezTo>
                  <a:pt x="630514" y="134166"/>
                  <a:pt x="619495" y="145245"/>
                  <a:pt x="606028" y="146475"/>
                </a:cubicBezTo>
                <a:cubicBezTo>
                  <a:pt x="606028" y="146475"/>
                  <a:pt x="604804" y="146475"/>
                  <a:pt x="604804" y="146475"/>
                </a:cubicBezTo>
                <a:cubicBezTo>
                  <a:pt x="604804" y="146475"/>
                  <a:pt x="603580" y="146475"/>
                  <a:pt x="603580" y="146475"/>
                </a:cubicBezTo>
                <a:cubicBezTo>
                  <a:pt x="592561" y="146475"/>
                  <a:pt x="583991" y="156322"/>
                  <a:pt x="583991" y="167400"/>
                </a:cubicBezTo>
                <a:cubicBezTo>
                  <a:pt x="583991" y="178478"/>
                  <a:pt x="592561" y="187095"/>
                  <a:pt x="603580" y="188325"/>
                </a:cubicBezTo>
                <a:cubicBezTo>
                  <a:pt x="603580" y="188325"/>
                  <a:pt x="604804" y="188325"/>
                  <a:pt x="604804" y="188325"/>
                </a:cubicBezTo>
                <a:cubicBezTo>
                  <a:pt x="619495" y="188325"/>
                  <a:pt x="630514" y="200633"/>
                  <a:pt x="630514" y="214173"/>
                </a:cubicBezTo>
                <a:cubicBezTo>
                  <a:pt x="630514" y="228945"/>
                  <a:pt x="619495" y="241253"/>
                  <a:pt x="604804" y="241253"/>
                </a:cubicBezTo>
                <a:cubicBezTo>
                  <a:pt x="604804" y="241253"/>
                  <a:pt x="603580" y="240022"/>
                  <a:pt x="603580" y="240022"/>
                </a:cubicBezTo>
                <a:cubicBezTo>
                  <a:pt x="603580" y="240022"/>
                  <a:pt x="603580" y="240022"/>
                  <a:pt x="603580" y="241253"/>
                </a:cubicBezTo>
                <a:cubicBezTo>
                  <a:pt x="592561" y="241253"/>
                  <a:pt x="583991" y="251100"/>
                  <a:pt x="583991" y="262178"/>
                </a:cubicBezTo>
                <a:cubicBezTo>
                  <a:pt x="583991" y="273256"/>
                  <a:pt x="592561" y="281872"/>
                  <a:pt x="603580" y="283103"/>
                </a:cubicBezTo>
                <a:cubicBezTo>
                  <a:pt x="603580" y="283103"/>
                  <a:pt x="604804" y="283103"/>
                  <a:pt x="604804" y="283103"/>
                </a:cubicBezTo>
                <a:cubicBezTo>
                  <a:pt x="619495" y="283103"/>
                  <a:pt x="630514" y="294181"/>
                  <a:pt x="630514" y="308952"/>
                </a:cubicBezTo>
                <a:cubicBezTo>
                  <a:pt x="630514" y="323722"/>
                  <a:pt x="619495" y="334800"/>
                  <a:pt x="604804" y="334800"/>
                </a:cubicBezTo>
                <a:cubicBezTo>
                  <a:pt x="604804" y="334800"/>
                  <a:pt x="604804" y="334800"/>
                  <a:pt x="603580" y="334800"/>
                </a:cubicBezTo>
                <a:cubicBezTo>
                  <a:pt x="603580" y="334800"/>
                  <a:pt x="603580" y="334800"/>
                  <a:pt x="0" y="334800"/>
                </a:cubicBezTo>
                <a:cubicBezTo>
                  <a:pt x="0" y="334800"/>
                  <a:pt x="0" y="334800"/>
                  <a:pt x="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257223AC-9555-4A04-BCAD-D73603C5E65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‹#›</a:t>
            </a:fld>
            <a:endParaRPr lang="en-US" b="0" noProof="0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C7A5F77-9A92-46CF-AF0E-296CA94F0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2" y="1337159"/>
            <a:ext cx="7127143" cy="1296000"/>
          </a:xfrm>
        </p:spPr>
        <p:txBody>
          <a:bodyPr/>
          <a:lstStyle>
            <a:lvl1pPr>
              <a:defRPr sz="2400"/>
            </a:lvl1pPr>
            <a:lvl2pPr>
              <a:buNone/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Espace réservé du texte 10">
            <a:extLst>
              <a:ext uri="{FF2B5EF4-FFF2-40B4-BE49-F238E27FC236}">
                <a16:creationId xmlns:a16="http://schemas.microsoft.com/office/drawing/2014/main" id="{66ED2081-D062-47AE-9D57-77E330A954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" y="2690850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3" name="Espace réservé du texte 10">
            <a:extLst>
              <a:ext uri="{FF2B5EF4-FFF2-40B4-BE49-F238E27FC236}">
                <a16:creationId xmlns:a16="http://schemas.microsoft.com/office/drawing/2014/main" id="{A24175A2-B90D-4CD9-8997-CD3D3F9914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5543" y="2690850"/>
            <a:ext cx="3528000" cy="3383381"/>
          </a:xfrm>
        </p:spPr>
        <p:txBody>
          <a:bodyPr/>
          <a:lstStyle>
            <a:lvl1pPr>
              <a:defRPr sz="1900"/>
            </a:lvl1pPr>
            <a:lvl2pPr>
              <a:defRPr sz="19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7EDC22B2-698E-4E5B-A0AD-BAE9A52C79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7908" y="1288067"/>
            <a:ext cx="3656872" cy="4868893"/>
          </a:xfrm>
          <a:custGeom>
            <a:avLst/>
            <a:gdLst>
              <a:gd name="connsiteX0" fmla="*/ 0 w 3656872"/>
              <a:gd name="connsiteY0" fmla="*/ 0 h 4868893"/>
              <a:gd name="connsiteX1" fmla="*/ 3656872 w 3656872"/>
              <a:gd name="connsiteY1" fmla="*/ 0 h 4868893"/>
              <a:gd name="connsiteX2" fmla="*/ 3656872 w 3656872"/>
              <a:gd name="connsiteY2" fmla="*/ 4868893 h 4868893"/>
              <a:gd name="connsiteX3" fmla="*/ 0 w 3656872"/>
              <a:gd name="connsiteY3" fmla="*/ 4868893 h 4868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872" h="4868893">
                <a:moveTo>
                  <a:pt x="0" y="0"/>
                </a:moveTo>
                <a:lnTo>
                  <a:pt x="3656872" y="0"/>
                </a:lnTo>
                <a:lnTo>
                  <a:pt x="3656872" y="4868893"/>
                </a:lnTo>
                <a:lnTo>
                  <a:pt x="0" y="486889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288000" tIns="288000" rIns="288000" bIns="288000">
            <a:noAutofit/>
          </a:bodyPr>
          <a:lstStyle>
            <a:lvl1pPr>
              <a:defRPr sz="1900">
                <a:solidFill>
                  <a:schemeClr val="bg1"/>
                </a:solidFill>
              </a:defRPr>
            </a:lvl1pPr>
            <a:lvl2pPr>
              <a:defRPr sz="19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Espace réservé de la date 3">
            <a:extLst>
              <a:ext uri="{FF2B5EF4-FFF2-40B4-BE49-F238E27FC236}">
                <a16:creationId xmlns:a16="http://schemas.microsoft.com/office/drawing/2014/main" id="{17BB64FA-D7A2-43B8-BA2E-707E63458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031A07D2-E3E5-4C24-98D5-811700423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852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637" y="2066191"/>
            <a:ext cx="10440000" cy="144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noProof="0" dirty="0"/>
              <a:t>Modifiez le style du titre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637" y="3042548"/>
            <a:ext cx="10440000" cy="24121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 noProof="0" dirty="0"/>
              <a:t>Cliquez pour modifier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  <a:endParaRPr lang="en-US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76000" y="6562800"/>
            <a:ext cx="264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1601" y="6562800"/>
            <a:ext cx="408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0399" y="6562800"/>
            <a:ext cx="72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7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47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+mj-lt"/>
        <a:buNone/>
        <a:defRPr sz="2500" b="0" kern="1200" cap="none" baseline="0">
          <a:solidFill>
            <a:schemeClr val="bg1"/>
          </a:solidFill>
          <a:latin typeface="+mn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ct val="105000"/>
        </a:lnSpc>
        <a:spcBef>
          <a:spcPts val="0"/>
        </a:spcBef>
        <a:buSzPct val="120000"/>
        <a:buFont typeface="Encode Sans" pitchFamily="2" charset="0"/>
        <a:buNone/>
        <a:defRPr sz="15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0" indent="-18000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300" kern="1200">
          <a:solidFill>
            <a:schemeClr val="bg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81" y="1535088"/>
            <a:ext cx="10800000" cy="86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081" y="2624771"/>
            <a:ext cx="10800000" cy="36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D59078-F0EA-4B2B-B92A-CB1D0AA4F8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9875" y="6489701"/>
            <a:ext cx="72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E9189E7E-002A-45E4-8AB6-64269A0A2F8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28551" y="175351"/>
            <a:ext cx="1901952" cy="782285"/>
          </a:xfrm>
          <a:prstGeom prst="rect">
            <a:avLst/>
          </a:prstGeom>
        </p:spPr>
      </p:pic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5721B4EA-BBFB-AEC3-7D0D-F8161F854D90}"/>
              </a:ext>
            </a:extLst>
          </p:cNvPr>
          <p:cNvSpPr txBox="1">
            <a:spLocks/>
          </p:cNvSpPr>
          <p:nvPr/>
        </p:nvSpPr>
        <p:spPr>
          <a:xfrm>
            <a:off x="4567877" y="6489701"/>
            <a:ext cx="2838764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solidFill>
                  <a:schemeClr val="bg1">
                    <a:lumMod val="75000"/>
                  </a:schemeClr>
                </a:solidFill>
                <a:latin typeface="Encode Sans SemiCondensed Medium" pitchFamily="2" charset="77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6144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713" r:id="rId14"/>
  </p:sldLayoutIdLst>
  <p:hf hdr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tx2"/>
          </a:solidFill>
          <a:latin typeface="+mj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7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0" algn="l" defTabSz="685800" rtl="0" eaLnBrk="1" latinLnBrk="0" hangingPunct="1">
        <a:lnSpc>
          <a:spcPct val="105000"/>
        </a:lnSpc>
        <a:spcBef>
          <a:spcPts val="700"/>
        </a:spcBef>
        <a:buSzPct val="120000"/>
        <a:buFont typeface="Encode Sans" pitchFamily="2" charset="0"/>
        <a:buNone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0" algn="l" defTabSz="685800" rtl="0" eaLnBrk="1" latinLnBrk="0" hangingPunct="1">
        <a:lnSpc>
          <a:spcPct val="105000"/>
        </a:lnSpc>
        <a:spcBef>
          <a:spcPts val="400"/>
        </a:spcBef>
        <a:buFont typeface="Encode Sans" pitchFamily="2" charset="0"/>
        <a:buNone/>
        <a:defRPr sz="1400" b="0" kern="1200">
          <a:solidFill>
            <a:schemeClr val="accent1"/>
          </a:solidFill>
          <a:latin typeface="+mj-lt"/>
          <a:ea typeface="+mn-ea"/>
          <a:cs typeface="+mn-cs"/>
        </a:defRPr>
      </a:lvl4pPr>
      <a:lvl5pPr marL="360000" indent="-144000" algn="l" defTabSz="685800" rtl="0" eaLnBrk="1" latinLnBrk="0" hangingPunct="1">
        <a:lnSpc>
          <a:spcPct val="105000"/>
        </a:lnSpc>
        <a:spcBef>
          <a:spcPts val="4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81" y="1535088"/>
            <a:ext cx="10800000" cy="86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081" y="2624771"/>
            <a:ext cx="10800000" cy="36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 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B74129-F7BE-4703-924F-ACEA71B25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40992" y="6489701"/>
            <a:ext cx="445008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9875" y="6489701"/>
            <a:ext cx="72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CC1FEF88-CD0C-5623-EA8C-88BB862704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28551" y="175351"/>
            <a:ext cx="1901952" cy="782285"/>
          </a:xfrm>
          <a:prstGeom prst="rect">
            <a:avLst/>
          </a:prstGeom>
        </p:spPr>
      </p:pic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C260796E-4253-B2DF-8AA1-07F8DC825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92352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D3737F36-917C-AB7E-39A3-BD680FFB7063}"/>
              </a:ext>
            </a:extLst>
          </p:cNvPr>
          <p:cNvSpPr txBox="1">
            <a:spLocks/>
          </p:cNvSpPr>
          <p:nvPr/>
        </p:nvSpPr>
        <p:spPr>
          <a:xfrm>
            <a:off x="4567877" y="6489701"/>
            <a:ext cx="2838764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solidFill>
                  <a:schemeClr val="bg1">
                    <a:lumMod val="75000"/>
                  </a:schemeClr>
                </a:solidFill>
                <a:latin typeface="Encode Sans SemiCondensed Medium" pitchFamily="2" charset="77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65494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hf hdr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tx2"/>
          </a:solidFill>
          <a:latin typeface="+mj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7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0" algn="l" defTabSz="685800" rtl="0" eaLnBrk="1" latinLnBrk="0" hangingPunct="1">
        <a:lnSpc>
          <a:spcPct val="105000"/>
        </a:lnSpc>
        <a:spcBef>
          <a:spcPts val="700"/>
        </a:spcBef>
        <a:buSzPct val="120000"/>
        <a:buFont typeface="Encode Sans" pitchFamily="2" charset="0"/>
        <a:buNone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0" algn="l" defTabSz="685800" rtl="0" eaLnBrk="1" latinLnBrk="0" hangingPunct="1">
        <a:lnSpc>
          <a:spcPct val="105000"/>
        </a:lnSpc>
        <a:spcBef>
          <a:spcPts val="400"/>
        </a:spcBef>
        <a:buFont typeface="Encode Sans" pitchFamily="2" charset="0"/>
        <a:buNone/>
        <a:defRPr sz="1400" b="0" kern="1200">
          <a:solidFill>
            <a:schemeClr val="accent1"/>
          </a:solidFill>
          <a:latin typeface="+mj-lt"/>
          <a:ea typeface="+mn-ea"/>
          <a:cs typeface="+mn-cs"/>
        </a:defRPr>
      </a:lvl4pPr>
      <a:lvl5pPr marL="360000" indent="-144000" algn="l" defTabSz="685800" rtl="0" eaLnBrk="1" latinLnBrk="0" hangingPunct="1">
        <a:lnSpc>
          <a:spcPct val="105000"/>
        </a:lnSpc>
        <a:spcBef>
          <a:spcPts val="400"/>
        </a:spcBef>
        <a:buClr>
          <a:schemeClr val="accent3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798E53-107F-468D-A86A-B9E27C8F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81" y="1535088"/>
            <a:ext cx="10800000" cy="864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116353-A2DB-400D-836D-10B770C82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081" y="2624771"/>
            <a:ext cx="10800000" cy="3600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1B493F-9EAA-4161-9132-F480E263F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9875" y="6489701"/>
            <a:ext cx="720000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fld id="{975A587B-5814-4D9B-9598-FE9CB954CB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DA2D54AB-1421-4EDB-ACB2-C96395FAD8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6100" y="6489701"/>
            <a:ext cx="1288737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049287FC-C8D3-4EBF-9ECE-86A90FFAA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34836" y="6489701"/>
            <a:ext cx="4454869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 b="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9F678916-03E8-824D-449D-FDD002581AE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28551" y="175351"/>
            <a:ext cx="1901952" cy="782285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465315-236D-5787-ECA5-8D3D8005EB6C}"/>
              </a:ext>
            </a:extLst>
          </p:cNvPr>
          <p:cNvSpPr txBox="1">
            <a:spLocks/>
          </p:cNvSpPr>
          <p:nvPr/>
        </p:nvSpPr>
        <p:spPr>
          <a:xfrm>
            <a:off x="4567877" y="6489701"/>
            <a:ext cx="2838764" cy="216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0" dirty="0">
                <a:solidFill>
                  <a:schemeClr val="bg1">
                    <a:lumMod val="75000"/>
                  </a:schemeClr>
                </a:solidFill>
                <a:latin typeface="Encode Sans SemiCondensed Medium" pitchFamily="2" charset="77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1105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0" kern="1200">
          <a:solidFill>
            <a:schemeClr val="tx2"/>
          </a:solidFill>
          <a:latin typeface="+mj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5000"/>
        </a:lnSpc>
        <a:spcBef>
          <a:spcPts val="700"/>
        </a:spcBef>
        <a:buClr>
          <a:schemeClr val="accent4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216000" indent="0" algn="l" defTabSz="685800" rtl="0" eaLnBrk="1" latinLnBrk="0" hangingPunct="1">
        <a:lnSpc>
          <a:spcPct val="105000"/>
        </a:lnSpc>
        <a:spcBef>
          <a:spcPts val="700"/>
        </a:spcBef>
        <a:buSzPct val="120000"/>
        <a:buFont typeface="Encode Sans" pitchFamily="2" charset="0"/>
        <a:buNone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16000" indent="0" algn="l" defTabSz="685800" rtl="0" eaLnBrk="1" latinLnBrk="0" hangingPunct="1">
        <a:lnSpc>
          <a:spcPct val="105000"/>
        </a:lnSpc>
        <a:spcBef>
          <a:spcPts val="400"/>
        </a:spcBef>
        <a:buFont typeface="Encode Sans" pitchFamily="2" charset="0"/>
        <a:buNone/>
        <a:defRPr sz="1400" b="0" kern="1200">
          <a:solidFill>
            <a:schemeClr val="accent1"/>
          </a:solidFill>
          <a:latin typeface="+mj-lt"/>
          <a:ea typeface="+mn-ea"/>
          <a:cs typeface="+mn-cs"/>
        </a:defRPr>
      </a:lvl4pPr>
      <a:lvl5pPr marL="360000" indent="-144000" algn="l" defTabSz="685800" rtl="0" eaLnBrk="1" latinLnBrk="0" hangingPunct="1">
        <a:lnSpc>
          <a:spcPct val="105000"/>
        </a:lnSpc>
        <a:spcBef>
          <a:spcPts val="400"/>
        </a:spcBef>
        <a:buClr>
          <a:schemeClr val="accent4"/>
        </a:buClr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de/illustrations/wordcloud-tagcloud-wolke-text-679949/" TargetMode="External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cedec.intef.es/acollida-julia/" TargetMode="External"/><Relationship Id="rId5" Type="http://schemas.openxmlformats.org/officeDocument/2006/relationships/image" Target="../media/image23.png"/><Relationship Id="rId4" Type="http://schemas.openxmlformats.org/officeDocument/2006/relationships/hyperlink" Target="https://openclipart.org/detail/74875" TargetMode="External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tinyurl.com/2twd5ch4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3.sv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1595437" y="2573120"/>
            <a:ext cx="9001125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8FAFC"/>
                </a:solidFill>
                <a:latin typeface="Poppins"/>
                <a:cs typeface="Poppins"/>
                <a:sym typeface="Poppins"/>
              </a:rPr>
              <a:t>The  AI  Landscape &amp; 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8FAFC"/>
                </a:solidFill>
                <a:latin typeface="Poppins"/>
                <a:cs typeface="Poppins"/>
                <a:sym typeface="Poppins"/>
              </a:rPr>
              <a:t>Our place in it</a:t>
            </a:r>
            <a:endParaRPr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70E48C-C81B-AAAF-D46C-9651E79449E9}"/>
              </a:ext>
            </a:extLst>
          </p:cNvPr>
          <p:cNvSpPr txBox="1"/>
          <p:nvPr/>
        </p:nvSpPr>
        <p:spPr>
          <a:xfrm>
            <a:off x="375975" y="5537476"/>
            <a:ext cx="2074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Nader Afshar</a:t>
            </a:r>
          </a:p>
          <a:p>
            <a:r>
              <a:rPr lang="en-US" dirty="0">
                <a:solidFill>
                  <a:schemeClr val="bg1"/>
                </a:solidFill>
              </a:rPr>
              <a:t>04/02/2026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1B2FFE-CC96-5763-4FFB-C95DE0AF6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B95C6-F3C5-9659-CD25-113D435CC5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15FF2-F19F-CB90-BEBF-DB694B1FA8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000" y="1629000"/>
            <a:ext cx="10800000" cy="3600000"/>
          </a:xfrm>
        </p:spPr>
        <p:txBody>
          <a:bodyPr/>
          <a:lstStyle/>
          <a:p>
            <a:pPr marL="558900" lvl="1" indent="-342900"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AI Landscape :</a:t>
            </a:r>
            <a:r>
              <a:rPr lang="en-US" sz="2000" dirty="0">
                <a:solidFill>
                  <a:schemeClr val="tx1"/>
                </a:solidFill>
              </a:rPr>
              <a:t>  Core concepts: Neural Networks, NLP, RAG, Generative AI, Agents &amp; MCP</a:t>
            </a:r>
          </a:p>
          <a:p>
            <a:pPr marL="558900" lvl="1" indent="-342900"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Our Infrastructure: </a:t>
            </a:r>
            <a:r>
              <a:rPr lang="en-US" sz="2000" dirty="0">
                <a:solidFill>
                  <a:schemeClr val="tx1"/>
                </a:solidFill>
              </a:rPr>
              <a:t>  Cloud environments, observability, and AI-ready foundations</a:t>
            </a:r>
          </a:p>
          <a:p>
            <a:pPr marL="558900" lvl="1" indent="-342900"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SFS Today: </a:t>
            </a:r>
            <a:r>
              <a:rPr lang="en-US" sz="2000" dirty="0">
                <a:solidFill>
                  <a:schemeClr val="tx1"/>
                </a:solidFill>
              </a:rPr>
              <a:t>  Current SaaS landscape and in-house AI capabilities</a:t>
            </a:r>
          </a:p>
          <a:p>
            <a:pPr marL="558900" lvl="1" indent="-342900"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Current AI Posture: </a:t>
            </a:r>
            <a:r>
              <a:rPr lang="en-US" sz="2000" dirty="0">
                <a:solidFill>
                  <a:schemeClr val="tx1"/>
                </a:solidFill>
              </a:rPr>
              <a:t>  Recent Gap analysis findings and target state</a:t>
            </a:r>
          </a:p>
          <a:p>
            <a:pPr marL="558900" lvl="1" indent="-342900"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Governance &amp; Roadmap: </a:t>
            </a:r>
            <a:r>
              <a:rPr lang="en-US" sz="2000" dirty="0">
                <a:solidFill>
                  <a:schemeClr val="tx1"/>
                </a:solidFill>
              </a:rPr>
              <a:t>  Maturity model and tactical execution plan/progress</a:t>
            </a:r>
          </a:p>
          <a:p>
            <a:pPr marL="558900" lvl="1" indent="-342900">
              <a:buFont typeface="+mj-lt"/>
              <a:buAutoNum type="arabicPeriod"/>
            </a:pPr>
            <a:r>
              <a:rPr lang="en-US" sz="2000" dirty="0">
                <a:solidFill>
                  <a:srgbClr val="0070C0"/>
                </a:solidFill>
              </a:rPr>
              <a:t>How we are applying it at SFS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1E861-43E0-814C-5D93-B9DA7748C2F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962D0-37BB-956E-2332-ACE2121A66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8A603-A163-96D8-D648-E5F78E46B6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</a:t>
            </a:fld>
            <a:endParaRPr lang="en-US" b="0" noProof="0" dirty="0"/>
          </a:p>
        </p:txBody>
      </p:sp>
    </p:spTree>
    <p:extLst>
      <p:ext uri="{BB962C8B-B14F-4D97-AF65-F5344CB8AC3E}">
        <p14:creationId xmlns:p14="http://schemas.microsoft.com/office/powerpoint/2010/main" val="4151262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86EC4-4106-B093-BE86-213ED5172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/>
              <a:t>AI/ML </a:t>
            </a:r>
            <a:r>
              <a:rPr lang="en-US" cap="none" dirty="0"/>
              <a:t>is an Optimization Process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CA8063-B072-3652-189B-2143966EF2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F70DB0-5098-A30B-5D6D-BC684FF3D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00" y="1061581"/>
            <a:ext cx="4773713" cy="28841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E02190-3DAC-2735-6EA4-7706E4C46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824" y="3817183"/>
            <a:ext cx="7440063" cy="20195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4C4086-7F55-BC74-4534-1388970BD538}"/>
              </a:ext>
            </a:extLst>
          </p:cNvPr>
          <p:cNvSpPr txBox="1"/>
          <p:nvPr/>
        </p:nvSpPr>
        <p:spPr>
          <a:xfrm>
            <a:off x="5523978" y="1286491"/>
            <a:ext cx="6250488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Optimization in AI/ML is the iterative process of adjusting model weights to minimize a loss function. </a:t>
            </a:r>
          </a:p>
          <a:p>
            <a:endParaRPr lang="en-US" dirty="0"/>
          </a:p>
          <a:p>
            <a:r>
              <a:rPr lang="en-US" dirty="0"/>
              <a:t>Gradients of the loss are computed via backpropagation, and an optimizer function uses those gradients to update the weights toward a “Global” minimum.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1064A677-2B7C-95FC-5CCB-66BE7BB8E17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91054" y="2932771"/>
            <a:ext cx="4360126" cy="189570"/>
          </a:xfrm>
          <a:prstGeom prst="bentConnector3">
            <a:avLst>
              <a:gd name="adj1" fmla="val 56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05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581025" y="2764631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Architectural Complexity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277BDB-9F19-B00E-9D8D-B873C7C7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Neural Network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E1EC1-A25C-6BB9-452F-5AC9A5E0E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4AC03E-716D-1958-F96F-CA63382FC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260" y="2006356"/>
            <a:ext cx="8061715" cy="4401795"/>
          </a:xfrm>
          <a:prstGeom prst="rect">
            <a:avLst/>
          </a:prstGeom>
        </p:spPr>
      </p:pic>
      <p:sp>
        <p:nvSpPr>
          <p:cNvPr id="96" name="Google Shape;96;p14"/>
          <p:cNvSpPr txBox="1"/>
          <p:nvPr/>
        </p:nvSpPr>
        <p:spPr>
          <a:xfrm>
            <a:off x="745716" y="1364367"/>
            <a:ext cx="4304126" cy="9848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ym typeface="Inter"/>
              </a:rPr>
              <a:t>Modern AI is built on </a:t>
            </a:r>
            <a:r>
              <a:rPr lang="en-US" sz="1600" b="1" dirty="0">
                <a:sym typeface="Inter SemiBold"/>
              </a:rPr>
              <a:t>Neural Networks</a:t>
            </a:r>
            <a:r>
              <a:rPr lang="en-US" sz="1600" dirty="0">
                <a:sym typeface="Inter"/>
              </a:rPr>
              <a:t>—mathematical models inspired by the human brain. They process data through "layers" of logic to find hidden patterns.</a:t>
            </a:r>
            <a:endParaRPr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9E9C0-258B-7164-7BC3-9E9247D1DF8E}"/>
              </a:ext>
            </a:extLst>
          </p:cNvPr>
          <p:cNvSpPr txBox="1"/>
          <p:nvPr/>
        </p:nvSpPr>
        <p:spPr>
          <a:xfrm>
            <a:off x="581025" y="3156559"/>
            <a:ext cx="277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Each neuron in the first hidden layer computes: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58CDB6-4C05-AE39-1B5A-F21D29643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520" y="3850015"/>
            <a:ext cx="2076740" cy="7144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143937-96AC-A8F2-2352-F85CF3E7573A}"/>
              </a:ext>
            </a:extLst>
          </p:cNvPr>
          <p:cNvSpPr txBox="1"/>
          <p:nvPr/>
        </p:nvSpPr>
        <p:spPr>
          <a:xfrm>
            <a:off x="517107" y="4582700"/>
            <a:ext cx="2775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 Vector form: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266C2B-2A22-28E2-7E6D-6E74211D9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520" y="5019674"/>
            <a:ext cx="1600423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54FFA2-EC02-5217-CD30-30FFA4213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CNN: </a:t>
            </a:r>
            <a:r>
              <a:rPr lang="en-US" cap="none" dirty="0"/>
              <a:t>Convolutional Neural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9EAD9-D969-23BB-B79E-953C1D1A520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76425-4CFC-122E-28D4-C073EB5A38D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AA211-6A6C-E154-9775-5921CDF33D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43A97-475E-E1CB-69F7-91A4CA4758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5</a:t>
            </a:fld>
            <a:endParaRPr lang="en-US" b="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C401CB-4C85-754D-E4C0-F09713274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15"/>
          <a:stretch>
            <a:fillRect/>
          </a:stretch>
        </p:blipFill>
        <p:spPr>
          <a:xfrm>
            <a:off x="1071303" y="1304693"/>
            <a:ext cx="9478698" cy="344637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4B47BAD-0B1F-8315-AC73-078038593D18}"/>
              </a:ext>
            </a:extLst>
          </p:cNvPr>
          <p:cNvGrpSpPr/>
          <p:nvPr/>
        </p:nvGrpSpPr>
        <p:grpSpPr>
          <a:xfrm>
            <a:off x="3164235" y="4762111"/>
            <a:ext cx="5514128" cy="1015663"/>
            <a:chOff x="1168166" y="5073805"/>
            <a:chExt cx="5514128" cy="10156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498BED-BFC8-64C7-7B4D-F304DB132BBF}"/>
                </a:ext>
              </a:extLst>
            </p:cNvPr>
            <p:cNvSpPr txBox="1"/>
            <p:nvPr/>
          </p:nvSpPr>
          <p:spPr>
            <a:xfrm>
              <a:off x="1168166" y="5073805"/>
              <a:ext cx="2757064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Applications include: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Image Generation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Image analysis (X-rays, MRI, etc.)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Video Analysis &amp; Generation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Manufacturing (identify defects)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B567F1-BB7A-B9FD-51DB-305C4B1DA7A8}"/>
                </a:ext>
              </a:extLst>
            </p:cNvPr>
            <p:cNvSpPr txBox="1"/>
            <p:nvPr/>
          </p:nvSpPr>
          <p:spPr>
            <a:xfrm>
              <a:off x="3925230" y="5073805"/>
              <a:ext cx="2757064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Autonomous Driving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Auto Checkout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Visual Search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/>
                <a:t>Face Recognition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7872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B738B5B-4272-FDD8-B94C-C4605CD77687}"/>
              </a:ext>
            </a:extLst>
          </p:cNvPr>
          <p:cNvGrpSpPr/>
          <p:nvPr/>
        </p:nvGrpSpPr>
        <p:grpSpPr>
          <a:xfrm>
            <a:off x="332162" y="1581121"/>
            <a:ext cx="5090635" cy="615553"/>
            <a:chOff x="581025" y="1386461"/>
            <a:chExt cx="5090635" cy="615553"/>
          </a:xfrm>
        </p:grpSpPr>
        <p:sp>
          <p:nvSpPr>
            <p:cNvPr id="105" name="Google Shape;105;p15"/>
            <p:cNvSpPr txBox="1"/>
            <p:nvPr/>
          </p:nvSpPr>
          <p:spPr>
            <a:xfrm>
              <a:off x="681037" y="1386461"/>
              <a:ext cx="4990623" cy="6155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NLP &amp; THE "ATTENTION" 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 dirty="0">
                  <a:solidFill>
                    <a:srgbClr val="10B981"/>
                  </a:solidFill>
                  <a:latin typeface="Poppins"/>
                  <a:ea typeface="Poppins"/>
                  <a:cs typeface="Poppins"/>
                  <a:sym typeface="Poppins"/>
                </a:rPr>
                <a:t>SHIFT</a:t>
              </a:r>
              <a:endParaRPr sz="1100" dirty="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581025" y="1417517"/>
              <a:ext cx="45719" cy="584497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5"/>
          <p:cNvSpPr txBox="1"/>
          <p:nvPr/>
        </p:nvSpPr>
        <p:spPr>
          <a:xfrm>
            <a:off x="581025" y="3152775"/>
            <a:ext cx="519064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Understanding Context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5748" y="926926"/>
            <a:ext cx="5806727" cy="59405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23DD4-3C2F-FA8E-2BA9-634A0C7C5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NLP – </a:t>
            </a:r>
            <a:r>
              <a:rPr lang="en-US" cap="none" dirty="0"/>
              <a:t>Natural Language Processing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33818-10E7-7A90-CEB7-7106CCB80B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E6A1F2-2614-8FCD-A7AA-C19FC2724135}"/>
              </a:ext>
            </a:extLst>
          </p:cNvPr>
          <p:cNvSpPr txBox="1"/>
          <p:nvPr/>
        </p:nvSpPr>
        <p:spPr>
          <a:xfrm>
            <a:off x="129637" y="2855934"/>
            <a:ext cx="5966363" cy="23083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NLP allows computers to process human language. The major breakthrough was the </a:t>
            </a:r>
            <a:r>
              <a:rPr lang="en-US" sz="1600" b="1" dirty="0"/>
              <a:t>Attention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Instead of reading word-by-word, the model looks at the whole sentence and "attends" to the most relevant words to understand context.</a:t>
            </a:r>
          </a:p>
          <a:p>
            <a:endParaRPr lang="en-US" sz="1600" dirty="0"/>
          </a:p>
          <a:p>
            <a:r>
              <a:rPr lang="en-US" sz="1600" dirty="0"/>
              <a:t>the difference between a "financial bank" and a "river bank."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AC950-50F7-5276-98D6-DC5935D55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Multi-Modal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2D288-EA06-D0E1-5893-8C39E122E9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5FEA10-B898-2DA4-D340-E9E5ABEAB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024" y="1102290"/>
            <a:ext cx="10069627" cy="512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7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79A53-A83D-25A2-5EB5-ADA4F3C17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Classifications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6EBF5-4154-445A-6BE0-9EF8D125081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8A82C2-B875-6CA3-EFCA-ACD1B0A7A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687" y="1215025"/>
            <a:ext cx="8589031" cy="47488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1F4FA2-E4A5-72D7-0F17-A1050BA30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What is </a:t>
            </a:r>
            <a:r>
              <a:rPr lang="en-US" dirty="0"/>
              <a:t>RAG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858A9-1F73-327F-1613-BDB5AD0A1B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1DB34-8494-73FE-C3D7-7F119FF646F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DB7E2-7685-51B7-38C2-FDA3779B11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8EE7D-5CE5-CE67-EF22-A1FA99A0BAC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9</a:t>
            </a:fld>
            <a:endParaRPr lang="en-US" b="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8D6918-A7BF-8F83-F941-B91EFC5F1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62" y="972407"/>
            <a:ext cx="5620748" cy="24565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33F4F0-67BC-BD88-A93C-21F555F35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424" y="3671210"/>
            <a:ext cx="5586786" cy="255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6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B465FF-C78C-D387-1E93-71C582E6B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Multimodal Vectorization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15CA9-5CC5-4EB2-B038-F8C4BA461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7C181-6BBC-B289-5DBD-CDB5FFB432C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96183-0964-4F08-6002-0EAC486C616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1387A-2000-17B3-A598-26081060B0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10</a:t>
            </a:fld>
            <a:endParaRPr lang="en-US" b="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3CF887-43E8-CD68-B44B-DA1BAA05C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751" y="1149617"/>
            <a:ext cx="9011908" cy="525853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0EFC7A2-C11E-3750-494D-6A89188781BE}"/>
              </a:ext>
            </a:extLst>
          </p:cNvPr>
          <p:cNvGrpSpPr/>
          <p:nvPr/>
        </p:nvGrpSpPr>
        <p:grpSpPr>
          <a:xfrm>
            <a:off x="850213" y="1545127"/>
            <a:ext cx="555813" cy="2092630"/>
            <a:chOff x="546099" y="1992487"/>
            <a:chExt cx="555813" cy="209263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F04B7D-B46B-C4C8-DFD7-1E11AADC0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590854" y="1992487"/>
              <a:ext cx="335964" cy="33596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B10A43-6CBA-2F8D-1060-8245B153D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546100" y="2451177"/>
              <a:ext cx="442018" cy="39154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35FEF99-3057-3AF3-79D3-BBDB21E25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546100" y="3052669"/>
              <a:ext cx="555812" cy="37633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B130E97-3091-972A-B68F-B899D356E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13036" t="19576"/>
            <a:stretch>
              <a:fillRect/>
            </a:stretch>
          </p:blipFill>
          <p:spPr>
            <a:xfrm>
              <a:off x="546099" y="3638947"/>
              <a:ext cx="555813" cy="446170"/>
            </a:xfrm>
            <a:prstGeom prst="rect">
              <a:avLst/>
            </a:prstGeom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FBB7130-A1A3-993F-71A0-096923B42A28}"/>
              </a:ext>
            </a:extLst>
          </p:cNvPr>
          <p:cNvSpPr/>
          <p:nvPr/>
        </p:nvSpPr>
        <p:spPr>
          <a:xfrm>
            <a:off x="690579" y="1422400"/>
            <a:ext cx="744742" cy="23255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6A0EA6-226B-0E36-A408-E3D74809DB24}"/>
              </a:ext>
            </a:extLst>
          </p:cNvPr>
          <p:cNvCxnSpPr/>
          <p:nvPr/>
        </p:nvCxnSpPr>
        <p:spPr>
          <a:xfrm>
            <a:off x="1435321" y="2395362"/>
            <a:ext cx="69686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A7C044F-0F3B-0198-82CE-5C23DAB5F754}"/>
              </a:ext>
            </a:extLst>
          </p:cNvPr>
          <p:cNvSpPr txBox="1"/>
          <p:nvPr/>
        </p:nvSpPr>
        <p:spPr>
          <a:xfrm>
            <a:off x="5404439" y="5120083"/>
            <a:ext cx="963325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Extract data from images</a:t>
            </a:r>
          </a:p>
        </p:txBody>
      </p:sp>
    </p:spTree>
    <p:extLst>
      <p:ext uri="{BB962C8B-B14F-4D97-AF65-F5344CB8AC3E}">
        <p14:creationId xmlns:p14="http://schemas.microsoft.com/office/powerpoint/2010/main" val="747842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075" y="1730671"/>
            <a:ext cx="5210175" cy="301525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6381750" y="2550318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Beyond Analysis to Creation</a:t>
            </a: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39B94D0-05B0-3507-A0A3-8FC47412D7F9}"/>
              </a:ext>
            </a:extLst>
          </p:cNvPr>
          <p:cNvGrpSpPr/>
          <p:nvPr/>
        </p:nvGrpSpPr>
        <p:grpSpPr>
          <a:xfrm>
            <a:off x="6362699" y="3568736"/>
            <a:ext cx="5229226" cy="759513"/>
            <a:chOff x="6362699" y="4076833"/>
            <a:chExt cx="5229226" cy="759513"/>
          </a:xfrm>
        </p:grpSpPr>
        <p:sp>
          <p:nvSpPr>
            <p:cNvPr id="135" name="Google Shape;135;p17"/>
            <p:cNvSpPr txBox="1"/>
            <p:nvPr/>
          </p:nvSpPr>
          <p:spPr>
            <a:xfrm>
              <a:off x="6362699" y="4076833"/>
              <a:ext cx="5229225" cy="328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9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Instant marketing assets and high-fidelity video.</a:t>
              </a:r>
              <a:endParaRPr dirty="0"/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6362700" y="4507410"/>
              <a:ext cx="5229225" cy="328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62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25" b="0" i="0" u="none" strike="noStrike" cap="none" dirty="0">
                  <a:latin typeface="Inter"/>
                  <a:ea typeface="Inter"/>
                  <a:cs typeface="Inter"/>
                  <a:sym typeface="Inter"/>
                </a:rPr>
                <a:t>Creating digital twins for urban planning or manufacturing.</a:t>
              </a:r>
              <a:endParaRPr dirty="0"/>
            </a:p>
          </p:txBody>
        </p:sp>
        <p:pic>
          <p:nvPicPr>
            <p:cNvPr id="137" name="Google Shape;137;p17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62699" y="4182332"/>
              <a:ext cx="200025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81750" y="4645818"/>
              <a:ext cx="133350" cy="190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0BCBA3-2ACB-E9B5-3E3B-AFB115299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Generative</a:t>
            </a:r>
            <a:r>
              <a:rPr lang="en-US" dirty="0"/>
              <a:t> AI </a:t>
            </a:r>
            <a:r>
              <a:rPr lang="en-US" cap="none" dirty="0"/>
              <a:t>(Text, Image &amp; Video)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D39A5F-AA03-2C77-49D3-EF4C0EEA5C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F105D-65A5-CB34-9F6F-5EE49264CA06}"/>
              </a:ext>
            </a:extLst>
          </p:cNvPr>
          <p:cNvSpPr txBox="1"/>
          <p:nvPr/>
        </p:nvSpPr>
        <p:spPr>
          <a:xfrm>
            <a:off x="6249965" y="1730671"/>
            <a:ext cx="440316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Inter"/>
              </a:rPr>
              <a:t>Generative techniques don't just sort data, they build it. </a:t>
            </a:r>
          </a:p>
          <a:p>
            <a:endParaRPr lang="en-US" dirty="0">
              <a:sym typeface="Inter"/>
            </a:endParaRPr>
          </a:p>
          <a:p>
            <a:r>
              <a:rPr lang="en-US" dirty="0">
                <a:sym typeface="Inter"/>
              </a:rPr>
              <a:t>By learning the "rules" of art and physics, they create high-fidelity assets from a single prompt.</a:t>
            </a:r>
            <a:endParaRPr lang="en-US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066" y="1158200"/>
            <a:ext cx="3366313" cy="320257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4691170" y="1158200"/>
            <a:ext cx="52292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ym typeface="Inter"/>
              </a:rPr>
              <a:t>You don't need to rebuild an LLM to make it expert in your business. </a:t>
            </a:r>
            <a:r>
              <a:rPr lang="en-US" dirty="0">
                <a:sym typeface="Inter SemiBold"/>
              </a:rPr>
              <a:t> Simply add an </a:t>
            </a:r>
            <a:r>
              <a:rPr lang="en-US" b="1" dirty="0">
                <a:solidFill>
                  <a:srgbClr val="C00000"/>
                </a:solidFill>
                <a:sym typeface="Inter SemiBold"/>
              </a:rPr>
              <a:t>adapter</a:t>
            </a:r>
            <a:endParaRPr b="1" dirty="0">
              <a:solidFill>
                <a:srgbClr val="C00000"/>
              </a:solidFill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691171" y="3222446"/>
            <a:ext cx="52292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C00000"/>
                </a:solidFill>
                <a:sym typeface="Inter SemiBold"/>
              </a:rPr>
              <a:t>Quantization</a:t>
            </a:r>
            <a:r>
              <a:rPr lang="en-US" dirty="0">
                <a:sym typeface="Inter"/>
              </a:rPr>
              <a:t> further compresses this math (4-bit data), allowing state-of-the-art models to be customized and served on computes as small as a single GPU.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325263-A977-D63E-965B-B44B41B6FD82}"/>
              </a:ext>
            </a:extLst>
          </p:cNvPr>
          <p:cNvGrpSpPr/>
          <p:nvPr/>
        </p:nvGrpSpPr>
        <p:grpSpPr>
          <a:xfrm>
            <a:off x="4691172" y="1891908"/>
            <a:ext cx="5229225" cy="1070818"/>
            <a:chOff x="6381750" y="3460253"/>
            <a:chExt cx="5229225" cy="1070818"/>
          </a:xfrm>
        </p:grpSpPr>
        <p:pic>
          <p:nvPicPr>
            <p:cNvPr id="158" name="Google Shape;158;p19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381750" y="3460253"/>
              <a:ext cx="5229225" cy="10708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9"/>
            <p:cNvSpPr txBox="1"/>
            <p:nvPr/>
          </p:nvSpPr>
          <p:spPr>
            <a:xfrm>
              <a:off x="6657975" y="3698378"/>
              <a:ext cx="4714875" cy="257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The Efficiency Secret:</a:t>
              </a:r>
              <a:endParaRPr/>
            </a:p>
          </p:txBody>
        </p:sp>
        <p:pic>
          <p:nvPicPr>
            <p:cNvPr id="164" name="Google Shape;164;p19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657975" y="4050803"/>
              <a:ext cx="4004518" cy="2421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3FCBC-6CE9-0885-D30B-1E3AE1C76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LoRA &amp; QLoRA Fine Tuning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42EAC-C996-F1C3-7899-605C7A9662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ABCC43-8B01-2311-E86B-4E52DF8405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716" y="4456027"/>
            <a:ext cx="5126869" cy="20520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678088-0A90-BD3A-D5BD-F0866C9C4AF6}"/>
              </a:ext>
            </a:extLst>
          </p:cNvPr>
          <p:cNvSpPr txBox="1"/>
          <p:nvPr/>
        </p:nvSpPr>
        <p:spPr>
          <a:xfrm>
            <a:off x="6220046" y="4888169"/>
            <a:ext cx="4199861" cy="92333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Matrix decomposition changes the large </a:t>
            </a:r>
            <a:r>
              <a:rPr lang="en-US" dirty="0" err="1"/>
              <a:t>AxB</a:t>
            </a:r>
            <a:r>
              <a:rPr lang="en-US" dirty="0"/>
              <a:t> matrix into two smaller </a:t>
            </a:r>
            <a:r>
              <a:rPr lang="en-US" dirty="0" err="1"/>
              <a:t>Axr</a:t>
            </a:r>
            <a:r>
              <a:rPr lang="en-US" dirty="0"/>
              <a:t> &amp; </a:t>
            </a:r>
            <a:r>
              <a:rPr lang="en-US" dirty="0" err="1"/>
              <a:t>rxB</a:t>
            </a:r>
            <a:r>
              <a:rPr lang="en-US" dirty="0"/>
              <a:t> so they can be multiplied far faster.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59D65C-FCBE-695B-CB0C-62F0E207A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Age of Semantic Communication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42A79-098D-C356-D0EE-15891418B3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85D78-AA09-1652-667F-32FC69E545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6C91E-99E2-9EF6-40D1-279100FFCBE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6F439-2574-CAB1-2A27-F79CC7FE15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13</a:t>
            </a:fld>
            <a:endParaRPr lang="en-US" b="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B467E4-F452-DCE4-86A6-74B9534BB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160" y="1777793"/>
            <a:ext cx="7575951" cy="371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83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/>
        </p:nvSpPr>
        <p:spPr>
          <a:xfrm>
            <a:off x="581025" y="2714625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Orchestrated Agents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828675" y="4514850"/>
            <a:ext cx="11334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Business Case: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467D2-117B-E841-228B-4ADAC9AA4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Orchestration of Agents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4DBB8-7CAF-DE1A-648E-9C67A74968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8B836C-ABB5-B496-4E0B-AD4B29D11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49" y="784649"/>
            <a:ext cx="9013081" cy="45461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FA1BAE-FB6A-3216-6358-4AA5E07C432F}"/>
              </a:ext>
            </a:extLst>
          </p:cNvPr>
          <p:cNvSpPr txBox="1"/>
          <p:nvPr/>
        </p:nvSpPr>
        <p:spPr>
          <a:xfrm>
            <a:off x="581024" y="5898615"/>
            <a:ext cx="50181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Ref: </a:t>
            </a:r>
            <a:r>
              <a:rPr lang="en-US" sz="1400" dirty="0">
                <a:hlinkClick r:id="rId4"/>
              </a:rPr>
              <a:t>https://tinyurl.com/2twd5ch4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18FB4-9B0D-9453-210F-FE690C66DB4B}"/>
              </a:ext>
            </a:extLst>
          </p:cNvPr>
          <p:cNvSpPr txBox="1"/>
          <p:nvPr/>
        </p:nvSpPr>
        <p:spPr>
          <a:xfrm>
            <a:off x="4841632" y="4534293"/>
            <a:ext cx="6642419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Orchestration based on existing business processes modeled in Nintex – </a:t>
            </a:r>
            <a:r>
              <a:rPr lang="en-US" dirty="0">
                <a:solidFill>
                  <a:srgbClr val="C00000"/>
                </a:solidFill>
              </a:rPr>
              <a:t>Ryan Kerekes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F7078D-165C-6DCC-7EAC-6B66F3CD9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The Integration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310E3-3A07-D0A7-A287-A19DC292F8A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097A1-ED4A-A043-0530-108DD5F5E4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19731-4409-27DB-D854-F96FF49356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20DBE-DAE8-234C-8A0D-ABAE7F89B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15</a:t>
            </a:fld>
            <a:endParaRPr lang="en-US" b="0" noProof="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8080D94-E28F-4D4F-C979-A97C1A6EBEF3}"/>
              </a:ext>
            </a:extLst>
          </p:cNvPr>
          <p:cNvSpPr/>
          <p:nvPr/>
        </p:nvSpPr>
        <p:spPr>
          <a:xfrm>
            <a:off x="372858" y="2023359"/>
            <a:ext cx="2642394" cy="1853316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</a:rPr>
              <a:t>Every SaaS connection requires deep technical knowledge – </a:t>
            </a:r>
          </a:p>
          <a:p>
            <a:pPr marL="0" indent="0">
              <a:buNone/>
            </a:pPr>
            <a:r>
              <a:rPr lang="en-US" sz="1400" dirty="0">
                <a:latin typeface="Segoe UI" panose="020B0502040204020203" pitchFamily="34" charset="0"/>
              </a:rPr>
              <a:t>and breaks whenever anything changes</a:t>
            </a:r>
          </a:p>
          <a:p>
            <a:pPr marL="0" indent="0">
              <a:buNone/>
            </a:pPr>
            <a:endParaRPr lang="en-US" sz="1400" dirty="0">
              <a:latin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400" dirty="0"/>
              <a:t>SOQL: SF </a:t>
            </a:r>
            <a:r>
              <a:rPr lang="en-US" sz="1400"/>
              <a:t>Object Language</a:t>
            </a:r>
            <a:endParaRPr lang="en-US" sz="14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03482D8-992E-9053-33BB-AC4755AD43C8}"/>
              </a:ext>
            </a:extLst>
          </p:cNvPr>
          <p:cNvGrpSpPr/>
          <p:nvPr/>
        </p:nvGrpSpPr>
        <p:grpSpPr>
          <a:xfrm>
            <a:off x="3321050" y="1068372"/>
            <a:ext cx="7423150" cy="5138770"/>
            <a:chOff x="546100" y="2087881"/>
            <a:chExt cx="4976577" cy="4123957"/>
          </a:xfrm>
        </p:grpSpPr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FD63FE55-1B30-BD56-9F90-D4A45C071216}"/>
                </a:ext>
              </a:extLst>
            </p:cNvPr>
            <p:cNvSpPr/>
            <p:nvPr/>
          </p:nvSpPr>
          <p:spPr>
            <a:xfrm>
              <a:off x="546100" y="2087881"/>
              <a:ext cx="4976577" cy="4123957"/>
            </a:xfrm>
            <a:prstGeom prst="roundRect">
              <a:avLst>
                <a:gd name="adj" fmla="val 2500"/>
              </a:avLst>
            </a:prstGeom>
            <a:solidFill>
              <a:srgbClr val="1A0A06"/>
            </a:solidFill>
            <a:ln w="1524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7E85153-A3FC-4988-D0F0-0ABDDAE7593D}"/>
                </a:ext>
              </a:extLst>
            </p:cNvPr>
            <p:cNvGrpSpPr/>
            <p:nvPr/>
          </p:nvGrpSpPr>
          <p:grpSpPr>
            <a:xfrm>
              <a:off x="546100" y="2087881"/>
              <a:ext cx="4976577" cy="3952125"/>
              <a:chOff x="546100" y="2087881"/>
              <a:chExt cx="4976577" cy="3952125"/>
            </a:xfrm>
          </p:grpSpPr>
          <p:sp>
            <p:nvSpPr>
              <p:cNvPr id="12" name="Shape 6">
                <a:extLst>
                  <a:ext uri="{FF2B5EF4-FFF2-40B4-BE49-F238E27FC236}">
                    <a16:creationId xmlns:a16="http://schemas.microsoft.com/office/drawing/2014/main" id="{28CD6BEE-E3C4-4B65-391D-718C59F969FD}"/>
                  </a:ext>
                </a:extLst>
              </p:cNvPr>
              <p:cNvSpPr/>
              <p:nvPr/>
            </p:nvSpPr>
            <p:spPr>
              <a:xfrm>
                <a:off x="546100" y="2087881"/>
                <a:ext cx="4976577" cy="326480"/>
              </a:xfrm>
              <a:prstGeom prst="roundRect">
                <a:avLst>
                  <a:gd name="adj" fmla="val 26316"/>
                </a:avLst>
              </a:prstGeom>
              <a:solidFill>
                <a:srgbClr val="3A1208"/>
              </a:solidFill>
              <a:ln w="12700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7">
                <a:extLst>
                  <a:ext uri="{FF2B5EF4-FFF2-40B4-BE49-F238E27FC236}">
                    <a16:creationId xmlns:a16="http://schemas.microsoft.com/office/drawing/2014/main" id="{079EFCA1-E11D-20CF-CB0D-35930772BE45}"/>
                  </a:ext>
                </a:extLst>
              </p:cNvPr>
              <p:cNvSpPr/>
              <p:nvPr/>
            </p:nvSpPr>
            <p:spPr>
              <a:xfrm>
                <a:off x="634967" y="2122248"/>
                <a:ext cx="4798842" cy="25774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b="1" kern="0" spc="200" dirty="0">
                    <a:solidFill>
                      <a:srgbClr val="F0997B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TODAY  —  PROCEDURAL</a:t>
                </a:r>
                <a:endParaRPr lang="en-US" sz="900" dirty="0"/>
              </a:p>
            </p:txBody>
          </p:sp>
          <p:sp>
            <p:nvSpPr>
              <p:cNvPr id="14" name="Text 8">
                <a:extLst>
                  <a:ext uri="{FF2B5EF4-FFF2-40B4-BE49-F238E27FC236}">
                    <a16:creationId xmlns:a16="http://schemas.microsoft.com/office/drawing/2014/main" id="{5819BA15-B03A-859D-6CAF-9D5938232C9D}"/>
                  </a:ext>
                </a:extLst>
              </p:cNvPr>
              <p:cNvSpPr/>
              <p:nvPr/>
            </p:nvSpPr>
            <p:spPr>
              <a:xfrm>
                <a:off x="723835" y="2517460"/>
                <a:ext cx="4621107" cy="55845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600" b="1" i="1" dirty="0">
                    <a:solidFill>
                      <a:srgbClr val="FAF9F5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"Get payoff balance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b="1" i="1" dirty="0">
                    <a:solidFill>
                      <a:srgbClr val="FAF9F5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for account 123456"</a:t>
                </a:r>
                <a:endParaRPr lang="en-US" sz="1600" dirty="0"/>
              </a:p>
            </p:txBody>
          </p:sp>
          <p:sp>
            <p:nvSpPr>
              <p:cNvPr id="15" name="Text 9">
                <a:extLst>
                  <a:ext uri="{FF2B5EF4-FFF2-40B4-BE49-F238E27FC236}">
                    <a16:creationId xmlns:a16="http://schemas.microsoft.com/office/drawing/2014/main" id="{F1961405-0BA5-A259-554D-F9C61D75180D}"/>
                  </a:ext>
                </a:extLst>
              </p:cNvPr>
              <p:cNvSpPr/>
              <p:nvPr/>
            </p:nvSpPr>
            <p:spPr>
              <a:xfrm>
                <a:off x="723835" y="3136054"/>
                <a:ext cx="4621107" cy="24056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F0997B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▼  Developer must know:</a:t>
                </a:r>
                <a:endParaRPr lang="en-US" sz="1100" dirty="0"/>
              </a:p>
            </p:txBody>
          </p:sp>
          <p:sp>
            <p:nvSpPr>
              <p:cNvPr id="16" name="Shape 10">
                <a:extLst>
                  <a:ext uri="{FF2B5EF4-FFF2-40B4-BE49-F238E27FC236}">
                    <a16:creationId xmlns:a16="http://schemas.microsoft.com/office/drawing/2014/main" id="{FF7C3357-D8A4-4D1B-7CA1-3C781A5AC16E}"/>
                  </a:ext>
                </a:extLst>
              </p:cNvPr>
              <p:cNvSpPr/>
              <p:nvPr/>
            </p:nvSpPr>
            <p:spPr>
              <a:xfrm>
                <a:off x="723835" y="3410984"/>
                <a:ext cx="4621107" cy="309297"/>
              </a:xfrm>
              <a:prstGeom prst="roundRect">
                <a:avLst>
                  <a:gd name="adj" fmla="val 13889"/>
                </a:avLst>
              </a:prstGeom>
              <a:solidFill>
                <a:srgbClr val="2A0E08"/>
              </a:solidFill>
              <a:ln w="6350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 11">
                <a:extLst>
                  <a:ext uri="{FF2B5EF4-FFF2-40B4-BE49-F238E27FC236}">
                    <a16:creationId xmlns:a16="http://schemas.microsoft.com/office/drawing/2014/main" id="{20349143-A658-4E09-D92B-B386CA5DA013}"/>
                  </a:ext>
                </a:extLst>
              </p:cNvPr>
              <p:cNvSpPr/>
              <p:nvPr/>
            </p:nvSpPr>
            <p:spPr>
              <a:xfrm>
                <a:off x="812702" y="3436759"/>
                <a:ext cx="4443373" cy="25774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F0997B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✕  The exact REST endpoint &amp; API version</a:t>
                </a:r>
                <a:endParaRPr lang="en-US" sz="1100" dirty="0"/>
              </a:p>
            </p:txBody>
          </p:sp>
          <p:sp>
            <p:nvSpPr>
              <p:cNvPr id="18" name="Shape 12">
                <a:extLst>
                  <a:ext uri="{FF2B5EF4-FFF2-40B4-BE49-F238E27FC236}">
                    <a16:creationId xmlns:a16="http://schemas.microsoft.com/office/drawing/2014/main" id="{03E13006-388B-E354-7FEA-C4EC3C45E953}"/>
                  </a:ext>
                </a:extLst>
              </p:cNvPr>
              <p:cNvSpPr/>
              <p:nvPr/>
            </p:nvSpPr>
            <p:spPr>
              <a:xfrm>
                <a:off x="723835" y="3789013"/>
                <a:ext cx="4621107" cy="309297"/>
              </a:xfrm>
              <a:prstGeom prst="roundRect">
                <a:avLst>
                  <a:gd name="adj" fmla="val 13889"/>
                </a:avLst>
              </a:prstGeom>
              <a:solidFill>
                <a:srgbClr val="2A0E08"/>
              </a:solidFill>
              <a:ln w="6350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13">
                <a:extLst>
                  <a:ext uri="{FF2B5EF4-FFF2-40B4-BE49-F238E27FC236}">
                    <a16:creationId xmlns:a16="http://schemas.microsoft.com/office/drawing/2014/main" id="{34AFD2B7-23D9-1724-CA42-FACBC5B8B3A6}"/>
                  </a:ext>
                </a:extLst>
              </p:cNvPr>
              <p:cNvSpPr/>
              <p:nvPr/>
            </p:nvSpPr>
            <p:spPr>
              <a:xfrm>
                <a:off x="812702" y="3814788"/>
                <a:ext cx="4443373" cy="25774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F0997B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✕  The OAuth 2.0 authentication flow</a:t>
                </a:r>
                <a:endParaRPr lang="en-US" sz="1100" dirty="0"/>
              </a:p>
            </p:txBody>
          </p:sp>
          <p:sp>
            <p:nvSpPr>
              <p:cNvPr id="20" name="Shape 14">
                <a:extLst>
                  <a:ext uri="{FF2B5EF4-FFF2-40B4-BE49-F238E27FC236}">
                    <a16:creationId xmlns:a16="http://schemas.microsoft.com/office/drawing/2014/main" id="{240BBDF2-B8D3-C3A8-7B2C-BA046FD84B60}"/>
                  </a:ext>
                </a:extLst>
              </p:cNvPr>
              <p:cNvSpPr/>
              <p:nvPr/>
            </p:nvSpPr>
            <p:spPr>
              <a:xfrm>
                <a:off x="723835" y="4167043"/>
                <a:ext cx="4621107" cy="309297"/>
              </a:xfrm>
              <a:prstGeom prst="roundRect">
                <a:avLst>
                  <a:gd name="adj" fmla="val 13889"/>
                </a:avLst>
              </a:prstGeom>
              <a:solidFill>
                <a:srgbClr val="2A0E08"/>
              </a:solidFill>
              <a:ln w="6350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 15">
                <a:extLst>
                  <a:ext uri="{FF2B5EF4-FFF2-40B4-BE49-F238E27FC236}">
                    <a16:creationId xmlns:a16="http://schemas.microsoft.com/office/drawing/2014/main" id="{3131EA2B-B8CD-B14C-85DF-E3C694FA28AE}"/>
                  </a:ext>
                </a:extLst>
              </p:cNvPr>
              <p:cNvSpPr/>
              <p:nvPr/>
            </p:nvSpPr>
            <p:spPr>
              <a:xfrm>
                <a:off x="812702" y="4192818"/>
                <a:ext cx="4443373" cy="25774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F0997B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✕  SOQL query syntax</a:t>
                </a:r>
                <a:endParaRPr lang="en-US" sz="1100" dirty="0"/>
              </a:p>
            </p:txBody>
          </p:sp>
          <p:sp>
            <p:nvSpPr>
              <p:cNvPr id="22" name="Shape 16">
                <a:extLst>
                  <a:ext uri="{FF2B5EF4-FFF2-40B4-BE49-F238E27FC236}">
                    <a16:creationId xmlns:a16="http://schemas.microsoft.com/office/drawing/2014/main" id="{9FE8D830-9A0B-67B9-37B0-6C599ACAA689}"/>
                  </a:ext>
                </a:extLst>
              </p:cNvPr>
              <p:cNvSpPr/>
              <p:nvPr/>
            </p:nvSpPr>
            <p:spPr>
              <a:xfrm>
                <a:off x="723835" y="4545072"/>
                <a:ext cx="4621107" cy="309297"/>
              </a:xfrm>
              <a:prstGeom prst="roundRect">
                <a:avLst>
                  <a:gd name="adj" fmla="val 13889"/>
                </a:avLst>
              </a:prstGeom>
              <a:solidFill>
                <a:srgbClr val="2A0E08"/>
              </a:solidFill>
              <a:ln w="6350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 17">
                <a:extLst>
                  <a:ext uri="{FF2B5EF4-FFF2-40B4-BE49-F238E27FC236}">
                    <a16:creationId xmlns:a16="http://schemas.microsoft.com/office/drawing/2014/main" id="{F8AF1249-8985-760E-EB48-D8F516C42A58}"/>
                  </a:ext>
                </a:extLst>
              </p:cNvPr>
              <p:cNvSpPr/>
              <p:nvPr/>
            </p:nvSpPr>
            <p:spPr>
              <a:xfrm>
                <a:off x="812702" y="4570847"/>
                <a:ext cx="4443373" cy="25774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F0997B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✕  Salesforce custom field names</a:t>
                </a:r>
                <a:endParaRPr lang="en-US" sz="1100" dirty="0"/>
              </a:p>
            </p:txBody>
          </p:sp>
          <p:sp>
            <p:nvSpPr>
              <p:cNvPr id="24" name="Shape 18">
                <a:extLst>
                  <a:ext uri="{FF2B5EF4-FFF2-40B4-BE49-F238E27FC236}">
                    <a16:creationId xmlns:a16="http://schemas.microsoft.com/office/drawing/2014/main" id="{4C00C123-B5E1-FB6C-0DF3-10602F22C714}"/>
                  </a:ext>
                </a:extLst>
              </p:cNvPr>
              <p:cNvSpPr/>
              <p:nvPr/>
            </p:nvSpPr>
            <p:spPr>
              <a:xfrm>
                <a:off x="723835" y="4923102"/>
                <a:ext cx="4621107" cy="309297"/>
              </a:xfrm>
              <a:prstGeom prst="roundRect">
                <a:avLst>
                  <a:gd name="adj" fmla="val 13889"/>
                </a:avLst>
              </a:prstGeom>
              <a:solidFill>
                <a:srgbClr val="2A0E08"/>
              </a:solidFill>
              <a:ln w="6350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 19">
                <a:extLst>
                  <a:ext uri="{FF2B5EF4-FFF2-40B4-BE49-F238E27FC236}">
                    <a16:creationId xmlns:a16="http://schemas.microsoft.com/office/drawing/2014/main" id="{6243531C-0449-5284-3B38-F765758CD789}"/>
                  </a:ext>
                </a:extLst>
              </p:cNvPr>
              <p:cNvSpPr/>
              <p:nvPr/>
            </p:nvSpPr>
            <p:spPr>
              <a:xfrm>
                <a:off x="812702" y="4948876"/>
                <a:ext cx="4443373" cy="25774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F0997B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✕  How to parse the response envelope</a:t>
                </a:r>
                <a:endParaRPr lang="en-US" sz="1100" dirty="0"/>
              </a:p>
            </p:txBody>
          </p:sp>
          <p:sp>
            <p:nvSpPr>
              <p:cNvPr id="26" name="Shape 20">
                <a:extLst>
                  <a:ext uri="{FF2B5EF4-FFF2-40B4-BE49-F238E27FC236}">
                    <a16:creationId xmlns:a16="http://schemas.microsoft.com/office/drawing/2014/main" id="{138A0435-20DB-6C42-734E-7B79315411E0}"/>
                  </a:ext>
                </a:extLst>
              </p:cNvPr>
              <p:cNvSpPr/>
              <p:nvPr/>
            </p:nvSpPr>
            <p:spPr>
              <a:xfrm>
                <a:off x="723835" y="5301131"/>
                <a:ext cx="4621107" cy="309297"/>
              </a:xfrm>
              <a:prstGeom prst="roundRect">
                <a:avLst>
                  <a:gd name="adj" fmla="val 13889"/>
                </a:avLst>
              </a:prstGeom>
              <a:solidFill>
                <a:srgbClr val="2A0E08"/>
              </a:solidFill>
              <a:ln w="6350">
                <a:solidFill>
                  <a:srgbClr val="993C1D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 21">
                <a:extLst>
                  <a:ext uri="{FF2B5EF4-FFF2-40B4-BE49-F238E27FC236}">
                    <a16:creationId xmlns:a16="http://schemas.microsoft.com/office/drawing/2014/main" id="{95CC53DF-A18D-2E65-B467-C9154BF9F3A5}"/>
                  </a:ext>
                </a:extLst>
              </p:cNvPr>
              <p:cNvSpPr/>
              <p:nvPr/>
            </p:nvSpPr>
            <p:spPr>
              <a:xfrm>
                <a:off x="812702" y="5326906"/>
                <a:ext cx="4443373" cy="25774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F0997B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✕  Error handling &amp; token refresh logic</a:t>
                </a:r>
                <a:endParaRPr lang="en-US" sz="1100" dirty="0"/>
              </a:p>
            </p:txBody>
          </p:sp>
          <p:sp>
            <p:nvSpPr>
              <p:cNvPr id="28" name="Text 22">
                <a:extLst>
                  <a:ext uri="{FF2B5EF4-FFF2-40B4-BE49-F238E27FC236}">
                    <a16:creationId xmlns:a16="http://schemas.microsoft.com/office/drawing/2014/main" id="{7FEABCA2-3EC9-81A7-1644-CC70902D20E4}"/>
                  </a:ext>
                </a:extLst>
              </p:cNvPr>
              <p:cNvSpPr/>
              <p:nvPr/>
            </p:nvSpPr>
            <p:spPr>
              <a:xfrm>
                <a:off x="723835" y="5799442"/>
                <a:ext cx="4621107" cy="24056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00"/>
                    </a:solidFill>
                    <a:latin typeface="Segoe UI" pitchFamily="34" charset="0"/>
                    <a:ea typeface="Segoe UI" pitchFamily="34" charset="-122"/>
                    <a:cs typeface="Segoe UI" pitchFamily="34" charset="-120"/>
                  </a:rPr>
                  <a:t>Multiply this by every SaaS system you use</a:t>
                </a:r>
                <a:endParaRPr lang="en-US" sz="1100" dirty="0">
                  <a:solidFill>
                    <a:srgbClr val="FFFF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7193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7AA34C-3E1A-76AE-847E-A559623AB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Future Integration Model - MCP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6E55F-43EA-1C28-2808-102B291931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170E8-B087-3E9E-CB39-ADFE4BC7576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3F8DB-428D-599D-8728-780F3039E4A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16</a:t>
            </a:fld>
            <a:endParaRPr lang="en-US" b="0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92C709-815F-0BE6-D1A8-7EA674AA37FC}"/>
              </a:ext>
            </a:extLst>
          </p:cNvPr>
          <p:cNvGrpSpPr/>
          <p:nvPr/>
        </p:nvGrpSpPr>
        <p:grpSpPr>
          <a:xfrm>
            <a:off x="468673" y="1016023"/>
            <a:ext cx="10871202" cy="5581678"/>
            <a:chOff x="274320" y="182880"/>
            <a:chExt cx="11777472" cy="6437376"/>
          </a:xfrm>
        </p:grpSpPr>
        <p:sp>
          <p:nvSpPr>
            <p:cNvPr id="8" name="Text 2">
              <a:extLst>
                <a:ext uri="{FF2B5EF4-FFF2-40B4-BE49-F238E27FC236}">
                  <a16:creationId xmlns:a16="http://schemas.microsoft.com/office/drawing/2014/main" id="{5F9C14CE-23CB-5837-4C86-61E7F353FFBD}"/>
                </a:ext>
              </a:extLst>
            </p:cNvPr>
            <p:cNvSpPr/>
            <p:nvPr/>
          </p:nvSpPr>
          <p:spPr>
            <a:xfrm>
              <a:off x="457200" y="182880"/>
              <a:ext cx="10972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534AB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THE FUTURE OF ENTERPRISE INTEGRATION</a:t>
              </a:r>
              <a:endParaRPr lang="en-US" sz="900" dirty="0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9C318451-46B8-538E-CC92-24B892FB86DB}"/>
                </a:ext>
              </a:extLst>
            </p:cNvPr>
            <p:cNvSpPr/>
            <p:nvPr/>
          </p:nvSpPr>
          <p:spPr>
            <a:xfrm>
              <a:off x="457200" y="402336"/>
              <a:ext cx="11247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1414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Intent-driven agent communication</a:t>
              </a:r>
              <a:endParaRPr lang="en-US" sz="3400" dirty="0"/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20CBD225-9891-7443-C58C-6662EA8C796A}"/>
                </a:ext>
              </a:extLst>
            </p:cNvPr>
            <p:cNvSpPr/>
            <p:nvPr/>
          </p:nvSpPr>
          <p:spPr>
            <a:xfrm>
              <a:off x="274320" y="1097280"/>
              <a:ext cx="2286000" cy="2468880"/>
            </a:xfrm>
            <a:prstGeom prst="roundRect">
              <a:avLst>
                <a:gd name="adj" fmla="val 4800"/>
              </a:avLst>
            </a:prstGeom>
            <a:solidFill>
              <a:srgbClr val="141413"/>
            </a:solidFill>
            <a:ln w="12700">
              <a:solidFill>
                <a:srgbClr val="14141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916AC092-0477-3367-D886-6820FE13BC73}"/>
                </a:ext>
              </a:extLst>
            </p:cNvPr>
            <p:cNvSpPr/>
            <p:nvPr/>
          </p:nvSpPr>
          <p:spPr>
            <a:xfrm>
              <a:off x="274320" y="1207008"/>
              <a:ext cx="2286000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AF9F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YOUR</a:t>
              </a:r>
              <a:endParaRPr lang="en-US" sz="1400" dirty="0"/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AF9F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AGENT</a:t>
              </a:r>
              <a:endParaRPr lang="en-US" sz="1400" dirty="0"/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71C93D58-1DEA-1078-C698-C204B4944C61}"/>
                </a:ext>
              </a:extLst>
            </p:cNvPr>
            <p:cNvSpPr/>
            <p:nvPr/>
          </p:nvSpPr>
          <p:spPr>
            <a:xfrm>
              <a:off x="502920" y="1682496"/>
              <a:ext cx="1828800" cy="0"/>
            </a:xfrm>
            <a:prstGeom prst="line">
              <a:avLst/>
            </a:prstGeom>
            <a:noFill/>
            <a:ln w="6350">
              <a:solidFill>
                <a:srgbClr val="444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4ADB74FC-0F95-B58F-05DC-D7B100F0E2F9}"/>
                </a:ext>
              </a:extLst>
            </p:cNvPr>
            <p:cNvSpPr/>
            <p:nvPr/>
          </p:nvSpPr>
          <p:spPr>
            <a:xfrm>
              <a:off x="347472" y="1755648"/>
              <a:ext cx="212140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B4B2A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"Get payoff balance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i="1" dirty="0">
                  <a:solidFill>
                    <a:srgbClr val="B4B2A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for John Smith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i="1" dirty="0">
                  <a:solidFill>
                    <a:srgbClr val="B4B2A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account 123456,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i="1" dirty="0">
                  <a:solidFill>
                    <a:srgbClr val="B4B2A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return as JSON"</a:t>
              </a:r>
              <a:endParaRPr lang="en-US" sz="1100" dirty="0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CE650D65-B1C8-C6E1-06B6-5C62E622DF0B}"/>
                </a:ext>
              </a:extLst>
            </p:cNvPr>
            <p:cNvSpPr/>
            <p:nvPr/>
          </p:nvSpPr>
          <p:spPr>
            <a:xfrm>
              <a:off x="347472" y="2743200"/>
              <a:ext cx="212140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D9775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 API knowledge</a:t>
              </a:r>
              <a:endParaRPr lang="en-US" sz="1000" dirty="0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F5D285CE-6FAD-FC70-AB6A-94EC9BBAD782}"/>
                </a:ext>
              </a:extLst>
            </p:cNvPr>
            <p:cNvSpPr/>
            <p:nvPr/>
          </p:nvSpPr>
          <p:spPr>
            <a:xfrm>
              <a:off x="347472" y="2944368"/>
              <a:ext cx="2121408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D9775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required</a:t>
              </a:r>
              <a:endParaRPr lang="en-US" sz="1000" dirty="0"/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BCD7E8D9-14A4-77F9-C6A0-8192B64453C3}"/>
                </a:ext>
              </a:extLst>
            </p:cNvPr>
            <p:cNvSpPr/>
            <p:nvPr/>
          </p:nvSpPr>
          <p:spPr>
            <a:xfrm>
              <a:off x="2871216" y="2185416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F76C8D69-0FA5-7596-CFF1-D44DDEFE0A92}"/>
                </a:ext>
              </a:extLst>
            </p:cNvPr>
            <p:cNvSpPr/>
            <p:nvPr/>
          </p:nvSpPr>
          <p:spPr>
            <a:xfrm>
              <a:off x="3154680" y="1097280"/>
              <a:ext cx="2834640" cy="2468880"/>
            </a:xfrm>
            <a:prstGeom prst="roundRect">
              <a:avLst>
                <a:gd name="adj" fmla="val 4444"/>
              </a:avLst>
            </a:prstGeom>
            <a:solidFill>
              <a:srgbClr val="EEEDFE"/>
            </a:solidFill>
            <a:ln w="1905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2D0CD744-3985-3C96-38D9-2BC6D9146A97}"/>
                </a:ext>
              </a:extLst>
            </p:cNvPr>
            <p:cNvSpPr/>
            <p:nvPr/>
          </p:nvSpPr>
          <p:spPr>
            <a:xfrm>
              <a:off x="3154680" y="1207008"/>
              <a:ext cx="28346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kern="0" spc="200" dirty="0">
                  <a:solidFill>
                    <a:srgbClr val="534AB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MCP SERVER</a:t>
              </a:r>
              <a:endParaRPr lang="en-US" sz="1100" dirty="0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E743F70D-BEA8-751C-2218-C54A8B5C50E5}"/>
                </a:ext>
              </a:extLst>
            </p:cNvPr>
            <p:cNvSpPr/>
            <p:nvPr/>
          </p:nvSpPr>
          <p:spPr>
            <a:xfrm>
              <a:off x="3337560" y="1536192"/>
              <a:ext cx="2468880" cy="0"/>
            </a:xfrm>
            <a:prstGeom prst="line">
              <a:avLst/>
            </a:prstGeom>
            <a:noFill/>
            <a:ln w="635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47AB28DA-BBA5-0886-83F3-8F9A57083D01}"/>
                </a:ext>
              </a:extLst>
            </p:cNvPr>
            <p:cNvSpPr/>
            <p:nvPr/>
          </p:nvSpPr>
          <p:spPr>
            <a:xfrm>
              <a:off x="3291840" y="2048256"/>
              <a:ext cx="2560320" cy="347472"/>
            </a:xfrm>
            <a:prstGeom prst="roundRect">
              <a:avLst>
                <a:gd name="adj" fmla="val 15789"/>
              </a:avLst>
            </a:prstGeom>
            <a:solidFill>
              <a:schemeClr val="accent2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2D0E6ED9-E53B-3FB5-97CE-6CEF6AE1DFDD}"/>
                </a:ext>
              </a:extLst>
            </p:cNvPr>
            <p:cNvSpPr/>
            <p:nvPr/>
          </p:nvSpPr>
          <p:spPr>
            <a:xfrm>
              <a:off x="3291840" y="2075688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SAP_Agent</a:t>
              </a:r>
              <a:endParaRPr lang="en-US" sz="1100" dirty="0"/>
            </a:p>
          </p:txBody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57C52CB2-6FFA-33B6-D997-15906DC3A264}"/>
                </a:ext>
              </a:extLst>
            </p:cNvPr>
            <p:cNvSpPr/>
            <p:nvPr/>
          </p:nvSpPr>
          <p:spPr>
            <a:xfrm>
              <a:off x="3291840" y="2468880"/>
              <a:ext cx="2560320" cy="347472"/>
            </a:xfrm>
            <a:prstGeom prst="roundRect">
              <a:avLst>
                <a:gd name="adj" fmla="val 15789"/>
              </a:avLst>
            </a:prstGeom>
            <a:solidFill>
              <a:schemeClr val="accent2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4C0E9DAC-5C06-7353-B871-FABD1389F088}"/>
                </a:ext>
              </a:extLst>
            </p:cNvPr>
            <p:cNvSpPr/>
            <p:nvPr/>
          </p:nvSpPr>
          <p:spPr>
            <a:xfrm>
              <a:off x="3291840" y="2496312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Defi_Agentg</a:t>
              </a:r>
              <a:endParaRPr lang="en-US" sz="1100" dirty="0"/>
            </a:p>
          </p:txBody>
        </p:sp>
        <p:sp>
          <p:nvSpPr>
            <p:cNvPr id="25" name="Shape 21">
              <a:extLst>
                <a:ext uri="{FF2B5EF4-FFF2-40B4-BE49-F238E27FC236}">
                  <a16:creationId xmlns:a16="http://schemas.microsoft.com/office/drawing/2014/main" id="{6CBA2B48-00EC-E8E5-CA16-0549D352E715}"/>
                </a:ext>
              </a:extLst>
            </p:cNvPr>
            <p:cNvSpPr/>
            <p:nvPr/>
          </p:nvSpPr>
          <p:spPr>
            <a:xfrm>
              <a:off x="3291840" y="2889504"/>
              <a:ext cx="2560320" cy="347472"/>
            </a:xfrm>
            <a:prstGeom prst="roundRect">
              <a:avLst>
                <a:gd name="adj" fmla="val 15789"/>
              </a:avLst>
            </a:prstGeom>
            <a:solidFill>
              <a:schemeClr val="accent2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722440BB-398F-1726-8F2F-A0D7C2CEFB79}"/>
                </a:ext>
              </a:extLst>
            </p:cNvPr>
            <p:cNvSpPr/>
            <p:nvPr/>
          </p:nvSpPr>
          <p:spPr>
            <a:xfrm>
              <a:off x="3291840" y="2916936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RePay_Agent</a:t>
              </a:r>
              <a:endParaRPr lang="en-US" sz="1100" dirty="0"/>
            </a:p>
          </p:txBody>
        </p:sp>
        <p:sp>
          <p:nvSpPr>
            <p:cNvPr id="27" name="Text 23">
              <a:extLst>
                <a:ext uri="{FF2B5EF4-FFF2-40B4-BE49-F238E27FC236}">
                  <a16:creationId xmlns:a16="http://schemas.microsoft.com/office/drawing/2014/main" id="{E171E0E4-CB49-4152-5451-BA6A4939E5D1}"/>
                </a:ext>
              </a:extLst>
            </p:cNvPr>
            <p:cNvSpPr/>
            <p:nvPr/>
          </p:nvSpPr>
          <p:spPr>
            <a:xfrm>
              <a:off x="3200400" y="3346704"/>
              <a:ext cx="27432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8887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Auth  ·  Logging  ·  Key Vault</a:t>
              </a:r>
              <a:endParaRPr lang="en-US" sz="900" dirty="0"/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D9F97781-7C57-1510-D26A-888010A5C06C}"/>
                </a:ext>
              </a:extLst>
            </p:cNvPr>
            <p:cNvSpPr/>
            <p:nvPr/>
          </p:nvSpPr>
          <p:spPr>
            <a:xfrm>
              <a:off x="6309360" y="2185416"/>
              <a:ext cx="256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400" dirty="0"/>
            </a:p>
          </p:txBody>
        </p:sp>
        <p:sp>
          <p:nvSpPr>
            <p:cNvPr id="29" name="Shape 26">
              <a:extLst>
                <a:ext uri="{FF2B5EF4-FFF2-40B4-BE49-F238E27FC236}">
                  <a16:creationId xmlns:a16="http://schemas.microsoft.com/office/drawing/2014/main" id="{14A46C47-15D1-7819-EA5E-16BB4E1C1FDC}"/>
                </a:ext>
              </a:extLst>
            </p:cNvPr>
            <p:cNvSpPr/>
            <p:nvPr/>
          </p:nvSpPr>
          <p:spPr>
            <a:xfrm>
              <a:off x="6601968" y="1097280"/>
              <a:ext cx="5212080" cy="2468880"/>
            </a:xfrm>
            <a:prstGeom prst="roundRect">
              <a:avLst>
                <a:gd name="adj" fmla="val 4444"/>
              </a:avLst>
            </a:prstGeom>
            <a:solidFill>
              <a:srgbClr val="E1F5EE"/>
            </a:solidFill>
            <a:ln w="1524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F73E65E3-B639-D7B5-478C-088C420670FC}"/>
                </a:ext>
              </a:extLst>
            </p:cNvPr>
            <p:cNvSpPr/>
            <p:nvPr/>
          </p:nvSpPr>
          <p:spPr>
            <a:xfrm>
              <a:off x="6601968" y="1207008"/>
              <a:ext cx="52120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1D9E7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ENTERPRISE SYSTEMS &amp; SAAS AGENTS</a:t>
              </a:r>
              <a:endParaRPr lang="en-US" sz="900" dirty="0"/>
            </a:p>
          </p:txBody>
        </p:sp>
        <p:sp>
          <p:nvSpPr>
            <p:cNvPr id="31" name="Shape 28">
              <a:extLst>
                <a:ext uri="{FF2B5EF4-FFF2-40B4-BE49-F238E27FC236}">
                  <a16:creationId xmlns:a16="http://schemas.microsoft.com/office/drawing/2014/main" id="{C9522739-749D-5CD3-4916-263AE06501A4}"/>
                </a:ext>
              </a:extLst>
            </p:cNvPr>
            <p:cNvSpPr/>
            <p:nvPr/>
          </p:nvSpPr>
          <p:spPr>
            <a:xfrm>
              <a:off x="6812280" y="1499616"/>
              <a:ext cx="4791456" cy="0"/>
            </a:xfrm>
            <a:prstGeom prst="line">
              <a:avLst/>
            </a:prstGeom>
            <a:noFill/>
            <a:ln w="635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29">
              <a:extLst>
                <a:ext uri="{FF2B5EF4-FFF2-40B4-BE49-F238E27FC236}">
                  <a16:creationId xmlns:a16="http://schemas.microsoft.com/office/drawing/2014/main" id="{3BB87BD1-2369-844A-62EB-18E15F0B7817}"/>
                </a:ext>
              </a:extLst>
            </p:cNvPr>
            <p:cNvSpPr/>
            <p:nvPr/>
          </p:nvSpPr>
          <p:spPr>
            <a:xfrm>
              <a:off x="6711696" y="1591056"/>
              <a:ext cx="1627632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889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0">
              <a:extLst>
                <a:ext uri="{FF2B5EF4-FFF2-40B4-BE49-F238E27FC236}">
                  <a16:creationId xmlns:a16="http://schemas.microsoft.com/office/drawing/2014/main" id="{29854D65-D9F5-F411-46CD-D977A57BA75D}"/>
                </a:ext>
              </a:extLst>
            </p:cNvPr>
            <p:cNvSpPr/>
            <p:nvPr/>
          </p:nvSpPr>
          <p:spPr>
            <a:xfrm>
              <a:off x="6711696" y="1682496"/>
              <a:ext cx="16276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8504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Salesforce</a:t>
              </a:r>
              <a:endParaRPr lang="en-US" sz="1100" dirty="0"/>
            </a:p>
          </p:txBody>
        </p:sp>
        <p:sp>
          <p:nvSpPr>
            <p:cNvPr id="34" name="Text 31">
              <a:extLst>
                <a:ext uri="{FF2B5EF4-FFF2-40B4-BE49-F238E27FC236}">
                  <a16:creationId xmlns:a16="http://schemas.microsoft.com/office/drawing/2014/main" id="{10C2024A-855F-2CA5-1D77-CC01FA3ABE04}"/>
                </a:ext>
              </a:extLst>
            </p:cNvPr>
            <p:cNvSpPr/>
            <p:nvPr/>
          </p:nvSpPr>
          <p:spPr>
            <a:xfrm>
              <a:off x="6711696" y="1956816"/>
              <a:ext cx="1627632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7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CRM agent</a:t>
              </a:r>
              <a:endParaRPr lang="en-US" sz="1000" dirty="0"/>
            </a:p>
          </p:txBody>
        </p:sp>
        <p:sp>
          <p:nvSpPr>
            <p:cNvPr id="35" name="Shape 32">
              <a:extLst>
                <a:ext uri="{FF2B5EF4-FFF2-40B4-BE49-F238E27FC236}">
                  <a16:creationId xmlns:a16="http://schemas.microsoft.com/office/drawing/2014/main" id="{CBC037BC-76A1-F7AC-C01E-BEBE39B0E79E}"/>
                </a:ext>
              </a:extLst>
            </p:cNvPr>
            <p:cNvSpPr/>
            <p:nvPr/>
          </p:nvSpPr>
          <p:spPr>
            <a:xfrm>
              <a:off x="8449056" y="1591056"/>
              <a:ext cx="1627632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889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44A6DFC5-C0AB-EF78-4770-3697E3D0F8EA}"/>
                </a:ext>
              </a:extLst>
            </p:cNvPr>
            <p:cNvSpPr/>
            <p:nvPr/>
          </p:nvSpPr>
          <p:spPr>
            <a:xfrm>
              <a:off x="8449056" y="1682496"/>
              <a:ext cx="16276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8504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SAP</a:t>
              </a:r>
              <a:endParaRPr lang="en-US" sz="1100" dirty="0"/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81CEFB52-DB22-3AEC-0C1C-AE867AC439D7}"/>
                </a:ext>
              </a:extLst>
            </p:cNvPr>
            <p:cNvSpPr/>
            <p:nvPr/>
          </p:nvSpPr>
          <p:spPr>
            <a:xfrm>
              <a:off x="8449056" y="1956816"/>
              <a:ext cx="1627632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7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ERP agent</a:t>
              </a:r>
              <a:endParaRPr lang="en-US" sz="1000" dirty="0"/>
            </a:p>
          </p:txBody>
        </p:sp>
        <p:sp>
          <p:nvSpPr>
            <p:cNvPr id="38" name="Shape 35">
              <a:extLst>
                <a:ext uri="{FF2B5EF4-FFF2-40B4-BE49-F238E27FC236}">
                  <a16:creationId xmlns:a16="http://schemas.microsoft.com/office/drawing/2014/main" id="{B4B296CB-A189-F7E8-D99B-28ADCC72588A}"/>
                </a:ext>
              </a:extLst>
            </p:cNvPr>
            <p:cNvSpPr/>
            <p:nvPr/>
          </p:nvSpPr>
          <p:spPr>
            <a:xfrm>
              <a:off x="10186416" y="1591056"/>
              <a:ext cx="1627632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889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6">
              <a:extLst>
                <a:ext uri="{FF2B5EF4-FFF2-40B4-BE49-F238E27FC236}">
                  <a16:creationId xmlns:a16="http://schemas.microsoft.com/office/drawing/2014/main" id="{7983D1AB-7E63-E69C-566E-DEBD2E5A70E5}"/>
                </a:ext>
              </a:extLst>
            </p:cNvPr>
            <p:cNvSpPr/>
            <p:nvPr/>
          </p:nvSpPr>
          <p:spPr>
            <a:xfrm>
              <a:off x="10186416" y="1682496"/>
              <a:ext cx="16276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8504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Conduent</a:t>
              </a:r>
              <a:endParaRPr lang="en-US" sz="1100" dirty="0"/>
            </a:p>
          </p:txBody>
        </p:sp>
        <p:sp>
          <p:nvSpPr>
            <p:cNvPr id="40" name="Text 37">
              <a:extLst>
                <a:ext uri="{FF2B5EF4-FFF2-40B4-BE49-F238E27FC236}">
                  <a16:creationId xmlns:a16="http://schemas.microsoft.com/office/drawing/2014/main" id="{B3AEFCC4-B40F-0C7C-1459-B56DD109B9B1}"/>
                </a:ext>
              </a:extLst>
            </p:cNvPr>
            <p:cNvSpPr/>
            <p:nvPr/>
          </p:nvSpPr>
          <p:spPr>
            <a:xfrm>
              <a:off x="10186416" y="1956816"/>
              <a:ext cx="1627632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7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ITSM agent</a:t>
              </a:r>
              <a:endParaRPr lang="en-US" sz="1000" dirty="0"/>
            </a:p>
          </p:txBody>
        </p:sp>
        <p:sp>
          <p:nvSpPr>
            <p:cNvPr id="41" name="Shape 38">
              <a:extLst>
                <a:ext uri="{FF2B5EF4-FFF2-40B4-BE49-F238E27FC236}">
                  <a16:creationId xmlns:a16="http://schemas.microsoft.com/office/drawing/2014/main" id="{ECDC9CD1-BECA-513E-225C-D8E6158534BA}"/>
                </a:ext>
              </a:extLst>
            </p:cNvPr>
            <p:cNvSpPr/>
            <p:nvPr/>
          </p:nvSpPr>
          <p:spPr>
            <a:xfrm>
              <a:off x="6711696" y="2432304"/>
              <a:ext cx="1627632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889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39">
              <a:extLst>
                <a:ext uri="{FF2B5EF4-FFF2-40B4-BE49-F238E27FC236}">
                  <a16:creationId xmlns:a16="http://schemas.microsoft.com/office/drawing/2014/main" id="{4C62F2B0-E902-AF63-6F02-FEB2BBD52668}"/>
                </a:ext>
              </a:extLst>
            </p:cNvPr>
            <p:cNvSpPr/>
            <p:nvPr/>
          </p:nvSpPr>
          <p:spPr>
            <a:xfrm>
              <a:off x="6711696" y="2523744"/>
              <a:ext cx="16276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8504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Workday</a:t>
              </a:r>
              <a:endParaRPr lang="en-US" sz="1100" dirty="0"/>
            </a:p>
          </p:txBody>
        </p:sp>
        <p:sp>
          <p:nvSpPr>
            <p:cNvPr id="43" name="Text 40">
              <a:extLst>
                <a:ext uri="{FF2B5EF4-FFF2-40B4-BE49-F238E27FC236}">
                  <a16:creationId xmlns:a16="http://schemas.microsoft.com/office/drawing/2014/main" id="{BD5740FB-95E1-3514-E546-451443C52692}"/>
                </a:ext>
              </a:extLst>
            </p:cNvPr>
            <p:cNvSpPr/>
            <p:nvPr/>
          </p:nvSpPr>
          <p:spPr>
            <a:xfrm>
              <a:off x="6711696" y="2798064"/>
              <a:ext cx="1627632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7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HR agent</a:t>
              </a:r>
              <a:endParaRPr lang="en-US" sz="1000" dirty="0"/>
            </a:p>
          </p:txBody>
        </p:sp>
        <p:sp>
          <p:nvSpPr>
            <p:cNvPr id="44" name="Shape 41">
              <a:extLst>
                <a:ext uri="{FF2B5EF4-FFF2-40B4-BE49-F238E27FC236}">
                  <a16:creationId xmlns:a16="http://schemas.microsoft.com/office/drawing/2014/main" id="{B435E815-5922-52E1-3F03-BF674CC9B4F5}"/>
                </a:ext>
              </a:extLst>
            </p:cNvPr>
            <p:cNvSpPr/>
            <p:nvPr/>
          </p:nvSpPr>
          <p:spPr>
            <a:xfrm>
              <a:off x="8449056" y="2432304"/>
              <a:ext cx="1627632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889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42">
              <a:extLst>
                <a:ext uri="{FF2B5EF4-FFF2-40B4-BE49-F238E27FC236}">
                  <a16:creationId xmlns:a16="http://schemas.microsoft.com/office/drawing/2014/main" id="{6164B2C3-D2D9-2022-2D45-5E26C1956B3D}"/>
                </a:ext>
              </a:extLst>
            </p:cNvPr>
            <p:cNvSpPr/>
            <p:nvPr/>
          </p:nvSpPr>
          <p:spPr>
            <a:xfrm>
              <a:off x="8449056" y="2523744"/>
              <a:ext cx="16276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8504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DEFI</a:t>
              </a:r>
              <a:endParaRPr lang="en-US" sz="1100" dirty="0"/>
            </a:p>
          </p:txBody>
        </p:sp>
        <p:sp>
          <p:nvSpPr>
            <p:cNvPr id="46" name="Text 43">
              <a:extLst>
                <a:ext uri="{FF2B5EF4-FFF2-40B4-BE49-F238E27FC236}">
                  <a16:creationId xmlns:a16="http://schemas.microsoft.com/office/drawing/2014/main" id="{AD1F469E-E65E-343A-4460-2DFAFC33B7EC}"/>
                </a:ext>
              </a:extLst>
            </p:cNvPr>
            <p:cNvSpPr/>
            <p:nvPr/>
          </p:nvSpPr>
          <p:spPr>
            <a:xfrm>
              <a:off x="8449056" y="2798064"/>
              <a:ext cx="1627632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7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Productivity</a:t>
              </a:r>
              <a:endParaRPr lang="en-US" sz="1000" dirty="0"/>
            </a:p>
          </p:txBody>
        </p:sp>
        <p:sp>
          <p:nvSpPr>
            <p:cNvPr id="47" name="Shape 44">
              <a:extLst>
                <a:ext uri="{FF2B5EF4-FFF2-40B4-BE49-F238E27FC236}">
                  <a16:creationId xmlns:a16="http://schemas.microsoft.com/office/drawing/2014/main" id="{1F02D66C-DD22-1BF8-4BD8-608510F10F10}"/>
                </a:ext>
              </a:extLst>
            </p:cNvPr>
            <p:cNvSpPr/>
            <p:nvPr/>
          </p:nvSpPr>
          <p:spPr>
            <a:xfrm>
              <a:off x="10186416" y="2432304"/>
              <a:ext cx="1627632" cy="713232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889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45">
              <a:extLst>
                <a:ext uri="{FF2B5EF4-FFF2-40B4-BE49-F238E27FC236}">
                  <a16:creationId xmlns:a16="http://schemas.microsoft.com/office/drawing/2014/main" id="{BDDBC000-7834-E8CE-CF26-B3FDAEF4BC69}"/>
                </a:ext>
              </a:extLst>
            </p:cNvPr>
            <p:cNvSpPr/>
            <p:nvPr/>
          </p:nvSpPr>
          <p:spPr>
            <a:xfrm>
              <a:off x="10186416" y="2523744"/>
              <a:ext cx="16276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85041"/>
                  </a:solidFill>
                  <a:latin typeface="Segoe UI" pitchFamily="34" charset="0"/>
                  <a:cs typeface="Segoe UI" pitchFamily="34" charset="-120"/>
                </a:rPr>
                <a:t>RePay</a:t>
              </a:r>
              <a:endParaRPr lang="en-US" sz="1100" dirty="0"/>
            </a:p>
          </p:txBody>
        </p:sp>
        <p:sp>
          <p:nvSpPr>
            <p:cNvPr id="49" name="Text 46">
              <a:extLst>
                <a:ext uri="{FF2B5EF4-FFF2-40B4-BE49-F238E27FC236}">
                  <a16:creationId xmlns:a16="http://schemas.microsoft.com/office/drawing/2014/main" id="{75F12D9D-9C29-6308-ABF2-3280AA1CA1EC}"/>
                </a:ext>
              </a:extLst>
            </p:cNvPr>
            <p:cNvSpPr/>
            <p:nvPr/>
          </p:nvSpPr>
          <p:spPr>
            <a:xfrm>
              <a:off x="10186416" y="2798064"/>
              <a:ext cx="1627632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8887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Intelligence</a:t>
              </a:r>
              <a:endParaRPr lang="en-US" sz="1000" dirty="0"/>
            </a:p>
          </p:txBody>
        </p:sp>
        <p:sp>
          <p:nvSpPr>
            <p:cNvPr id="50" name="Shape 47">
              <a:extLst>
                <a:ext uri="{FF2B5EF4-FFF2-40B4-BE49-F238E27FC236}">
                  <a16:creationId xmlns:a16="http://schemas.microsoft.com/office/drawing/2014/main" id="{ABBFBFA7-2B33-22A1-B7BF-C7427BF7D189}"/>
                </a:ext>
              </a:extLst>
            </p:cNvPr>
            <p:cNvSpPr/>
            <p:nvPr/>
          </p:nvSpPr>
          <p:spPr>
            <a:xfrm>
              <a:off x="274320" y="3767328"/>
              <a:ext cx="11612880" cy="877824"/>
            </a:xfrm>
            <a:prstGeom prst="roundRect">
              <a:avLst>
                <a:gd name="adj" fmla="val 10417"/>
              </a:avLst>
            </a:prstGeom>
            <a:solidFill>
              <a:srgbClr val="141413"/>
            </a:solidFill>
            <a:ln w="12700">
              <a:solidFill>
                <a:srgbClr val="14141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48">
              <a:extLst>
                <a:ext uri="{FF2B5EF4-FFF2-40B4-BE49-F238E27FC236}">
                  <a16:creationId xmlns:a16="http://schemas.microsoft.com/office/drawing/2014/main" id="{CD6EE516-3077-7799-6223-7E254BEB6B45}"/>
                </a:ext>
              </a:extLst>
            </p:cNvPr>
            <p:cNvSpPr/>
            <p:nvPr/>
          </p:nvSpPr>
          <p:spPr>
            <a:xfrm>
              <a:off x="502920" y="3840480"/>
              <a:ext cx="23774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D9775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The human analogy  —</a:t>
              </a:r>
              <a:endParaRPr lang="en-US" sz="1100" dirty="0"/>
            </a:p>
          </p:txBody>
        </p:sp>
        <p:sp>
          <p:nvSpPr>
            <p:cNvPr id="52" name="Text 49">
              <a:extLst>
                <a:ext uri="{FF2B5EF4-FFF2-40B4-BE49-F238E27FC236}">
                  <a16:creationId xmlns:a16="http://schemas.microsoft.com/office/drawing/2014/main" id="{41D304B9-DDFB-D17C-E882-D6E86893FFB3}"/>
                </a:ext>
              </a:extLst>
            </p:cNvPr>
            <p:cNvSpPr/>
            <p:nvPr/>
          </p:nvSpPr>
          <p:spPr>
            <a:xfrm>
              <a:off x="502920" y="4114800"/>
              <a:ext cx="1115568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B4B2A9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When you call your bank and ask, "What is my payoff balance?" you don't know which system they check or who they ask. You express intent and receive a result. MCP brings this same natural model to enterprise software.</a:t>
              </a:r>
              <a:endParaRPr lang="en-US" sz="1200" dirty="0"/>
            </a:p>
          </p:txBody>
        </p:sp>
        <p:sp>
          <p:nvSpPr>
            <p:cNvPr id="53" name="Shape 50">
              <a:extLst>
                <a:ext uri="{FF2B5EF4-FFF2-40B4-BE49-F238E27FC236}">
                  <a16:creationId xmlns:a16="http://schemas.microsoft.com/office/drawing/2014/main" id="{8306E862-10EF-497A-8AD7-B505E22B537E}"/>
                </a:ext>
              </a:extLst>
            </p:cNvPr>
            <p:cNvSpPr/>
            <p:nvPr/>
          </p:nvSpPr>
          <p:spPr>
            <a:xfrm>
              <a:off x="274320" y="4791456"/>
              <a:ext cx="283464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0160">
              <a:solidFill>
                <a:srgbClr val="E4E2D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51">
              <a:extLst>
                <a:ext uri="{FF2B5EF4-FFF2-40B4-BE49-F238E27FC236}">
                  <a16:creationId xmlns:a16="http://schemas.microsoft.com/office/drawing/2014/main" id="{E99102E4-7979-F361-1406-5AF2F8922562}"/>
                </a:ext>
              </a:extLst>
            </p:cNvPr>
            <p:cNvSpPr/>
            <p:nvPr/>
          </p:nvSpPr>
          <p:spPr>
            <a:xfrm>
              <a:off x="274320" y="4791456"/>
              <a:ext cx="2834640" cy="64008"/>
            </a:xfrm>
            <a:prstGeom prst="rect">
              <a:avLst/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52">
              <a:extLst>
                <a:ext uri="{FF2B5EF4-FFF2-40B4-BE49-F238E27FC236}">
                  <a16:creationId xmlns:a16="http://schemas.microsoft.com/office/drawing/2014/main" id="{A402B6D3-6FF4-222D-7CE2-DC657618C621}"/>
                </a:ext>
              </a:extLst>
            </p:cNvPr>
            <p:cNvSpPr/>
            <p:nvPr/>
          </p:nvSpPr>
          <p:spPr>
            <a:xfrm>
              <a:off x="411480" y="4901184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993C1D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FROM</a:t>
              </a:r>
              <a:endParaRPr lang="en-US" sz="800" dirty="0"/>
            </a:p>
          </p:txBody>
        </p:sp>
        <p:sp>
          <p:nvSpPr>
            <p:cNvPr id="56" name="Text 53">
              <a:extLst>
                <a:ext uri="{FF2B5EF4-FFF2-40B4-BE49-F238E27FC236}">
                  <a16:creationId xmlns:a16="http://schemas.microsoft.com/office/drawing/2014/main" id="{F8FC62E7-E46E-0944-CF1E-9E2426643365}"/>
                </a:ext>
              </a:extLst>
            </p:cNvPr>
            <p:cNvSpPr/>
            <p:nvPr/>
          </p:nvSpPr>
          <p:spPr>
            <a:xfrm>
              <a:off x="411480" y="5084064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414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API endpoints &amp; syntax</a:t>
              </a:r>
              <a:endParaRPr lang="en-US" sz="1200" dirty="0"/>
            </a:p>
          </p:txBody>
        </p:sp>
        <p:sp>
          <p:nvSpPr>
            <p:cNvPr id="57" name="Text 54">
              <a:extLst>
                <a:ext uri="{FF2B5EF4-FFF2-40B4-BE49-F238E27FC236}">
                  <a16:creationId xmlns:a16="http://schemas.microsoft.com/office/drawing/2014/main" id="{A576A100-C8C9-6F23-D8FC-6BBBBCC0E562}"/>
                </a:ext>
              </a:extLst>
            </p:cNvPr>
            <p:cNvSpPr/>
            <p:nvPr/>
          </p:nvSpPr>
          <p:spPr>
            <a:xfrm>
              <a:off x="411480" y="5486400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534AB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↓</a:t>
              </a:r>
              <a:endParaRPr lang="en-US" sz="1800" dirty="0"/>
            </a:p>
          </p:txBody>
        </p:sp>
        <p:sp>
          <p:nvSpPr>
            <p:cNvPr id="58" name="Text 55">
              <a:extLst>
                <a:ext uri="{FF2B5EF4-FFF2-40B4-BE49-F238E27FC236}">
                  <a16:creationId xmlns:a16="http://schemas.microsoft.com/office/drawing/2014/main" id="{F729BA10-634A-9B0B-149F-64FA21BB2EDC}"/>
                </a:ext>
              </a:extLst>
            </p:cNvPr>
            <p:cNvSpPr/>
            <p:nvPr/>
          </p:nvSpPr>
          <p:spPr>
            <a:xfrm>
              <a:off x="411480" y="576072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1D9E7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</a:t>
              </a:r>
              <a:endParaRPr lang="en-US" sz="800" dirty="0"/>
            </a:p>
          </p:txBody>
        </p:sp>
        <p:sp>
          <p:nvSpPr>
            <p:cNvPr id="59" name="Text 56">
              <a:extLst>
                <a:ext uri="{FF2B5EF4-FFF2-40B4-BE49-F238E27FC236}">
                  <a16:creationId xmlns:a16="http://schemas.microsoft.com/office/drawing/2014/main" id="{1123B091-2AEF-A610-6C34-6DC77F551C55}"/>
                </a:ext>
              </a:extLst>
            </p:cNvPr>
            <p:cNvSpPr/>
            <p:nvPr/>
          </p:nvSpPr>
          <p:spPr>
            <a:xfrm>
              <a:off x="411480" y="5943600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8504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Intent in plain language</a:t>
              </a:r>
              <a:endParaRPr lang="en-US" sz="1200" dirty="0"/>
            </a:p>
          </p:txBody>
        </p:sp>
        <p:sp>
          <p:nvSpPr>
            <p:cNvPr id="60" name="Shape 57">
              <a:extLst>
                <a:ext uri="{FF2B5EF4-FFF2-40B4-BE49-F238E27FC236}">
                  <a16:creationId xmlns:a16="http://schemas.microsoft.com/office/drawing/2014/main" id="{7F070855-53A8-A76F-B7BE-3709441BBE47}"/>
                </a:ext>
              </a:extLst>
            </p:cNvPr>
            <p:cNvSpPr/>
            <p:nvPr/>
          </p:nvSpPr>
          <p:spPr>
            <a:xfrm>
              <a:off x="3255264" y="4791456"/>
              <a:ext cx="283464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0160">
              <a:solidFill>
                <a:srgbClr val="E4E2D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Shape 58">
              <a:extLst>
                <a:ext uri="{FF2B5EF4-FFF2-40B4-BE49-F238E27FC236}">
                  <a16:creationId xmlns:a16="http://schemas.microsoft.com/office/drawing/2014/main" id="{35A61908-E471-CC6D-8D40-0682E324B712}"/>
                </a:ext>
              </a:extLst>
            </p:cNvPr>
            <p:cNvSpPr/>
            <p:nvPr/>
          </p:nvSpPr>
          <p:spPr>
            <a:xfrm>
              <a:off x="3255264" y="4791456"/>
              <a:ext cx="2834640" cy="64008"/>
            </a:xfrm>
            <a:prstGeom prst="rect">
              <a:avLst/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59">
              <a:extLst>
                <a:ext uri="{FF2B5EF4-FFF2-40B4-BE49-F238E27FC236}">
                  <a16:creationId xmlns:a16="http://schemas.microsoft.com/office/drawing/2014/main" id="{64D8CD8A-3212-00AF-A4B6-28FCF41BF996}"/>
                </a:ext>
              </a:extLst>
            </p:cNvPr>
            <p:cNvSpPr/>
            <p:nvPr/>
          </p:nvSpPr>
          <p:spPr>
            <a:xfrm>
              <a:off x="3392424" y="4901184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993C1D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FROM</a:t>
              </a:r>
              <a:endParaRPr lang="en-US" sz="800" dirty="0"/>
            </a:p>
          </p:txBody>
        </p:sp>
        <p:sp>
          <p:nvSpPr>
            <p:cNvPr id="63" name="Text 60">
              <a:extLst>
                <a:ext uri="{FF2B5EF4-FFF2-40B4-BE49-F238E27FC236}">
                  <a16:creationId xmlns:a16="http://schemas.microsoft.com/office/drawing/2014/main" id="{3CE559EB-227D-6C62-C968-0AC1CFA67C30}"/>
                </a:ext>
              </a:extLst>
            </p:cNvPr>
            <p:cNvSpPr/>
            <p:nvPr/>
          </p:nvSpPr>
          <p:spPr>
            <a:xfrm>
              <a:off x="3392424" y="5084064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414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 × bespoke integrations</a:t>
              </a:r>
              <a:endParaRPr lang="en-US" sz="1200" dirty="0"/>
            </a:p>
          </p:txBody>
        </p:sp>
        <p:sp>
          <p:nvSpPr>
            <p:cNvPr id="64" name="Text 61">
              <a:extLst>
                <a:ext uri="{FF2B5EF4-FFF2-40B4-BE49-F238E27FC236}">
                  <a16:creationId xmlns:a16="http://schemas.microsoft.com/office/drawing/2014/main" id="{839C1CFE-5160-1086-06EF-9FD74D6CE824}"/>
                </a:ext>
              </a:extLst>
            </p:cNvPr>
            <p:cNvSpPr/>
            <p:nvPr/>
          </p:nvSpPr>
          <p:spPr>
            <a:xfrm>
              <a:off x="3392424" y="5486400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534AB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↓</a:t>
              </a:r>
              <a:endParaRPr lang="en-US" sz="1800" dirty="0"/>
            </a:p>
          </p:txBody>
        </p:sp>
        <p:sp>
          <p:nvSpPr>
            <p:cNvPr id="65" name="Text 62">
              <a:extLst>
                <a:ext uri="{FF2B5EF4-FFF2-40B4-BE49-F238E27FC236}">
                  <a16:creationId xmlns:a16="http://schemas.microsoft.com/office/drawing/2014/main" id="{9E0BF68B-F807-F312-99B1-3BA9705F14BB}"/>
                </a:ext>
              </a:extLst>
            </p:cNvPr>
            <p:cNvSpPr/>
            <p:nvPr/>
          </p:nvSpPr>
          <p:spPr>
            <a:xfrm>
              <a:off x="3392424" y="576072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1D9E7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</a:t>
              </a:r>
              <a:endParaRPr lang="en-US" sz="800" dirty="0"/>
            </a:p>
          </p:txBody>
        </p:sp>
        <p:sp>
          <p:nvSpPr>
            <p:cNvPr id="66" name="Text 63">
              <a:extLst>
                <a:ext uri="{FF2B5EF4-FFF2-40B4-BE49-F238E27FC236}">
                  <a16:creationId xmlns:a16="http://schemas.microsoft.com/office/drawing/2014/main" id="{0A846CA9-15C5-39F0-47AE-81AA7AC03F1E}"/>
                </a:ext>
              </a:extLst>
            </p:cNvPr>
            <p:cNvSpPr/>
            <p:nvPr/>
          </p:nvSpPr>
          <p:spPr>
            <a:xfrm>
              <a:off x="3392424" y="5943600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8504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1 × pattern for everything</a:t>
              </a:r>
              <a:endParaRPr lang="en-US" sz="1200" dirty="0"/>
            </a:p>
          </p:txBody>
        </p:sp>
        <p:sp>
          <p:nvSpPr>
            <p:cNvPr id="67" name="Shape 64">
              <a:extLst>
                <a:ext uri="{FF2B5EF4-FFF2-40B4-BE49-F238E27FC236}">
                  <a16:creationId xmlns:a16="http://schemas.microsoft.com/office/drawing/2014/main" id="{7B6432E6-9AC4-4972-B6B7-F2DD1BD936A0}"/>
                </a:ext>
              </a:extLst>
            </p:cNvPr>
            <p:cNvSpPr/>
            <p:nvPr/>
          </p:nvSpPr>
          <p:spPr>
            <a:xfrm>
              <a:off x="6236208" y="4791456"/>
              <a:ext cx="283464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0160">
              <a:solidFill>
                <a:srgbClr val="E4E2D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65">
              <a:extLst>
                <a:ext uri="{FF2B5EF4-FFF2-40B4-BE49-F238E27FC236}">
                  <a16:creationId xmlns:a16="http://schemas.microsoft.com/office/drawing/2014/main" id="{BD2A0073-0A10-F741-80CE-AFC50EBFA6DC}"/>
                </a:ext>
              </a:extLst>
            </p:cNvPr>
            <p:cNvSpPr/>
            <p:nvPr/>
          </p:nvSpPr>
          <p:spPr>
            <a:xfrm>
              <a:off x="6236208" y="4791456"/>
              <a:ext cx="2834640" cy="64008"/>
            </a:xfrm>
            <a:prstGeom prst="rect">
              <a:avLst/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66">
              <a:extLst>
                <a:ext uri="{FF2B5EF4-FFF2-40B4-BE49-F238E27FC236}">
                  <a16:creationId xmlns:a16="http://schemas.microsoft.com/office/drawing/2014/main" id="{7A16A316-EDE2-7BA4-8C29-F06882C449B5}"/>
                </a:ext>
              </a:extLst>
            </p:cNvPr>
            <p:cNvSpPr/>
            <p:nvPr/>
          </p:nvSpPr>
          <p:spPr>
            <a:xfrm>
              <a:off x="6373368" y="4901184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993C1D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FROM</a:t>
              </a:r>
              <a:endParaRPr lang="en-US" sz="800" dirty="0"/>
            </a:p>
          </p:txBody>
        </p:sp>
        <p:sp>
          <p:nvSpPr>
            <p:cNvPr id="70" name="Text 67">
              <a:extLst>
                <a:ext uri="{FF2B5EF4-FFF2-40B4-BE49-F238E27FC236}">
                  <a16:creationId xmlns:a16="http://schemas.microsoft.com/office/drawing/2014/main" id="{1A4E2E92-EFEC-D4C3-7DF7-0402E6FC0656}"/>
                </a:ext>
              </a:extLst>
            </p:cNvPr>
            <p:cNvSpPr/>
            <p:nvPr/>
          </p:nvSpPr>
          <p:spPr>
            <a:xfrm>
              <a:off x="6373368" y="5084064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414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Breaks on API changes</a:t>
              </a:r>
              <a:endParaRPr lang="en-US" sz="1200" dirty="0"/>
            </a:p>
          </p:txBody>
        </p:sp>
        <p:sp>
          <p:nvSpPr>
            <p:cNvPr id="71" name="Text 68">
              <a:extLst>
                <a:ext uri="{FF2B5EF4-FFF2-40B4-BE49-F238E27FC236}">
                  <a16:creationId xmlns:a16="http://schemas.microsoft.com/office/drawing/2014/main" id="{FD93917B-F70C-40BD-A464-5EA0DB4C3070}"/>
                </a:ext>
              </a:extLst>
            </p:cNvPr>
            <p:cNvSpPr/>
            <p:nvPr/>
          </p:nvSpPr>
          <p:spPr>
            <a:xfrm>
              <a:off x="6373368" y="5486400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534AB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↓</a:t>
              </a:r>
              <a:endParaRPr lang="en-US" sz="1800" dirty="0"/>
            </a:p>
          </p:txBody>
        </p:sp>
        <p:sp>
          <p:nvSpPr>
            <p:cNvPr id="72" name="Text 69">
              <a:extLst>
                <a:ext uri="{FF2B5EF4-FFF2-40B4-BE49-F238E27FC236}">
                  <a16:creationId xmlns:a16="http://schemas.microsoft.com/office/drawing/2014/main" id="{63B2F800-7078-4FEA-65E4-CFD61FAD6809}"/>
                </a:ext>
              </a:extLst>
            </p:cNvPr>
            <p:cNvSpPr/>
            <p:nvPr/>
          </p:nvSpPr>
          <p:spPr>
            <a:xfrm>
              <a:off x="6373368" y="576072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1D9E7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</a:t>
              </a:r>
              <a:endParaRPr lang="en-US" sz="800" dirty="0"/>
            </a:p>
          </p:txBody>
        </p:sp>
        <p:sp>
          <p:nvSpPr>
            <p:cNvPr id="73" name="Text 70">
              <a:extLst>
                <a:ext uri="{FF2B5EF4-FFF2-40B4-BE49-F238E27FC236}">
                  <a16:creationId xmlns:a16="http://schemas.microsoft.com/office/drawing/2014/main" id="{60D5A7E4-3DCB-1640-DBA0-4060917DAC42}"/>
                </a:ext>
              </a:extLst>
            </p:cNvPr>
            <p:cNvSpPr/>
            <p:nvPr/>
          </p:nvSpPr>
          <p:spPr>
            <a:xfrm>
              <a:off x="6373368" y="5943600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8504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Tool absorbs all changes</a:t>
              </a:r>
              <a:endParaRPr lang="en-US" sz="1200" dirty="0"/>
            </a:p>
          </p:txBody>
        </p:sp>
        <p:sp>
          <p:nvSpPr>
            <p:cNvPr id="74" name="Shape 71">
              <a:extLst>
                <a:ext uri="{FF2B5EF4-FFF2-40B4-BE49-F238E27FC236}">
                  <a16:creationId xmlns:a16="http://schemas.microsoft.com/office/drawing/2014/main" id="{C9DF673D-07CE-85BC-8579-79A38CA03AB1}"/>
                </a:ext>
              </a:extLst>
            </p:cNvPr>
            <p:cNvSpPr/>
            <p:nvPr/>
          </p:nvSpPr>
          <p:spPr>
            <a:xfrm>
              <a:off x="9217152" y="4791456"/>
              <a:ext cx="2834640" cy="18288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0160">
              <a:solidFill>
                <a:srgbClr val="E4E2D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Shape 72">
              <a:extLst>
                <a:ext uri="{FF2B5EF4-FFF2-40B4-BE49-F238E27FC236}">
                  <a16:creationId xmlns:a16="http://schemas.microsoft.com/office/drawing/2014/main" id="{27519D38-BBD0-FEAF-D633-38A8444E4E45}"/>
                </a:ext>
              </a:extLst>
            </p:cNvPr>
            <p:cNvSpPr/>
            <p:nvPr/>
          </p:nvSpPr>
          <p:spPr>
            <a:xfrm>
              <a:off x="9217152" y="4791456"/>
              <a:ext cx="2834640" cy="64008"/>
            </a:xfrm>
            <a:prstGeom prst="rect">
              <a:avLst/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73">
              <a:extLst>
                <a:ext uri="{FF2B5EF4-FFF2-40B4-BE49-F238E27FC236}">
                  <a16:creationId xmlns:a16="http://schemas.microsoft.com/office/drawing/2014/main" id="{F432186F-22C0-390F-C347-602E4ED0016F}"/>
                </a:ext>
              </a:extLst>
            </p:cNvPr>
            <p:cNvSpPr/>
            <p:nvPr/>
          </p:nvSpPr>
          <p:spPr>
            <a:xfrm>
              <a:off x="9354312" y="4901184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993C1D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FROM</a:t>
              </a:r>
              <a:endParaRPr lang="en-US" sz="800" dirty="0"/>
            </a:p>
          </p:txBody>
        </p:sp>
        <p:sp>
          <p:nvSpPr>
            <p:cNvPr id="77" name="Text 74">
              <a:extLst>
                <a:ext uri="{FF2B5EF4-FFF2-40B4-BE49-F238E27FC236}">
                  <a16:creationId xmlns:a16="http://schemas.microsoft.com/office/drawing/2014/main" id="{E8F0EDF6-624F-C54E-2FCD-8207414C199B}"/>
                </a:ext>
              </a:extLst>
            </p:cNvPr>
            <p:cNvSpPr/>
            <p:nvPr/>
          </p:nvSpPr>
          <p:spPr>
            <a:xfrm>
              <a:off x="9354312" y="5084064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41413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Point-to-point coupling</a:t>
              </a:r>
              <a:endParaRPr lang="en-US" sz="1200" dirty="0"/>
            </a:p>
          </p:txBody>
        </p:sp>
        <p:sp>
          <p:nvSpPr>
            <p:cNvPr id="78" name="Text 75">
              <a:extLst>
                <a:ext uri="{FF2B5EF4-FFF2-40B4-BE49-F238E27FC236}">
                  <a16:creationId xmlns:a16="http://schemas.microsoft.com/office/drawing/2014/main" id="{71690FF6-3630-DB77-D36E-1869F4E67F92}"/>
                </a:ext>
              </a:extLst>
            </p:cNvPr>
            <p:cNvSpPr/>
            <p:nvPr/>
          </p:nvSpPr>
          <p:spPr>
            <a:xfrm>
              <a:off x="9354312" y="5486400"/>
              <a:ext cx="2743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534AB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↓</a:t>
              </a:r>
              <a:endParaRPr lang="en-US" sz="1800" dirty="0"/>
            </a:p>
          </p:txBody>
        </p:sp>
        <p:sp>
          <p:nvSpPr>
            <p:cNvPr id="79" name="Text 76">
              <a:extLst>
                <a:ext uri="{FF2B5EF4-FFF2-40B4-BE49-F238E27FC236}">
                  <a16:creationId xmlns:a16="http://schemas.microsoft.com/office/drawing/2014/main" id="{16CD2A15-3288-6167-BD12-62503E99BF1A}"/>
                </a:ext>
              </a:extLst>
            </p:cNvPr>
            <p:cNvSpPr/>
            <p:nvPr/>
          </p:nvSpPr>
          <p:spPr>
            <a:xfrm>
              <a:off x="9354312" y="5760720"/>
              <a:ext cx="9144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 kern="0" spc="150" dirty="0">
                  <a:solidFill>
                    <a:srgbClr val="1D9E7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</a:t>
              </a:r>
              <a:endParaRPr lang="en-US" sz="800" dirty="0"/>
            </a:p>
          </p:txBody>
        </p:sp>
        <p:sp>
          <p:nvSpPr>
            <p:cNvPr id="80" name="Text 77">
              <a:extLst>
                <a:ext uri="{FF2B5EF4-FFF2-40B4-BE49-F238E27FC236}">
                  <a16:creationId xmlns:a16="http://schemas.microsoft.com/office/drawing/2014/main" id="{ED657B96-6FAC-0A3F-C2FC-72C02F00227B}"/>
                </a:ext>
              </a:extLst>
            </p:cNvPr>
            <p:cNvSpPr/>
            <p:nvPr/>
          </p:nvSpPr>
          <p:spPr>
            <a:xfrm>
              <a:off x="9354312" y="5943600"/>
              <a:ext cx="25603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8504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Composable agent ecosystem</a:t>
              </a:r>
              <a:endParaRPr lang="en-US" sz="1200" dirty="0"/>
            </a:p>
          </p:txBody>
        </p:sp>
        <p:sp>
          <p:nvSpPr>
            <p:cNvPr id="81" name="Shape 17">
              <a:extLst>
                <a:ext uri="{FF2B5EF4-FFF2-40B4-BE49-F238E27FC236}">
                  <a16:creationId xmlns:a16="http://schemas.microsoft.com/office/drawing/2014/main" id="{8105BED4-939F-44C7-417D-4D0F1664B327}"/>
                </a:ext>
              </a:extLst>
            </p:cNvPr>
            <p:cNvSpPr/>
            <p:nvPr/>
          </p:nvSpPr>
          <p:spPr>
            <a:xfrm>
              <a:off x="3291840" y="1641348"/>
              <a:ext cx="2560320" cy="347472"/>
            </a:xfrm>
            <a:prstGeom prst="roundRect">
              <a:avLst>
                <a:gd name="adj" fmla="val 15789"/>
              </a:avLst>
            </a:prstGeom>
            <a:solidFill>
              <a:schemeClr val="accent2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100" dirty="0"/>
                <a:t>Sales_Force_Agent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C355096-4796-DE87-2B88-6543AA532958}"/>
                </a:ext>
              </a:extLst>
            </p:cNvPr>
            <p:cNvCxnSpPr>
              <a:stCxn id="11" idx="3"/>
            </p:cNvCxnSpPr>
            <p:nvPr/>
          </p:nvCxnSpPr>
          <p:spPr>
            <a:xfrm>
              <a:off x="2560320" y="2331720"/>
              <a:ext cx="54864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D67EEC63-3110-D1BA-52CD-6F04F29EB186}"/>
                </a:ext>
              </a:extLst>
            </p:cNvPr>
            <p:cNvCxnSpPr/>
            <p:nvPr/>
          </p:nvCxnSpPr>
          <p:spPr>
            <a:xfrm>
              <a:off x="6016752" y="2276436"/>
              <a:ext cx="54864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8926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289" y="2032693"/>
            <a:ext cx="5210175" cy="296882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6381750" y="2969418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Digital Mind, Physical Body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C5B3F-BF8A-8BBD-411F-1D6934EB4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Physical AI - Robotics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65938D-5CB9-3D3B-C435-8BA6FFB081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70E0F5-8ACA-06FB-F052-53B2E3814838}"/>
              </a:ext>
            </a:extLst>
          </p:cNvPr>
          <p:cNvSpPr txBox="1"/>
          <p:nvPr/>
        </p:nvSpPr>
        <p:spPr>
          <a:xfrm>
            <a:off x="6516538" y="2230367"/>
            <a:ext cx="4678732" cy="175432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ym typeface="Inter"/>
              </a:rPr>
              <a:t>Legacy robots needed fixed lines; </a:t>
            </a:r>
          </a:p>
          <a:p>
            <a:endParaRPr lang="en-US" dirty="0">
              <a:sym typeface="Inter"/>
            </a:endParaRPr>
          </a:p>
          <a:p>
            <a:r>
              <a:rPr lang="en-US" dirty="0">
                <a:sym typeface="Inter"/>
              </a:rPr>
              <a:t>Physical AI robots can "see" a messy warehouse, reason through the obstacle, and complete the task with human-like dexterity.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AF89-CACA-FBBD-8DF2-E33758BE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F0775-0D34-32C0-0176-2EB73F4B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653" y="2393566"/>
            <a:ext cx="7947799" cy="1362811"/>
          </a:xfrm>
        </p:spPr>
        <p:txBody>
          <a:bodyPr/>
          <a:lstStyle/>
          <a:p>
            <a:pPr algn="ctr"/>
            <a:r>
              <a:rPr lang="en-US" sz="4800" cap="none" dirty="0"/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319284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86EC4-4106-B093-BE86-213ED5172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Isolated Cloud Environments (Dev/Test/Prod)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CA8063-B072-3652-189B-2143966EF2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AA3489-65A7-4DC6-563E-B42A837C8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68" b="1336"/>
          <a:stretch>
            <a:fillRect/>
          </a:stretch>
        </p:blipFill>
        <p:spPr>
          <a:xfrm>
            <a:off x="2338102" y="1006962"/>
            <a:ext cx="8744426" cy="540118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16A536-9117-0D41-36C1-724A1AD72F75}"/>
              </a:ext>
            </a:extLst>
          </p:cNvPr>
          <p:cNvSpPr/>
          <p:nvPr/>
        </p:nvSpPr>
        <p:spPr>
          <a:xfrm>
            <a:off x="6096000" y="1438656"/>
            <a:ext cx="5193792" cy="3389376"/>
          </a:xfrm>
          <a:prstGeom prst="roundRect">
            <a:avLst/>
          </a:prstGeom>
          <a:solidFill>
            <a:srgbClr val="FFFF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1E89D0-C727-402B-313B-9B9C7287E1CC}"/>
              </a:ext>
            </a:extLst>
          </p:cNvPr>
          <p:cNvSpPr/>
          <p:nvPr/>
        </p:nvSpPr>
        <p:spPr>
          <a:xfrm>
            <a:off x="4462272" y="4925568"/>
            <a:ext cx="6827520" cy="1703732"/>
          </a:xfrm>
          <a:prstGeom prst="roundRect">
            <a:avLst/>
          </a:prstGeom>
          <a:solidFill>
            <a:schemeClr val="accent2">
              <a:lumMod val="40000"/>
              <a:lumOff val="6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2BC08-D6B6-4D90-2268-452A8BBD1E69}"/>
              </a:ext>
            </a:extLst>
          </p:cNvPr>
          <p:cNvSpPr txBox="1"/>
          <p:nvPr/>
        </p:nvSpPr>
        <p:spPr>
          <a:xfrm>
            <a:off x="11354763" y="1874253"/>
            <a:ext cx="400110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vert="vert" wrap="square" rtlCol="0" anchor="ctr" anchorCtr="0">
            <a:spAutoFit/>
          </a:bodyPr>
          <a:lstStyle/>
          <a:p>
            <a:pPr algn="ctr"/>
            <a:r>
              <a:rPr lang="en-US" sz="1400" dirty="0"/>
              <a:t>Production VNet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2DD66-5A23-E410-4419-942795AC21D0}"/>
              </a:ext>
            </a:extLst>
          </p:cNvPr>
          <p:cNvSpPr txBox="1"/>
          <p:nvPr/>
        </p:nvSpPr>
        <p:spPr>
          <a:xfrm>
            <a:off x="11314174" y="5065232"/>
            <a:ext cx="400110" cy="14244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vert" wrap="square" rtlCol="0" anchor="ctr" anchorCtr="0">
            <a:spAutoFit/>
          </a:bodyPr>
          <a:lstStyle/>
          <a:p>
            <a:pPr algn="ctr"/>
            <a:r>
              <a:rPr lang="en-US" sz="1400" dirty="0"/>
              <a:t>Dev/Test VNet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B50B31-BD48-3F34-4AF9-2CBDB1E40D90}"/>
              </a:ext>
            </a:extLst>
          </p:cNvPr>
          <p:cNvSpPr txBox="1"/>
          <p:nvPr/>
        </p:nvSpPr>
        <p:spPr>
          <a:xfrm>
            <a:off x="167104" y="908046"/>
            <a:ext cx="3294043" cy="2705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1050" b="1" dirty="0">
                <a:solidFill>
                  <a:schemeClr val="tx2"/>
                </a:solidFill>
              </a:rPr>
              <a:t>Bastian</a:t>
            </a:r>
            <a:r>
              <a:rPr lang="en-US" sz="1050" dirty="0"/>
              <a:t> – Remote Desktop Protocol / SSH</a:t>
            </a:r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chemeClr val="tx2"/>
                </a:solidFill>
              </a:rPr>
              <a:t>Azure Monitor</a:t>
            </a:r>
            <a:r>
              <a:rPr lang="en-US" sz="1050" dirty="0"/>
              <a:t>: Performance, Visibility, Alerts, etc.</a:t>
            </a:r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chemeClr val="tx2"/>
                </a:solidFill>
              </a:rPr>
              <a:t>Non-Prod</a:t>
            </a:r>
            <a:r>
              <a:rPr lang="en-US" sz="1050" dirty="0"/>
              <a:t> : Only available in Dev/Test VNets.</a:t>
            </a:r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chemeClr val="tx2"/>
                </a:solidFill>
              </a:rPr>
              <a:t>VNet Peering </a:t>
            </a:r>
            <a:r>
              <a:rPr lang="en-US" sz="1050" dirty="0"/>
              <a:t>– Connects VNets over Azure backbone.</a:t>
            </a:r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chemeClr val="tx2"/>
                </a:solidFill>
              </a:rPr>
              <a:t>Forced Tunnel </a:t>
            </a:r>
            <a:r>
              <a:rPr lang="en-US" sz="1050" dirty="0"/>
              <a:t>– Forced Routing Configuration (UDRs)</a:t>
            </a:r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chemeClr val="tx2"/>
                </a:solidFill>
              </a:rPr>
              <a:t>UDR</a:t>
            </a:r>
            <a:r>
              <a:rPr lang="en-US" sz="1050" dirty="0"/>
              <a:t> – User Defined Routing</a:t>
            </a:r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chemeClr val="tx2"/>
                </a:solidFill>
              </a:rPr>
              <a:t>Peered connection </a:t>
            </a:r>
            <a:r>
              <a:rPr lang="en-US" sz="1050" dirty="0"/>
              <a:t>– Direct access. No Gateway required</a:t>
            </a:r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chemeClr val="tx2"/>
                </a:solidFill>
              </a:rPr>
              <a:t>VPN Gateway </a:t>
            </a:r>
            <a:r>
              <a:rPr lang="en-US" sz="1050" dirty="0"/>
              <a:t>- Encrypts data in transit and allows secure remote access for employees.</a:t>
            </a:r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7085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B7779C8C-DE8A-5BE1-325C-34C62A35F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" y="449849"/>
            <a:ext cx="9683261" cy="335964"/>
          </a:xfrm>
        </p:spPr>
        <p:txBody>
          <a:bodyPr/>
          <a:lstStyle/>
          <a:p>
            <a:r>
              <a:rPr lang="en-US" cap="none" dirty="0"/>
              <a:t>Full-Stack Observability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E213009-72F1-981F-C6F1-C2857B0A2EC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" y="449849"/>
            <a:ext cx="745715" cy="3348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D845862-0073-6A62-1DB5-29EE7BAF66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6100" y="6489701"/>
            <a:ext cx="1288737" cy="216000"/>
          </a:xfrm>
        </p:spPr>
        <p:txBody>
          <a:bodyPr/>
          <a:lstStyle/>
          <a:p>
            <a:endParaRPr lang="en-US" b="0" noProof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A32F8C40-196E-B018-5B65-92B85DBA15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834836" y="6489701"/>
            <a:ext cx="4454869" cy="216000"/>
          </a:xfrm>
        </p:spPr>
        <p:txBody>
          <a:bodyPr/>
          <a:lstStyle/>
          <a:p>
            <a:endParaRPr lang="en-US" b="0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C9FD4-EBDD-E4EF-F785-22343539009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79875" y="6489701"/>
            <a:ext cx="720000" cy="216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975A587B-5814-4D9B-9598-FE9CB954CB01}" type="slidenum">
              <a:rPr lang="en-US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en-US" b="0" noProof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DCC1AE9-3FFC-0D16-393B-5F7201755A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775" y="1197889"/>
            <a:ext cx="3384000" cy="6840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2400" dirty="0"/>
              <a:t>Prometheus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972C8A69-DB36-AD86-7960-DABFAB1FA2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7618" y="2143243"/>
            <a:ext cx="3491157" cy="1285757"/>
          </a:xfrm>
          <a:solidFill>
            <a:schemeClr val="tx1">
              <a:lumMod val="10000"/>
              <a:lumOff val="9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Metrics: Real-Time time-series data for infrastructure health and AI system Latency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7C44F049-ECA8-893E-FCD4-C98BF296D9C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90326" y="1197889"/>
            <a:ext cx="3384000" cy="684000"/>
          </a:xfr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/>
              <a:t>Grafana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EEAC88A2-847D-C3D0-E000-83377FC47DE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83167" y="2143243"/>
            <a:ext cx="3491157" cy="1285757"/>
          </a:xfrm>
          <a:solidFill>
            <a:schemeClr val="tx1">
              <a:lumMod val="10000"/>
              <a:lumOff val="90000"/>
            </a:schemeClr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dirty="0"/>
              <a:t>Visualization: Unified dashboards monitoring metrics, traces, and </a:t>
            </a:r>
            <a:r>
              <a:rPr lang="en-US" b="1" u="sng" dirty="0"/>
              <a:t>AI Token Spend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96497995-AD7B-2759-49F7-100A15EF52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55875" y="1197889"/>
            <a:ext cx="3384000" cy="684000"/>
          </a:xfr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/>
              <a:t>ELK / Azure Monitor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7F68F378-CE1A-52CE-8320-63B431A4B48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48718" y="2143243"/>
            <a:ext cx="3491157" cy="1285757"/>
          </a:xfrm>
          <a:solidFill>
            <a:schemeClr val="tx1">
              <a:lumMod val="10000"/>
              <a:lumOff val="90000"/>
            </a:schemeClr>
          </a:solidFill>
        </p:spPr>
        <p:txBody>
          <a:bodyPr/>
          <a:lstStyle/>
          <a:p>
            <a:r>
              <a:rPr lang="en-US" dirty="0"/>
              <a:t>Elastic Search (ELK) on Azure for vast uses of search, including Logs &amp; Traces for deep root-cause analysis.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090354C4-5810-F3D0-2F8A-E660D47B71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 rot="10800000">
            <a:off x="1568560" y="1850618"/>
            <a:ext cx="1096433" cy="209480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57101843-720E-DD53-95CD-14D7C9D782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 rot="10800000">
            <a:off x="5334111" y="1850618"/>
            <a:ext cx="1096433" cy="209480"/>
          </a:xfrm>
        </p:spPr>
        <p:txBody>
          <a:bodyPr/>
          <a:lstStyle/>
          <a:p>
            <a:endParaRPr lang="en-US"/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BCD55FBF-F11D-1203-E925-471DE210237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 rot="10800000">
            <a:off x="9099660" y="1850618"/>
            <a:ext cx="1096433" cy="209480"/>
          </a:xfrm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9A223E-BD27-F3A5-C0D5-0FB27B32A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70" y="1360808"/>
            <a:ext cx="365760" cy="3521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93D716-C681-DBA2-F513-F0ED4E7EA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156" y="1347161"/>
            <a:ext cx="364059" cy="36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2C8894-AE57-6BB4-8B4B-969D2058C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7276" y="1388138"/>
            <a:ext cx="365760" cy="3657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0E2EF4-FFFC-9313-F6BD-350440843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17" y="3690354"/>
            <a:ext cx="3491157" cy="18002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B0499C2-9247-74E1-65DB-CE1DCED2A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270" y="3690354"/>
            <a:ext cx="3493008" cy="17961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89F32D-2551-30E1-6BAD-6C6C4759A0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8773" y="3690354"/>
            <a:ext cx="3531101" cy="17984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56463C-7304-44A4-22BE-86D18208450F}"/>
              </a:ext>
            </a:extLst>
          </p:cNvPr>
          <p:cNvSpPr txBox="1"/>
          <p:nvPr/>
        </p:nvSpPr>
        <p:spPr>
          <a:xfrm>
            <a:off x="1220030" y="5506222"/>
            <a:ext cx="1290619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Approved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D70F9E-092A-B907-492F-E89254127E11}"/>
              </a:ext>
            </a:extLst>
          </p:cNvPr>
          <p:cNvSpPr txBox="1"/>
          <p:nvPr/>
        </p:nvSpPr>
        <p:spPr>
          <a:xfrm>
            <a:off x="8929013" y="5527564"/>
            <a:ext cx="1290619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Approved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70035-810C-6CA0-BFB4-6DC0ADC4B5B2}"/>
              </a:ext>
            </a:extLst>
          </p:cNvPr>
          <p:cNvSpPr txBox="1"/>
          <p:nvPr/>
        </p:nvSpPr>
        <p:spPr>
          <a:xfrm>
            <a:off x="5108234" y="5513461"/>
            <a:ext cx="1290619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4105180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EB52D-E5C9-7842-C9DC-55D2E367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187" y="2416144"/>
            <a:ext cx="7947799" cy="1362811"/>
          </a:xfrm>
        </p:spPr>
        <p:txBody>
          <a:bodyPr/>
          <a:lstStyle/>
          <a:p>
            <a:pPr algn="ctr"/>
            <a:r>
              <a:rPr lang="en-US" cap="none" dirty="0"/>
              <a:t>AI Rollout at SFS</a:t>
            </a:r>
          </a:p>
        </p:txBody>
      </p:sp>
    </p:spTree>
    <p:extLst>
      <p:ext uri="{BB962C8B-B14F-4D97-AF65-F5344CB8AC3E}">
        <p14:creationId xmlns:p14="http://schemas.microsoft.com/office/powerpoint/2010/main" val="995108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CD20987-4932-4F9C-F509-D1682FAE1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759" y="1490585"/>
            <a:ext cx="1512845" cy="1240533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79B210-18F7-6508-190E-86C945C98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Current SaaS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749DD-8AFA-9D5D-A7F9-685E6FAD27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27EA1-AC1A-0A90-D22E-68BE01F1A1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8B192-35FF-0C11-D71E-FC39B2AB332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22</a:t>
            </a:fld>
            <a:endParaRPr lang="en-US" b="0" noProof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EE337DF-BB75-7FA4-1323-2AE2C49B4AD0}"/>
              </a:ext>
            </a:extLst>
          </p:cNvPr>
          <p:cNvGrpSpPr/>
          <p:nvPr/>
        </p:nvGrpSpPr>
        <p:grpSpPr>
          <a:xfrm>
            <a:off x="6027105" y="997749"/>
            <a:ext cx="2330764" cy="1377783"/>
            <a:chOff x="8164958" y="2399087"/>
            <a:chExt cx="2330764" cy="1377783"/>
          </a:xfrm>
          <a:noFill/>
          <a:effectLst/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7FBAB0C-E20E-860E-45DB-5BF72F179C34}"/>
                </a:ext>
              </a:extLst>
            </p:cNvPr>
            <p:cNvSpPr/>
            <p:nvPr/>
          </p:nvSpPr>
          <p:spPr>
            <a:xfrm>
              <a:off x="8164958" y="2399087"/>
              <a:ext cx="2330764" cy="1377783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BB21726-D832-ED6A-CF45-ECE877013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3690" y="3126212"/>
              <a:ext cx="437273" cy="605455"/>
            </a:xfrm>
            <a:prstGeom prst="rect">
              <a:avLst/>
            </a:prstGeom>
            <a:grp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AD10CE6-EEAA-95EA-C4F7-E8E79A27F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90975" y="2690287"/>
              <a:ext cx="566189" cy="527710"/>
            </a:xfrm>
            <a:prstGeom prst="rect">
              <a:avLst/>
            </a:prstGeom>
            <a:grpFill/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8A181AB-281F-3A55-5827-60A5C22DF62E}"/>
              </a:ext>
            </a:extLst>
          </p:cNvPr>
          <p:cNvGrpSpPr/>
          <p:nvPr/>
        </p:nvGrpSpPr>
        <p:grpSpPr>
          <a:xfrm>
            <a:off x="6165601" y="2762076"/>
            <a:ext cx="2213113" cy="1812372"/>
            <a:chOff x="8223783" y="4595779"/>
            <a:chExt cx="2213113" cy="1812372"/>
          </a:xfrm>
          <a:noFill/>
          <a:effectLst/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F5A8D0E-15A6-AEA4-2C0D-6950A6AE1E23}"/>
                </a:ext>
              </a:extLst>
            </p:cNvPr>
            <p:cNvSpPr/>
            <p:nvPr/>
          </p:nvSpPr>
          <p:spPr>
            <a:xfrm>
              <a:off x="8223783" y="4595779"/>
              <a:ext cx="2213113" cy="1812372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E668950-190F-560D-C61B-5E6E38317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13948" y="5783935"/>
              <a:ext cx="431842" cy="569245"/>
            </a:xfrm>
            <a:prstGeom prst="rect">
              <a:avLst/>
            </a:prstGeom>
            <a:grpFill/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2093953-E337-2484-D2E5-64519647A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43506" y="5246156"/>
              <a:ext cx="566977" cy="530398"/>
            </a:xfrm>
            <a:prstGeom prst="rect">
              <a:avLst/>
            </a:prstGeom>
            <a:grpFill/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1B3228A-E510-ADCB-6C5D-74BA2B9CEB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6408" y="3126838"/>
            <a:ext cx="566977" cy="52430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9542CA3-14C8-1EDF-7E81-EE8F16A42D7A}"/>
              </a:ext>
            </a:extLst>
          </p:cNvPr>
          <p:cNvSpPr txBox="1"/>
          <p:nvPr/>
        </p:nvSpPr>
        <p:spPr>
          <a:xfrm>
            <a:off x="6890123" y="5134282"/>
            <a:ext cx="3987223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Genesys &amp; Sales Force do not have access to “all” data within the enterprise as such, and on a long-term basis, cannot form the backbone of our Enterprise-Grade Intelligence.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8A49F64-002C-893E-F34D-B7D45B3D03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6452" y="2644861"/>
            <a:ext cx="408280" cy="42398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864C17B-74D1-7002-881E-A62DEC3ED0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9705" y="1072025"/>
            <a:ext cx="408467" cy="42066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A5E71E9-E7FA-F199-46E0-AA19B384A0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2162" y="3317799"/>
            <a:ext cx="408467" cy="420660"/>
          </a:xfrm>
          <a:prstGeom prst="rect">
            <a:avLst/>
          </a:prstGeom>
        </p:spPr>
      </p:pic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1FADE9D-9D40-7410-3BC3-C8E782393E61}"/>
              </a:ext>
            </a:extLst>
          </p:cNvPr>
          <p:cNvCxnSpPr>
            <a:cxnSpLocks/>
          </p:cNvCxnSpPr>
          <p:nvPr/>
        </p:nvCxnSpPr>
        <p:spPr>
          <a:xfrm flipV="1">
            <a:off x="3179291" y="1317981"/>
            <a:ext cx="3096647" cy="1837228"/>
          </a:xfrm>
          <a:prstGeom prst="bentConnector3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1AD886B-9F18-B925-3539-CC2E61F91FB7}"/>
              </a:ext>
            </a:extLst>
          </p:cNvPr>
          <p:cNvCxnSpPr>
            <a:cxnSpLocks/>
          </p:cNvCxnSpPr>
          <p:nvPr/>
        </p:nvCxnSpPr>
        <p:spPr>
          <a:xfrm>
            <a:off x="3190267" y="3344406"/>
            <a:ext cx="3108777" cy="199135"/>
          </a:xfrm>
          <a:prstGeom prst="bentConnector3">
            <a:avLst>
              <a:gd name="adj1" fmla="val 50000"/>
            </a:avLst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1A3C1AC0-EC9B-0F22-F546-FA888D82E1E8}"/>
              </a:ext>
            </a:extLst>
          </p:cNvPr>
          <p:cNvCxnSpPr>
            <a:cxnSpLocks/>
            <a:stCxn id="34" idx="1"/>
            <a:endCxn id="43" idx="3"/>
          </p:cNvCxnSpPr>
          <p:nvPr/>
        </p:nvCxnSpPr>
        <p:spPr>
          <a:xfrm rot="10800000">
            <a:off x="1794732" y="2856853"/>
            <a:ext cx="851676" cy="532136"/>
          </a:xfrm>
          <a:prstGeom prst="bentConnector3">
            <a:avLst>
              <a:gd name="adj1" fmla="val 672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959DB544-D9D9-43A0-6E1A-A24C7F275C0F}"/>
              </a:ext>
            </a:extLst>
          </p:cNvPr>
          <p:cNvSpPr/>
          <p:nvPr/>
        </p:nvSpPr>
        <p:spPr>
          <a:xfrm>
            <a:off x="1342573" y="1483647"/>
            <a:ext cx="2638462" cy="25838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C386DF58-24FD-BD3B-D021-AE71DE04E0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1043" y="1468266"/>
            <a:ext cx="336248" cy="39579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5A3968C-02F8-CB22-D4D4-ADDEDF6C65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3139" y="883450"/>
            <a:ext cx="439233" cy="285013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8F75BE5D-34E0-E79E-C78F-873248FB9E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3286" y="2623550"/>
            <a:ext cx="438950" cy="286537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B778772E-4222-D8FC-76F6-FE1D569806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2103" y="2552135"/>
            <a:ext cx="555466" cy="334221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47FDA1F0-361A-5275-69D0-8B5C4398FC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3788" y="4067483"/>
            <a:ext cx="623973" cy="44377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DA558E3-B80E-EE42-146E-B25879E8A7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6977" y="2028025"/>
            <a:ext cx="417596" cy="439011"/>
          </a:xfrm>
          <a:prstGeom prst="rect">
            <a:avLst/>
          </a:prstGeom>
        </p:spPr>
      </p:pic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50EFB88F-083D-96D1-E292-68AB7D568AC1}"/>
              </a:ext>
            </a:extLst>
          </p:cNvPr>
          <p:cNvCxnSpPr>
            <a:stCxn id="22" idx="1"/>
            <a:endCxn id="44" idx="3"/>
          </p:cNvCxnSpPr>
          <p:nvPr/>
        </p:nvCxnSpPr>
        <p:spPr>
          <a:xfrm rot="10800000">
            <a:off x="6698172" y="1282356"/>
            <a:ext cx="954950" cy="2704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51A7397C-6DED-9FDF-472E-99D69350ADB5}"/>
              </a:ext>
            </a:extLst>
          </p:cNvPr>
          <p:cNvCxnSpPr>
            <a:stCxn id="23" idx="1"/>
            <a:endCxn id="45" idx="3"/>
          </p:cNvCxnSpPr>
          <p:nvPr/>
        </p:nvCxnSpPr>
        <p:spPr>
          <a:xfrm rot="10800000">
            <a:off x="6730630" y="3528130"/>
            <a:ext cx="854695" cy="1495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EAA2F4-4A55-AD42-762D-075AB4EC474F}"/>
              </a:ext>
            </a:extLst>
          </p:cNvPr>
          <p:cNvSpPr/>
          <p:nvPr/>
        </p:nvSpPr>
        <p:spPr>
          <a:xfrm>
            <a:off x="1291889" y="4262845"/>
            <a:ext cx="4734512" cy="189632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946A611-6229-B24C-BF22-4F95D326B627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H="1">
            <a:off x="1291889" y="2525117"/>
            <a:ext cx="830110" cy="2685893"/>
          </a:xfrm>
          <a:prstGeom prst="bentConnector4">
            <a:avLst>
              <a:gd name="adj1" fmla="val -27539"/>
              <a:gd name="adj2" fmla="val 9973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E139CB-A7D5-99B2-A23C-EF4B8A425A96}"/>
              </a:ext>
            </a:extLst>
          </p:cNvPr>
          <p:cNvSpPr/>
          <p:nvPr/>
        </p:nvSpPr>
        <p:spPr>
          <a:xfrm>
            <a:off x="1637624" y="4381198"/>
            <a:ext cx="580614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Defi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8322FCB-9DE3-7ACE-7E4B-ED40A863BBFF}"/>
              </a:ext>
            </a:extLst>
          </p:cNvPr>
          <p:cNvSpPr/>
          <p:nvPr/>
        </p:nvSpPr>
        <p:spPr>
          <a:xfrm>
            <a:off x="2321215" y="4399719"/>
            <a:ext cx="702557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Shaw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2ADEDAB-C0CA-7BF5-B143-B57CF309EAF6}"/>
              </a:ext>
            </a:extLst>
          </p:cNvPr>
          <p:cNvSpPr/>
          <p:nvPr/>
        </p:nvSpPr>
        <p:spPr>
          <a:xfrm>
            <a:off x="3078174" y="4391075"/>
            <a:ext cx="902861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Concur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072651-F255-A1BC-7B0A-A64F2DD09678}"/>
              </a:ext>
            </a:extLst>
          </p:cNvPr>
          <p:cNvSpPr/>
          <p:nvPr/>
        </p:nvSpPr>
        <p:spPr>
          <a:xfrm>
            <a:off x="4075614" y="4399719"/>
            <a:ext cx="625507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FICO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127922E-593F-BC7F-1AEA-89ECEADAE19F}"/>
              </a:ext>
            </a:extLst>
          </p:cNvPr>
          <p:cNvSpPr/>
          <p:nvPr/>
        </p:nvSpPr>
        <p:spPr>
          <a:xfrm>
            <a:off x="4786570" y="4381198"/>
            <a:ext cx="580614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F&amp;P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760EC3B-F6DB-C2F2-F98D-F423C60583F7}"/>
              </a:ext>
            </a:extLst>
          </p:cNvPr>
          <p:cNvSpPr/>
          <p:nvPr/>
        </p:nvSpPr>
        <p:spPr>
          <a:xfrm>
            <a:off x="1637624" y="4821535"/>
            <a:ext cx="1036588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Informed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41E886A-5523-BBEA-520D-D33BF50170BA}"/>
              </a:ext>
            </a:extLst>
          </p:cNvPr>
          <p:cNvSpPr/>
          <p:nvPr/>
        </p:nvSpPr>
        <p:spPr>
          <a:xfrm>
            <a:off x="2781216" y="4811834"/>
            <a:ext cx="796150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Repay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6A96054-19DD-7631-8B58-B2E76BB456B7}"/>
              </a:ext>
            </a:extLst>
          </p:cNvPr>
          <p:cNvSpPr/>
          <p:nvPr/>
        </p:nvSpPr>
        <p:spPr>
          <a:xfrm>
            <a:off x="3731068" y="4811834"/>
            <a:ext cx="1024757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Conduent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17D767A-F6A6-E7AC-F288-8FBFFD586811}"/>
              </a:ext>
            </a:extLst>
          </p:cNvPr>
          <p:cNvSpPr/>
          <p:nvPr/>
        </p:nvSpPr>
        <p:spPr>
          <a:xfrm>
            <a:off x="4808510" y="4821535"/>
            <a:ext cx="1163156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ObserveAI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D61DDB0D-8E3B-B407-DC0F-79876788E17D}"/>
              </a:ext>
            </a:extLst>
          </p:cNvPr>
          <p:cNvSpPr/>
          <p:nvPr/>
        </p:nvSpPr>
        <p:spPr>
          <a:xfrm>
            <a:off x="1659941" y="5264065"/>
            <a:ext cx="951179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Mandrill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E298C00-31C4-C742-5080-8050CE677B6C}"/>
              </a:ext>
            </a:extLst>
          </p:cNvPr>
          <p:cNvSpPr/>
          <p:nvPr/>
        </p:nvSpPr>
        <p:spPr>
          <a:xfrm>
            <a:off x="2729496" y="5251977"/>
            <a:ext cx="638986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RDN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13EB944-EB69-18DF-6A68-D6F6EEE6FF3E}"/>
              </a:ext>
            </a:extLst>
          </p:cNvPr>
          <p:cNvSpPr/>
          <p:nvPr/>
        </p:nvSpPr>
        <p:spPr>
          <a:xfrm>
            <a:off x="3436627" y="5263886"/>
            <a:ext cx="1024757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/>
              <a:t>Dealtrack</a:t>
            </a:r>
            <a:endParaRPr lang="en-US" sz="120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DEDA5B2-4765-D471-CF54-90003AB2B726}"/>
              </a:ext>
            </a:extLst>
          </p:cNvPr>
          <p:cNvSpPr/>
          <p:nvPr/>
        </p:nvSpPr>
        <p:spPr>
          <a:xfrm>
            <a:off x="4529530" y="5275367"/>
            <a:ext cx="757362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/>
              <a:t>Crixp</a:t>
            </a:r>
            <a:endParaRPr lang="en-US" sz="120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FF1AD0E-45E8-B46B-47CA-1DAD620F921F}"/>
              </a:ext>
            </a:extLst>
          </p:cNvPr>
          <p:cNvSpPr/>
          <p:nvPr/>
        </p:nvSpPr>
        <p:spPr>
          <a:xfrm>
            <a:off x="1623151" y="5720334"/>
            <a:ext cx="1106345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err="1"/>
              <a:t>DataScan</a:t>
            </a:r>
            <a:endParaRPr lang="en-US" sz="120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E355665-408B-BEC6-5F05-8D53B0B4C95E}"/>
              </a:ext>
            </a:extLst>
          </p:cNvPr>
          <p:cNvSpPr/>
          <p:nvPr/>
        </p:nvSpPr>
        <p:spPr>
          <a:xfrm>
            <a:off x="2845317" y="5720334"/>
            <a:ext cx="523166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TKS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2DECDF5-E980-CC86-F98D-4B0777CE99F0}"/>
              </a:ext>
            </a:extLst>
          </p:cNvPr>
          <p:cNvSpPr/>
          <p:nvPr/>
        </p:nvSpPr>
        <p:spPr>
          <a:xfrm>
            <a:off x="3457863" y="5720334"/>
            <a:ext cx="523167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RG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C3E9F41-25F2-C05A-D515-044FAA91749D}"/>
              </a:ext>
            </a:extLst>
          </p:cNvPr>
          <p:cNvSpPr/>
          <p:nvPr/>
        </p:nvSpPr>
        <p:spPr>
          <a:xfrm>
            <a:off x="4070411" y="5720334"/>
            <a:ext cx="869890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Paycom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609CF62-529D-B308-24A8-6723F5AAB401}"/>
              </a:ext>
            </a:extLst>
          </p:cNvPr>
          <p:cNvSpPr/>
          <p:nvPr/>
        </p:nvSpPr>
        <p:spPr>
          <a:xfrm>
            <a:off x="5020194" y="5734445"/>
            <a:ext cx="869890" cy="3224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Concur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8AB5DAD4-2ECB-8701-916B-DD1E41DCD2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8013" y="5343746"/>
            <a:ext cx="496992" cy="457711"/>
          </a:xfrm>
          <a:prstGeom prst="rect">
            <a:avLst/>
          </a:prstGeom>
        </p:spPr>
      </p:pic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20FF9D47-C86A-3CDA-71F6-F1D5E2DCA8AF}"/>
              </a:ext>
            </a:extLst>
          </p:cNvPr>
          <p:cNvCxnSpPr>
            <a:cxnSpLocks/>
          </p:cNvCxnSpPr>
          <p:nvPr/>
        </p:nvCxnSpPr>
        <p:spPr>
          <a:xfrm rot="10800000">
            <a:off x="3467586" y="2453617"/>
            <a:ext cx="2947553" cy="1675229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EA8BB9EE-34A8-E255-D9AE-0FB8634A31DE}"/>
              </a:ext>
            </a:extLst>
          </p:cNvPr>
          <p:cNvCxnSpPr>
            <a:cxnSpLocks/>
            <a:stCxn id="14" idx="3"/>
            <a:endCxn id="20" idx="2"/>
          </p:cNvCxnSpPr>
          <p:nvPr/>
        </p:nvCxnSpPr>
        <p:spPr>
          <a:xfrm flipV="1">
            <a:off x="6026401" y="4519477"/>
            <a:ext cx="545286" cy="69153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6BF10B1-9DBF-2397-D1E1-F6DB65B4584B}"/>
              </a:ext>
            </a:extLst>
          </p:cNvPr>
          <p:cNvSpPr txBox="1"/>
          <p:nvPr/>
        </p:nvSpPr>
        <p:spPr>
          <a:xfrm>
            <a:off x="5156098" y="3944505"/>
            <a:ext cx="11631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Nightly update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ECF7F1-5E4B-26A6-0322-50A1C47EE5F8}"/>
              </a:ext>
            </a:extLst>
          </p:cNvPr>
          <p:cNvSpPr txBox="1"/>
          <p:nvPr/>
        </p:nvSpPr>
        <p:spPr>
          <a:xfrm>
            <a:off x="8647761" y="1433516"/>
            <a:ext cx="461665" cy="2447998"/>
          </a:xfrm>
          <a:prstGeom prst="rect">
            <a:avLst/>
          </a:prstGeom>
          <a:solidFill>
            <a:schemeClr val="accent6"/>
          </a:solidFill>
        </p:spPr>
        <p:txBody>
          <a:bodyPr vert="vert" wrap="square" rtlCol="0">
            <a:spAutoFit/>
          </a:bodyPr>
          <a:lstStyle/>
          <a:p>
            <a:pPr algn="ctr"/>
            <a:r>
              <a:rPr lang="en-US"/>
              <a:t>Genesys Cloud CX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1FDEC-08BB-5B14-4B1B-21F04B144B85}"/>
              </a:ext>
            </a:extLst>
          </p:cNvPr>
          <p:cNvSpPr txBox="1"/>
          <p:nvPr/>
        </p:nvSpPr>
        <p:spPr>
          <a:xfrm>
            <a:off x="2668265" y="2923007"/>
            <a:ext cx="5422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TBD</a:t>
            </a:r>
          </a:p>
        </p:txBody>
      </p: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95848502-32AF-83AE-9F9A-1F6A157D9562}"/>
              </a:ext>
            </a:extLst>
          </p:cNvPr>
          <p:cNvCxnSpPr>
            <a:cxnSpLocks/>
          </p:cNvCxnSpPr>
          <p:nvPr/>
        </p:nvCxnSpPr>
        <p:spPr>
          <a:xfrm rot="10800000">
            <a:off x="2090663" y="2353948"/>
            <a:ext cx="629649" cy="1278137"/>
          </a:xfrm>
          <a:prstGeom prst="bentConnector3">
            <a:avLst>
              <a:gd name="adj1" fmla="val 309907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940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DF15069-4DB5-CED6-84FC-959ACC283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In-House AI Capabilities – Today and Target States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1A6E2-7C51-465D-9195-F710E00876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0022B-60BE-9638-3C59-1339D27536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000" y="1628999"/>
            <a:ext cx="4063287" cy="4485361"/>
          </a:xfrm>
        </p:spPr>
        <p:txBody>
          <a:bodyPr/>
          <a:lstStyle/>
          <a:p>
            <a:pPr marL="285750" indent="-285750">
              <a:spcBef>
                <a:spcPts val="700"/>
              </a:spcBef>
              <a:buFont typeface="Wingdings" panose="05000000000000000000" pitchFamily="2" charset="2"/>
              <a:buChar char="§"/>
            </a:pPr>
            <a:r>
              <a:rPr lang="en-US" u="sng" dirty="0"/>
              <a:t>Predictive Models / ML</a:t>
            </a:r>
            <a:endParaRPr lang="en-US" dirty="0"/>
          </a:p>
          <a:p>
            <a:pPr marL="5017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Residual Value Calculation</a:t>
            </a:r>
          </a:p>
          <a:p>
            <a:pPr marL="501750" lvl="1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/>
              <a:t>Logistics / Resale Value – Remarketing</a:t>
            </a:r>
          </a:p>
          <a:p>
            <a:pPr marL="501750" lvl="1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u="sng" dirty="0"/>
              <a:t>Query Optimization</a:t>
            </a:r>
          </a:p>
          <a:p>
            <a:pPr marL="5017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DB queries</a:t>
            </a:r>
          </a:p>
          <a:p>
            <a:pPr marL="501750" lvl="1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/>
              <a:t>BI queries </a:t>
            </a:r>
          </a:p>
          <a:p>
            <a:pPr marL="501750" lvl="1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u="sng" dirty="0"/>
              <a:t>ObserveAI</a:t>
            </a:r>
          </a:p>
          <a:p>
            <a:pPr marL="5017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Customer Sentiment Analysis</a:t>
            </a:r>
          </a:p>
          <a:p>
            <a:pPr marL="501750" lvl="1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/>
              <a:t>Copilot-style assistance</a:t>
            </a:r>
          </a:p>
          <a:p>
            <a:pPr marL="501750" lvl="1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u="sng" dirty="0"/>
              <a:t>Others</a:t>
            </a:r>
          </a:p>
          <a:p>
            <a:pPr marL="5017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InformedIQ</a:t>
            </a:r>
            <a:endParaRPr lang="en-US" dirty="0"/>
          </a:p>
          <a:p>
            <a:pPr marL="501750" lvl="1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MS Copilot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4B54D-E161-FA26-C167-68A6451EF01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42C31-A54C-BC6A-DB05-A27AC63FB4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F1294-38F0-2DD7-09E7-6A779E92158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23</a:t>
            </a:fld>
            <a:endParaRPr lang="en-US" b="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53874-FDD4-4487-4FE7-C94B854AA5D9}"/>
              </a:ext>
            </a:extLst>
          </p:cNvPr>
          <p:cNvSpPr txBox="1"/>
          <p:nvPr/>
        </p:nvSpPr>
        <p:spPr>
          <a:xfrm>
            <a:off x="745716" y="1255923"/>
            <a:ext cx="2283923" cy="33855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Today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5DE06A0-D9EA-EFD1-CB78-61DEABC9CCE3}"/>
              </a:ext>
            </a:extLst>
          </p:cNvPr>
          <p:cNvGrpSpPr/>
          <p:nvPr/>
        </p:nvGrpSpPr>
        <p:grpSpPr>
          <a:xfrm>
            <a:off x="6289706" y="1239047"/>
            <a:ext cx="5740714" cy="4875313"/>
            <a:chOff x="6752413" y="1244168"/>
            <a:chExt cx="4806915" cy="4875313"/>
          </a:xfrm>
        </p:grpSpPr>
        <p:sp>
          <p:nvSpPr>
            <p:cNvPr id="9" name="Text Placeholder 3">
              <a:extLst>
                <a:ext uri="{FF2B5EF4-FFF2-40B4-BE49-F238E27FC236}">
                  <a16:creationId xmlns:a16="http://schemas.microsoft.com/office/drawing/2014/main" id="{48A118FE-32FC-4E90-D3B3-65A01BE214BE}"/>
                </a:ext>
              </a:extLst>
            </p:cNvPr>
            <p:cNvSpPr txBox="1">
              <a:spLocks/>
            </p:cNvSpPr>
            <p:nvPr/>
          </p:nvSpPr>
          <p:spPr>
            <a:xfrm>
              <a:off x="6752413" y="1634120"/>
              <a:ext cx="4806915" cy="448536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105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b="0" kern="1200">
                  <a:solidFill>
                    <a:schemeClr val="tx2"/>
                  </a:solidFill>
                  <a:latin typeface="+mj-lt"/>
                  <a:ea typeface="+mn-ea"/>
                  <a:cs typeface="+mn-cs"/>
                </a:defRPr>
              </a:lvl1pPr>
              <a:lvl2pPr marL="216000" indent="-216000" algn="l" defTabSz="685800" rtl="0" eaLnBrk="1" latinLnBrk="0" hangingPunct="1">
                <a:lnSpc>
                  <a:spcPct val="105000"/>
                </a:lnSpc>
                <a:spcBef>
                  <a:spcPts val="7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2pPr>
              <a:lvl3pPr marL="216000" indent="0" algn="l" defTabSz="685800" rtl="0" eaLnBrk="1" latinLnBrk="0" hangingPunct="1">
                <a:lnSpc>
                  <a:spcPct val="105000"/>
                </a:lnSpc>
                <a:spcBef>
                  <a:spcPts val="700"/>
                </a:spcBef>
                <a:buSzPct val="120000"/>
                <a:buFont typeface="Encode Sans" pitchFamily="2" charset="0"/>
                <a:buNone/>
                <a:defRPr sz="1400" b="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216000" indent="0" algn="l" defTabSz="685800" rtl="0" eaLnBrk="1" latinLnBrk="0" hangingPunct="1">
                <a:lnSpc>
                  <a:spcPct val="105000"/>
                </a:lnSpc>
                <a:spcBef>
                  <a:spcPts val="400"/>
                </a:spcBef>
                <a:buFont typeface="Encode Sans" pitchFamily="2" charset="0"/>
                <a:buNone/>
                <a:defRPr sz="1400" b="0" kern="1200">
                  <a:solidFill>
                    <a:schemeClr val="accent1"/>
                  </a:solidFill>
                  <a:latin typeface="+mj-lt"/>
                  <a:ea typeface="+mn-ea"/>
                  <a:cs typeface="+mn-cs"/>
                </a:defRPr>
              </a:lvl4pPr>
              <a:lvl5pPr marL="360000" indent="-144000" algn="l" defTabSz="685800" rtl="0" eaLnBrk="1" latinLnBrk="0" hangingPunct="1">
                <a:lnSpc>
                  <a:spcPct val="105000"/>
                </a:lnSpc>
                <a:spcBef>
                  <a:spcPts val="4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spcBef>
                  <a:spcPts val="700"/>
                </a:spcBef>
                <a:buFont typeface="Wingdings" panose="05000000000000000000" pitchFamily="2" charset="2"/>
                <a:buChar char="§"/>
              </a:pPr>
              <a:r>
                <a:rPr lang="en-US" u="sng" dirty="0"/>
                <a:t>RAG </a:t>
              </a:r>
              <a:r>
                <a:rPr lang="en-US" sz="1200" u="sng" dirty="0"/>
                <a:t>(Retrieval‑Augmented Generation)</a:t>
              </a:r>
              <a:endParaRPr lang="en-US" dirty="0"/>
            </a:p>
            <a:p>
              <a:pPr marL="501750" lvl="1" indent="-285750">
                <a:lnSpc>
                  <a:spcPct val="100000"/>
                </a:lnSpc>
                <a:buFont typeface="Wingdings" panose="05000000000000000000" pitchFamily="2" charset="2"/>
                <a:buChar char="§"/>
              </a:pPr>
              <a:r>
                <a:rPr lang="en-US" dirty="0"/>
                <a:t>Access to unstructured Enterprise Data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dirty="0"/>
                <a:t>Enhance Information/Data Accuracy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dirty="0"/>
                <a:t>Enhanced BI functionality (auto-gen reports)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dirty="0"/>
                <a:t>Develop “</a:t>
              </a:r>
              <a:r>
                <a:rPr lang="en-US" dirty="0" err="1"/>
                <a:t>DocumentAI</a:t>
              </a:r>
              <a:r>
                <a:rPr lang="en-US" dirty="0"/>
                <a:t>” functionality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endParaRPr lang="en-US" dirty="0"/>
            </a:p>
            <a:p>
              <a:pPr marL="285750" indent="-285750">
                <a:lnSpc>
                  <a:spcPct val="100000"/>
                </a:lnSpc>
                <a:buFont typeface="Wingdings" panose="05000000000000000000" pitchFamily="2" charset="2"/>
                <a:buChar char="§"/>
              </a:pPr>
              <a:r>
                <a:rPr lang="en-US" u="sng" dirty="0"/>
                <a:t>Agentic &amp; Other Systems (</a:t>
              </a:r>
              <a:r>
                <a:rPr lang="en-US" u="sng" dirty="0">
                  <a:solidFill>
                    <a:srgbClr val="C00000"/>
                  </a:solidFill>
                </a:rPr>
                <a:t>In-House &amp; Genesys</a:t>
              </a:r>
              <a:r>
                <a:rPr lang="en-US" u="sng" dirty="0"/>
                <a:t>)</a:t>
              </a:r>
            </a:p>
            <a:p>
              <a:pPr marL="501750" lvl="1" indent="-285750">
                <a:lnSpc>
                  <a:spcPct val="100000"/>
                </a:lnSpc>
                <a:buFont typeface="Wingdings" panose="05000000000000000000" pitchFamily="2" charset="2"/>
                <a:buChar char="§"/>
              </a:pPr>
              <a:r>
                <a:rPr lang="en-US" dirty="0"/>
                <a:t>Enhance Human-Agent efficiency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dirty="0"/>
                <a:t>Enhance SDLC Process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dirty="0"/>
                <a:t>Enhance Customer Experience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dirty="0"/>
                <a:t>Prepare for Call Surge </a:t>
              </a:r>
              <a:r>
                <a:rPr lang="en-US" sz="1400" dirty="0">
                  <a:solidFill>
                    <a:schemeClr val="accent3"/>
                  </a:solidFill>
                </a:rPr>
                <a:t>(50k/d -&gt; 100k/d)</a:t>
              </a:r>
              <a:r>
                <a:rPr lang="en-US" dirty="0"/>
                <a:t> 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dirty="0"/>
                <a:t>Introduce AI-Agents </a:t>
              </a:r>
              <a:r>
                <a:rPr lang="en-US" sz="1400" dirty="0">
                  <a:solidFill>
                    <a:schemeClr val="accent3"/>
                  </a:solidFill>
                </a:rPr>
                <a:t>(Multi-lingual service)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u="dotted" dirty="0"/>
                <a:t>Business Process Automation through Agent-Orchestration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dirty="0"/>
                <a:t>Enhance H/R functions</a:t>
              </a:r>
            </a:p>
            <a:p>
              <a:pPr marL="501750" lvl="1" indent="-285750">
                <a:lnSpc>
                  <a:spcPct val="100000"/>
                </a:lnSpc>
                <a:spcBef>
                  <a:spcPts val="0"/>
                </a:spcBef>
                <a:buFont typeface="Wingdings" panose="05000000000000000000" pitchFamily="2" charset="2"/>
                <a:buChar char="§"/>
              </a:pPr>
              <a:r>
                <a:rPr lang="en-US" dirty="0"/>
                <a:t>Enhance Accounting &amp; Finance functions</a:t>
              </a:r>
              <a:endParaRPr lang="en-US" dirty="0">
                <a:solidFill>
                  <a:schemeClr val="accent3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A6404A-1CEC-3F87-4492-EBF8B23B0A60}"/>
                </a:ext>
              </a:extLst>
            </p:cNvPr>
            <p:cNvSpPr txBox="1"/>
            <p:nvPr/>
          </p:nvSpPr>
          <p:spPr>
            <a:xfrm>
              <a:off x="6752413" y="1244168"/>
              <a:ext cx="2283923" cy="338554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Future</a:t>
              </a:r>
            </a:p>
          </p:txBody>
        </p:sp>
      </p:grp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2ED96B3E-97BC-C27E-9527-3A7B075AA178}"/>
              </a:ext>
            </a:extLst>
          </p:cNvPr>
          <p:cNvSpPr/>
          <p:nvPr/>
        </p:nvSpPr>
        <p:spPr>
          <a:xfrm>
            <a:off x="4917416" y="3186684"/>
            <a:ext cx="484632" cy="484632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358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D51A79-9F30-4178-0D61-EA5BE9A94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Gap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BF9F5-DA0C-6208-0DF7-DA09DCFA3D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73944-A9BB-8751-A162-9A843D5C5B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875" y="947101"/>
            <a:ext cx="10800000" cy="19010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Earley Group analyzed our AI-Posture from both Governance and Capability Perspectives</a:t>
            </a:r>
          </a:p>
          <a:p>
            <a:endParaRPr lang="en-US" sz="2000" b="1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Six Themes were considered: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FA588-EDA2-1151-0AC3-C0F0590251D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0B31E-39B4-A21D-0F2C-419F971DE17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36B75-5761-BEDD-6FC0-112E03648C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24</a:t>
            </a:fld>
            <a:endParaRPr lang="en-US" b="0" noProof="0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DAD26CC-C252-BD1B-8BE4-B8908B49DD40}"/>
              </a:ext>
            </a:extLst>
          </p:cNvPr>
          <p:cNvSpPr>
            <a:spLocks noGrp="1"/>
          </p:cNvSpPr>
          <p:nvPr/>
        </p:nvSpPr>
        <p:spPr>
          <a:xfrm>
            <a:off x="1389376" y="2280237"/>
            <a:ext cx="10107511" cy="34591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2"/>
                </a:solidFill>
              </a:rPr>
              <a:t>Theme 1: Knowledge Architecture Foundation</a:t>
            </a:r>
          </a:p>
          <a:p>
            <a:r>
              <a:rPr lang="en-US" sz="2000" dirty="0">
                <a:solidFill>
                  <a:schemeClr val="tx2"/>
                </a:solidFill>
              </a:rPr>
              <a:t>Theme 2: Operational AI Enablement</a:t>
            </a:r>
          </a:p>
          <a:p>
            <a:r>
              <a:rPr lang="en-US" sz="2000" dirty="0">
                <a:solidFill>
                  <a:schemeClr val="tx2"/>
                </a:solidFill>
              </a:rPr>
              <a:t>Theme 3: Customer Experience Intelligence</a:t>
            </a:r>
          </a:p>
          <a:p>
            <a:r>
              <a:rPr lang="en-US" sz="2000" dirty="0">
                <a:solidFill>
                  <a:schemeClr val="tx2"/>
                </a:solidFill>
              </a:rPr>
              <a:t>Theme 4: Developer &amp; Analyst Productivity</a:t>
            </a:r>
          </a:p>
          <a:p>
            <a:r>
              <a:rPr lang="en-US" sz="2000" dirty="0">
                <a:solidFill>
                  <a:schemeClr val="tx2"/>
                </a:solidFill>
              </a:rPr>
              <a:t>Theme 5: Data Platform Modernization</a:t>
            </a:r>
          </a:p>
          <a:p>
            <a:r>
              <a:rPr lang="en-US" sz="2000" dirty="0">
                <a:solidFill>
                  <a:schemeClr val="tx2"/>
                </a:solidFill>
              </a:rPr>
              <a:t>Theme 6: AI Governance Operationalization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29067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0D77DB-5D96-678C-65E6-A4C9CB069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Summary of our Gap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21156-3EF6-95EA-C17B-FC8F40BAEB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25AE8-ABB7-070B-1A6D-B4A0ED4ADEE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91DFF-02E5-7AD0-7C72-A9EA19248C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2ED28-7678-78AF-B232-E06F1EF4E41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25</a:t>
            </a:fld>
            <a:endParaRPr lang="en-US" b="0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1AC607E-2AD7-D176-E830-CBCC8888F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76" y="1283993"/>
            <a:ext cx="10800000" cy="551237"/>
          </a:xfrm>
        </p:spPr>
        <p:txBody>
          <a:bodyPr/>
          <a:lstStyle/>
          <a:p>
            <a:r>
              <a:rPr lang="en-US" sz="2000" b="1" dirty="0">
                <a:latin typeface="+mn-lt"/>
                <a:ea typeface="+mn-ea"/>
                <a:cs typeface="+mn-cs"/>
              </a:rPr>
              <a:t>15 Findings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38511FE-CFC7-4CAE-6C8B-8A1F9603FA09}"/>
              </a:ext>
            </a:extLst>
          </p:cNvPr>
          <p:cNvSpPr>
            <a:spLocks noGrp="1"/>
          </p:cNvSpPr>
          <p:nvPr/>
        </p:nvSpPr>
        <p:spPr>
          <a:xfrm>
            <a:off x="860424" y="1900446"/>
            <a:ext cx="4849553" cy="35398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Enterprise Data Foundation Incomplete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AI Governance Gap / Shadow IT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Customer Service Highest ROI Opportunity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Testing Bottleneck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BI Productivity Constrained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Remarketing Lacks Intelligence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Conversational AI Lacks Rigor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2"/>
                </a:solidFill>
              </a:rPr>
              <a:t>Cross-System Integration Barriers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E2C7B95-4607-8AEB-D8E7-8FE22498C17C}"/>
              </a:ext>
            </a:extLst>
          </p:cNvPr>
          <p:cNvSpPr txBox="1">
            <a:spLocks/>
          </p:cNvSpPr>
          <p:nvPr/>
        </p:nvSpPr>
        <p:spPr>
          <a:xfrm>
            <a:off x="6428362" y="1897363"/>
            <a:ext cx="4903214" cy="341344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indent="-463550">
              <a:buFont typeface="+mj-lt"/>
              <a:buAutoNum type="arabicPeriod" startAt="9"/>
            </a:pPr>
            <a:r>
              <a:rPr lang="en-US" sz="2000" dirty="0">
                <a:solidFill>
                  <a:schemeClr val="tx2"/>
                </a:solidFill>
              </a:rPr>
              <a:t>Document Intelligence Untapped</a:t>
            </a:r>
          </a:p>
          <a:p>
            <a:pPr marL="463550" indent="-463550">
              <a:buFont typeface="+mj-lt"/>
              <a:buAutoNum type="arabicPeriod" startAt="9"/>
            </a:pPr>
            <a:r>
              <a:rPr lang="en-US" sz="2000" dirty="0">
                <a:solidFill>
                  <a:schemeClr val="tx2"/>
                </a:solidFill>
              </a:rPr>
              <a:t>Portfolio Growth Needs Predictive Analytics</a:t>
            </a:r>
          </a:p>
          <a:p>
            <a:pPr marL="463550" indent="-463550">
              <a:buFont typeface="+mj-lt"/>
              <a:buAutoNum type="arabicPeriod" startAt="9"/>
            </a:pPr>
            <a:r>
              <a:rPr lang="en-US" sz="2000" dirty="0">
                <a:solidFill>
                  <a:schemeClr val="tx2"/>
                </a:solidFill>
              </a:rPr>
              <a:t>Knowledge Management Inadequate</a:t>
            </a:r>
          </a:p>
          <a:p>
            <a:pPr marL="463550" indent="-463550">
              <a:buFont typeface="+mj-lt"/>
              <a:buAutoNum type="arabicPeriod" startAt="9"/>
            </a:pPr>
            <a:r>
              <a:rPr lang="en-US" sz="2000" dirty="0">
                <a:solidFill>
                  <a:schemeClr val="tx2"/>
                </a:solidFill>
              </a:rPr>
              <a:t>Website/Digital Underperforms</a:t>
            </a:r>
          </a:p>
          <a:p>
            <a:pPr marL="463550" indent="-463550">
              <a:buFont typeface="+mj-lt"/>
              <a:buAutoNum type="arabicPeriod" startAt="9"/>
            </a:pPr>
            <a:r>
              <a:rPr lang="en-US" sz="2000" dirty="0">
                <a:solidFill>
                  <a:schemeClr val="tx2"/>
                </a:solidFill>
              </a:rPr>
              <a:t>Resource Allocation Lacks Prioritization</a:t>
            </a:r>
          </a:p>
          <a:p>
            <a:pPr marL="463550" indent="-463550">
              <a:buFont typeface="+mj-lt"/>
              <a:buAutoNum type="arabicPeriod" startAt="9"/>
            </a:pPr>
            <a:r>
              <a:rPr lang="en-US" sz="2000" dirty="0">
                <a:solidFill>
                  <a:schemeClr val="tx2"/>
                </a:solidFill>
              </a:rPr>
              <a:t>Process Maturity Gap</a:t>
            </a:r>
          </a:p>
          <a:p>
            <a:pPr marL="463550" indent="-463550">
              <a:buFont typeface="+mj-lt"/>
              <a:buAutoNum type="arabicPeriod" startAt="9"/>
            </a:pPr>
            <a:r>
              <a:rPr lang="en-US" sz="2000" dirty="0">
                <a:solidFill>
                  <a:schemeClr val="tx2"/>
                </a:solidFill>
              </a:rPr>
              <a:t>Competitive Positioning Needs Strategy</a:t>
            </a:r>
          </a:p>
          <a:p>
            <a:pPr marL="342900" indent="-342900">
              <a:buFont typeface="+mj-lt"/>
              <a:buAutoNum type="arabicPeriod" startAt="9"/>
            </a:pPr>
            <a:endParaRPr lang="en-US" sz="2000" dirty="0">
              <a:latin typeface="+mj-lt"/>
            </a:endParaRPr>
          </a:p>
          <a:p>
            <a:pPr marL="342900" indent="-342900">
              <a:buFont typeface="+mj-lt"/>
              <a:buAutoNum type="arabicPeriod" startAt="9"/>
            </a:pP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62910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21CAF3-B260-8C55-AB4B-710F6F50A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/>
              <a:t>Governance Maturity Roadmap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AD331-A788-0727-FC43-0EBFCD754C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2C8F2-9B71-BB4F-505B-7737A2C310B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679F4-1EC4-C79F-CF0F-F14F561E396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2CB54-4FF9-A200-16CE-B2D7C7E57C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26</a:t>
            </a:fld>
            <a:endParaRPr lang="en-US" b="0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FE8A0D-37DA-21AD-E41D-0982678CB56D}"/>
              </a:ext>
            </a:extLst>
          </p:cNvPr>
          <p:cNvCxnSpPr/>
          <p:nvPr/>
        </p:nvCxnSpPr>
        <p:spPr>
          <a:xfrm>
            <a:off x="1444487" y="1245705"/>
            <a:ext cx="0" cy="40021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859D5-765E-648C-9468-9813579FACDA}"/>
              </a:ext>
            </a:extLst>
          </p:cNvPr>
          <p:cNvCxnSpPr/>
          <p:nvPr/>
        </p:nvCxnSpPr>
        <p:spPr>
          <a:xfrm>
            <a:off x="1444487" y="5247861"/>
            <a:ext cx="655982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BE6C1E96-A189-9F8B-790E-52A29A9D104E}"/>
              </a:ext>
            </a:extLst>
          </p:cNvPr>
          <p:cNvCxnSpPr>
            <a:cxnSpLocks/>
          </p:cNvCxnSpPr>
          <p:nvPr/>
        </p:nvCxnSpPr>
        <p:spPr>
          <a:xfrm flipV="1">
            <a:off x="1773753" y="1916131"/>
            <a:ext cx="6135757" cy="3025738"/>
          </a:xfrm>
          <a:prstGeom prst="curvedConnector3">
            <a:avLst>
              <a:gd name="adj1" fmla="val 55832"/>
            </a:avLst>
          </a:prstGeom>
          <a:ln w="539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0B35C29B-3D3B-1082-BA54-AAE1D7382942}"/>
              </a:ext>
            </a:extLst>
          </p:cNvPr>
          <p:cNvSpPr/>
          <p:nvPr/>
        </p:nvSpPr>
        <p:spPr>
          <a:xfrm>
            <a:off x="2292626" y="4787969"/>
            <a:ext cx="212035" cy="21203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CF7A6F1-EF92-8E60-DC93-334DBC3E8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270" y="4288584"/>
            <a:ext cx="225572" cy="2255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577F7BA-EBDE-2039-098E-A80DB6084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18" y="3322590"/>
            <a:ext cx="225572" cy="225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82616E1-AC99-5371-1444-BC0993378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53" y="2176527"/>
            <a:ext cx="225572" cy="2255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E9E1718-1E35-8973-8309-BC862AF63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724" y="1803345"/>
            <a:ext cx="225572" cy="2255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A8B3CBC-33EA-278B-43E2-734712634057}"/>
              </a:ext>
            </a:extLst>
          </p:cNvPr>
          <p:cNvSpPr txBox="1"/>
          <p:nvPr/>
        </p:nvSpPr>
        <p:spPr>
          <a:xfrm>
            <a:off x="745716" y="1916131"/>
            <a:ext cx="492443" cy="21522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2000"/>
              <a:t>Complexity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3EAD59-370D-617D-F1F5-6B0415DF2717}"/>
              </a:ext>
            </a:extLst>
          </p:cNvPr>
          <p:cNvSpPr txBox="1"/>
          <p:nvPr/>
        </p:nvSpPr>
        <p:spPr>
          <a:xfrm>
            <a:off x="3185501" y="5410906"/>
            <a:ext cx="2724966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/>
              <a:t>Maturity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B416FB-6C46-9A24-717E-CB50595B8F50}"/>
              </a:ext>
            </a:extLst>
          </p:cNvPr>
          <p:cNvSpPr txBox="1"/>
          <p:nvPr/>
        </p:nvSpPr>
        <p:spPr>
          <a:xfrm>
            <a:off x="1629276" y="440137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Experimental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819549-0908-18B3-4730-92A91C2C99AD}"/>
              </a:ext>
            </a:extLst>
          </p:cNvPr>
          <p:cNvSpPr txBox="1"/>
          <p:nvPr/>
        </p:nvSpPr>
        <p:spPr>
          <a:xfrm>
            <a:off x="2988388" y="3966311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Emerging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839B68-2830-F1FD-53CD-E431A93A5E4B}"/>
              </a:ext>
            </a:extLst>
          </p:cNvPr>
          <p:cNvSpPr txBox="1"/>
          <p:nvPr/>
        </p:nvSpPr>
        <p:spPr>
          <a:xfrm>
            <a:off x="3806582" y="313845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Defined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CC12FC-C57F-DD12-589B-F6D07C3664E8}"/>
              </a:ext>
            </a:extLst>
          </p:cNvPr>
          <p:cNvSpPr txBox="1"/>
          <p:nvPr/>
        </p:nvSpPr>
        <p:spPr>
          <a:xfrm>
            <a:off x="4915479" y="2009565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Integrated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46056F-21FE-1A64-D345-2CAB6602D2F7}"/>
              </a:ext>
            </a:extLst>
          </p:cNvPr>
          <p:cNvSpPr txBox="1"/>
          <p:nvPr/>
        </p:nvSpPr>
        <p:spPr>
          <a:xfrm>
            <a:off x="6276453" y="1466467"/>
            <a:ext cx="17278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Transformational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3041EA-9695-FEF7-EDE5-5506E2D05EB0}"/>
              </a:ext>
            </a:extLst>
          </p:cNvPr>
          <p:cNvSpPr txBox="1"/>
          <p:nvPr/>
        </p:nvSpPr>
        <p:spPr>
          <a:xfrm>
            <a:off x="6841691" y="4392989"/>
            <a:ext cx="3233530" cy="789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Early Pilots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No Formal Strategy</a:t>
            </a:r>
          </a:p>
          <a:p>
            <a:pPr marL="285750" indent="-2857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Few Guard Rails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1C7A05-74FC-391B-EBF8-059B4020CBEF}"/>
              </a:ext>
            </a:extLst>
          </p:cNvPr>
          <p:cNvCxnSpPr>
            <a:cxnSpLocks/>
            <a:stCxn id="24" idx="5"/>
          </p:cNvCxnSpPr>
          <p:nvPr/>
        </p:nvCxnSpPr>
        <p:spPr>
          <a:xfrm flipV="1">
            <a:off x="2473609" y="4941869"/>
            <a:ext cx="4338009" cy="27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728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4DF1D-B24C-7756-BBE0-9B695F49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A73A54-5F72-A135-92B8-E01964C2A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/>
              <a:t>Governance Maturity Roadmap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9D570-CD16-E3EB-F681-9C30AF395F2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95C8A-377D-EF0F-8A22-68548F618A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7F808-A51B-46EF-7FD0-E950251BBAC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6664C-1A1D-9A8B-583D-A80029F7A0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27</a:t>
            </a:fld>
            <a:endParaRPr lang="en-US" b="0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09FF23-3E47-65E0-E937-A4C6B427251D}"/>
              </a:ext>
            </a:extLst>
          </p:cNvPr>
          <p:cNvCxnSpPr/>
          <p:nvPr/>
        </p:nvCxnSpPr>
        <p:spPr>
          <a:xfrm>
            <a:off x="1444487" y="1245705"/>
            <a:ext cx="0" cy="40021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EEF9A7-40F0-367D-CD39-AC649A057EE4}"/>
              </a:ext>
            </a:extLst>
          </p:cNvPr>
          <p:cNvCxnSpPr/>
          <p:nvPr/>
        </p:nvCxnSpPr>
        <p:spPr>
          <a:xfrm>
            <a:off x="1444487" y="5247861"/>
            <a:ext cx="655982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7A231AF2-C43B-CF16-CB4A-793DD56CE566}"/>
              </a:ext>
            </a:extLst>
          </p:cNvPr>
          <p:cNvCxnSpPr>
            <a:cxnSpLocks/>
          </p:cNvCxnSpPr>
          <p:nvPr/>
        </p:nvCxnSpPr>
        <p:spPr>
          <a:xfrm flipV="1">
            <a:off x="1773753" y="1916131"/>
            <a:ext cx="6135757" cy="3025738"/>
          </a:xfrm>
          <a:prstGeom prst="curvedConnector3">
            <a:avLst>
              <a:gd name="adj1" fmla="val 55832"/>
            </a:avLst>
          </a:prstGeom>
          <a:ln w="539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6863D61-FA44-18B3-475F-EF01823C772F}"/>
              </a:ext>
            </a:extLst>
          </p:cNvPr>
          <p:cNvSpPr/>
          <p:nvPr/>
        </p:nvSpPr>
        <p:spPr>
          <a:xfrm>
            <a:off x="2292626" y="4787969"/>
            <a:ext cx="212035" cy="21203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9837F22-BFF0-443D-A784-5AA6187FC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270" y="4288584"/>
            <a:ext cx="225572" cy="2255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B23DADA-AD13-A446-6499-3BE015305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18" y="3322590"/>
            <a:ext cx="225572" cy="225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CAB3529-66C7-15E9-C4D2-3A8A0F612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53" y="2176527"/>
            <a:ext cx="225572" cy="2255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2F4E540-DFAC-EA55-7E74-D3DE69DB6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724" y="1803345"/>
            <a:ext cx="225572" cy="2255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F3476CE-CAB2-F50A-3E38-9C494D8578DB}"/>
              </a:ext>
            </a:extLst>
          </p:cNvPr>
          <p:cNvSpPr txBox="1"/>
          <p:nvPr/>
        </p:nvSpPr>
        <p:spPr>
          <a:xfrm>
            <a:off x="745716" y="1916131"/>
            <a:ext cx="492443" cy="21522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2000"/>
              <a:t>Complexity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AE99AB-C5AB-0984-A458-E8FB48C7FF3C}"/>
              </a:ext>
            </a:extLst>
          </p:cNvPr>
          <p:cNvSpPr txBox="1"/>
          <p:nvPr/>
        </p:nvSpPr>
        <p:spPr>
          <a:xfrm>
            <a:off x="3185501" y="5410906"/>
            <a:ext cx="2724966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/>
              <a:t>Maturity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6F04C1-B36C-056E-5512-3F16FC171210}"/>
              </a:ext>
            </a:extLst>
          </p:cNvPr>
          <p:cNvSpPr txBox="1"/>
          <p:nvPr/>
        </p:nvSpPr>
        <p:spPr>
          <a:xfrm>
            <a:off x="1629276" y="440137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Experimental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2A2F15-E3C7-25EC-9DD5-381BD89ABAE4}"/>
              </a:ext>
            </a:extLst>
          </p:cNvPr>
          <p:cNvSpPr txBox="1"/>
          <p:nvPr/>
        </p:nvSpPr>
        <p:spPr>
          <a:xfrm>
            <a:off x="2988388" y="3966311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Emerging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6B1F48-FCF9-0FC1-8576-26581B363E66}"/>
              </a:ext>
            </a:extLst>
          </p:cNvPr>
          <p:cNvSpPr txBox="1"/>
          <p:nvPr/>
        </p:nvSpPr>
        <p:spPr>
          <a:xfrm>
            <a:off x="3806582" y="313845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Defined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31A5A1-B230-630F-3BF9-AC94BC1C4424}"/>
              </a:ext>
            </a:extLst>
          </p:cNvPr>
          <p:cNvSpPr txBox="1"/>
          <p:nvPr/>
        </p:nvSpPr>
        <p:spPr>
          <a:xfrm>
            <a:off x="4915479" y="2009565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Integrated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3BD56F-82D4-EBE6-9B5C-226283C1D24D}"/>
              </a:ext>
            </a:extLst>
          </p:cNvPr>
          <p:cNvSpPr txBox="1"/>
          <p:nvPr/>
        </p:nvSpPr>
        <p:spPr>
          <a:xfrm>
            <a:off x="6276453" y="1466467"/>
            <a:ext cx="17278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Transformational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02B9E8-4AB1-8B0F-17E6-08E57C841012}"/>
              </a:ext>
            </a:extLst>
          </p:cNvPr>
          <p:cNvSpPr txBox="1"/>
          <p:nvPr/>
        </p:nvSpPr>
        <p:spPr>
          <a:xfrm>
            <a:off x="6758609" y="4077492"/>
            <a:ext cx="3233530" cy="6976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Initial AI Strategy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Select Use Cases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Basic Governance Guidelines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CFA494-B44E-560E-7640-B42FA70A17AF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4287842" y="4401370"/>
            <a:ext cx="2470767" cy="8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567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E7DED-5220-D4C3-2D81-1248AFC77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F37B51-E10A-C26B-6583-24F34A153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/>
              <a:t>Governance Maturity Roadmap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B7A7F-C7DE-1A13-4D46-71979B0880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90851-49B7-D4EB-413B-84E54E5DB9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82237-9CAC-0870-AB62-AEEC6F36A2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A0F9A-252C-308A-64B0-1F38468499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28</a:t>
            </a:fld>
            <a:endParaRPr lang="en-US" b="0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B4117D6-D283-1C73-444D-5E05FF2B28E7}"/>
              </a:ext>
            </a:extLst>
          </p:cNvPr>
          <p:cNvCxnSpPr/>
          <p:nvPr/>
        </p:nvCxnSpPr>
        <p:spPr>
          <a:xfrm>
            <a:off x="1444487" y="1245705"/>
            <a:ext cx="0" cy="40021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1A732-1577-386C-4B8A-E505C8776811}"/>
              </a:ext>
            </a:extLst>
          </p:cNvPr>
          <p:cNvCxnSpPr/>
          <p:nvPr/>
        </p:nvCxnSpPr>
        <p:spPr>
          <a:xfrm>
            <a:off x="1444487" y="5247861"/>
            <a:ext cx="655982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6D39FE30-A110-901E-FFC6-47BB241D8657}"/>
              </a:ext>
            </a:extLst>
          </p:cNvPr>
          <p:cNvCxnSpPr>
            <a:cxnSpLocks/>
          </p:cNvCxnSpPr>
          <p:nvPr/>
        </p:nvCxnSpPr>
        <p:spPr>
          <a:xfrm flipV="1">
            <a:off x="1773753" y="1916131"/>
            <a:ext cx="6135757" cy="3025738"/>
          </a:xfrm>
          <a:prstGeom prst="curvedConnector3">
            <a:avLst>
              <a:gd name="adj1" fmla="val 55832"/>
            </a:avLst>
          </a:prstGeom>
          <a:ln w="539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99BF4DBB-8932-0855-ACD0-9E80FFA2B2A7}"/>
              </a:ext>
            </a:extLst>
          </p:cNvPr>
          <p:cNvSpPr/>
          <p:nvPr/>
        </p:nvSpPr>
        <p:spPr>
          <a:xfrm>
            <a:off x="2292626" y="4787969"/>
            <a:ext cx="212035" cy="21203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2D89F53-D8BD-3C9B-FC0F-A3D3AD65C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270" y="4288584"/>
            <a:ext cx="225572" cy="2255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E3E5E57-66B7-5C19-EAF8-D06D2270F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18" y="3322590"/>
            <a:ext cx="225572" cy="225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B7F7765-F335-BB04-98C2-EF424BAFB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53" y="2176527"/>
            <a:ext cx="225572" cy="2255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2081B6E-9C2C-B907-E73F-1CFAB4962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724" y="1803345"/>
            <a:ext cx="225572" cy="2255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EDD0A72-A4B1-BE9B-86C9-FEDFC92DB38D}"/>
              </a:ext>
            </a:extLst>
          </p:cNvPr>
          <p:cNvSpPr txBox="1"/>
          <p:nvPr/>
        </p:nvSpPr>
        <p:spPr>
          <a:xfrm>
            <a:off x="745716" y="1916131"/>
            <a:ext cx="492443" cy="21522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2000"/>
              <a:t>Complexity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D4F64A-432D-0833-BCA4-885754CDF7D3}"/>
              </a:ext>
            </a:extLst>
          </p:cNvPr>
          <p:cNvSpPr txBox="1"/>
          <p:nvPr/>
        </p:nvSpPr>
        <p:spPr>
          <a:xfrm>
            <a:off x="3185501" y="5410906"/>
            <a:ext cx="2724966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/>
              <a:t>Maturity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4C1F87-F0C1-DDC9-CE40-2476C721FF3B}"/>
              </a:ext>
            </a:extLst>
          </p:cNvPr>
          <p:cNvSpPr txBox="1"/>
          <p:nvPr/>
        </p:nvSpPr>
        <p:spPr>
          <a:xfrm>
            <a:off x="1629276" y="440137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Experimental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F5086D-04A7-F641-D088-A6F1F154C612}"/>
              </a:ext>
            </a:extLst>
          </p:cNvPr>
          <p:cNvSpPr txBox="1"/>
          <p:nvPr/>
        </p:nvSpPr>
        <p:spPr>
          <a:xfrm>
            <a:off x="2988388" y="3966311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Emerging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F975B8-BCDF-7EA7-E2BE-EDFFECBE311E}"/>
              </a:ext>
            </a:extLst>
          </p:cNvPr>
          <p:cNvSpPr txBox="1"/>
          <p:nvPr/>
        </p:nvSpPr>
        <p:spPr>
          <a:xfrm>
            <a:off x="3806582" y="313845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Defined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46930B-42F1-0005-7004-78ED606A363A}"/>
              </a:ext>
            </a:extLst>
          </p:cNvPr>
          <p:cNvSpPr txBox="1"/>
          <p:nvPr/>
        </p:nvSpPr>
        <p:spPr>
          <a:xfrm>
            <a:off x="4915479" y="2009565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Integrated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F33CC9-132B-9196-F874-2B2C32700B47}"/>
              </a:ext>
            </a:extLst>
          </p:cNvPr>
          <p:cNvSpPr txBox="1"/>
          <p:nvPr/>
        </p:nvSpPr>
        <p:spPr>
          <a:xfrm>
            <a:off x="6276453" y="1466467"/>
            <a:ext cx="17278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Transformational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EECB50-0AF4-4A0C-34A1-E066946B7CFC}"/>
              </a:ext>
            </a:extLst>
          </p:cNvPr>
          <p:cNvSpPr txBox="1"/>
          <p:nvPr/>
        </p:nvSpPr>
        <p:spPr>
          <a:xfrm>
            <a:off x="7909510" y="3137399"/>
            <a:ext cx="3233530" cy="7104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/>
              <a:t>Clearly Articulated Strategy tied to business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Established Governance Policies &amp; Standards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066E40-EDF8-3FD8-2916-B730369364BB}"/>
              </a:ext>
            </a:extLst>
          </p:cNvPr>
          <p:cNvCxnSpPr>
            <a:cxnSpLocks/>
          </p:cNvCxnSpPr>
          <p:nvPr/>
        </p:nvCxnSpPr>
        <p:spPr>
          <a:xfrm>
            <a:off x="5325957" y="3460565"/>
            <a:ext cx="2583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051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56E8-CB7C-2746-CCCB-B68E9C7C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4758AB-FE6A-2A35-B6B7-2FCC5D608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/>
              <a:t>Governance Maturity Roadmap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F398E-83CC-2A14-EA8A-D311020012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7334A-E0D8-23D8-B86B-0CC3D797B18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776FA-7579-FC18-8E4D-43B9C20A81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2DA24-C846-397E-9C79-95250EE590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29</a:t>
            </a:fld>
            <a:endParaRPr lang="en-US" b="0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3E5093-9142-221F-F619-6ECAE5A5F45C}"/>
              </a:ext>
            </a:extLst>
          </p:cNvPr>
          <p:cNvCxnSpPr/>
          <p:nvPr/>
        </p:nvCxnSpPr>
        <p:spPr>
          <a:xfrm>
            <a:off x="1444487" y="1245705"/>
            <a:ext cx="0" cy="40021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A6C2B4-4950-B36B-D59B-6CA7A60AF125}"/>
              </a:ext>
            </a:extLst>
          </p:cNvPr>
          <p:cNvCxnSpPr/>
          <p:nvPr/>
        </p:nvCxnSpPr>
        <p:spPr>
          <a:xfrm>
            <a:off x="1444487" y="5247861"/>
            <a:ext cx="655982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375164C2-E535-C978-BC3C-2CB0A9EEFE72}"/>
              </a:ext>
            </a:extLst>
          </p:cNvPr>
          <p:cNvCxnSpPr>
            <a:cxnSpLocks/>
          </p:cNvCxnSpPr>
          <p:nvPr/>
        </p:nvCxnSpPr>
        <p:spPr>
          <a:xfrm flipV="1">
            <a:off x="1773753" y="1916131"/>
            <a:ext cx="6135757" cy="3025738"/>
          </a:xfrm>
          <a:prstGeom prst="curvedConnector3">
            <a:avLst>
              <a:gd name="adj1" fmla="val 55832"/>
            </a:avLst>
          </a:prstGeom>
          <a:ln w="539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626F933-6421-A505-0326-169B56F9DB3C}"/>
              </a:ext>
            </a:extLst>
          </p:cNvPr>
          <p:cNvSpPr/>
          <p:nvPr/>
        </p:nvSpPr>
        <p:spPr>
          <a:xfrm>
            <a:off x="2292626" y="4787969"/>
            <a:ext cx="212035" cy="21203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72E774A-2BE7-D994-FF36-113219B47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270" y="4288584"/>
            <a:ext cx="225572" cy="2255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C6A8F1-F229-A773-A1AC-2E46C6EEC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18" y="3322590"/>
            <a:ext cx="225572" cy="225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4726E90-0EE5-1CE5-E761-B9BA653AA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53" y="2176527"/>
            <a:ext cx="225572" cy="2255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960D244-9E8E-9735-FFC4-835B9CED5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724" y="1803345"/>
            <a:ext cx="225572" cy="2255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597E03-737B-A88E-51B8-7F512B621462}"/>
              </a:ext>
            </a:extLst>
          </p:cNvPr>
          <p:cNvSpPr txBox="1"/>
          <p:nvPr/>
        </p:nvSpPr>
        <p:spPr>
          <a:xfrm>
            <a:off x="745716" y="1916131"/>
            <a:ext cx="492443" cy="21522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2000"/>
              <a:t>Complexity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8A7BA8-CDC9-EE27-4E5D-A7A298E13F16}"/>
              </a:ext>
            </a:extLst>
          </p:cNvPr>
          <p:cNvSpPr txBox="1"/>
          <p:nvPr/>
        </p:nvSpPr>
        <p:spPr>
          <a:xfrm>
            <a:off x="3185501" y="5410906"/>
            <a:ext cx="2724966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/>
              <a:t>Maturity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7BE24F-1DE8-4412-0F43-1FF8D0065EA0}"/>
              </a:ext>
            </a:extLst>
          </p:cNvPr>
          <p:cNvSpPr txBox="1"/>
          <p:nvPr/>
        </p:nvSpPr>
        <p:spPr>
          <a:xfrm>
            <a:off x="1629276" y="440137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Experimental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0FBC24-13B7-A722-32C1-1F8C173F6B1E}"/>
              </a:ext>
            </a:extLst>
          </p:cNvPr>
          <p:cNvSpPr txBox="1"/>
          <p:nvPr/>
        </p:nvSpPr>
        <p:spPr>
          <a:xfrm>
            <a:off x="2988388" y="3966311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Emerging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C6F72E-0C6F-3D7A-1B62-A38289FDF75D}"/>
              </a:ext>
            </a:extLst>
          </p:cNvPr>
          <p:cNvSpPr txBox="1"/>
          <p:nvPr/>
        </p:nvSpPr>
        <p:spPr>
          <a:xfrm>
            <a:off x="3806582" y="313845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Defined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270F15-F083-37F0-143B-EB81F0E935C3}"/>
              </a:ext>
            </a:extLst>
          </p:cNvPr>
          <p:cNvSpPr txBox="1"/>
          <p:nvPr/>
        </p:nvSpPr>
        <p:spPr>
          <a:xfrm>
            <a:off x="4915479" y="2009565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Integrated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5B2078-DC2B-6B35-464A-04B5ADFC53DA}"/>
              </a:ext>
            </a:extLst>
          </p:cNvPr>
          <p:cNvSpPr txBox="1"/>
          <p:nvPr/>
        </p:nvSpPr>
        <p:spPr>
          <a:xfrm>
            <a:off x="6276453" y="1466467"/>
            <a:ext cx="17278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Transformational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87D2F8-47E2-311E-DA8F-D2FA26C073ED}"/>
              </a:ext>
            </a:extLst>
          </p:cNvPr>
          <p:cNvSpPr txBox="1"/>
          <p:nvPr/>
        </p:nvSpPr>
        <p:spPr>
          <a:xfrm>
            <a:off x="7637462" y="2162509"/>
            <a:ext cx="3233530" cy="8951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/>
              <a:t>AI Woven into multiple Products, Services, and Decision-Making Processes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Robust Governance covering Data, Compliance &amp; Biases.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B0C760-6604-465D-952E-E72C5893E12D}"/>
              </a:ext>
            </a:extLst>
          </p:cNvPr>
          <p:cNvCxnSpPr>
            <a:cxnSpLocks/>
          </p:cNvCxnSpPr>
          <p:nvPr/>
        </p:nvCxnSpPr>
        <p:spPr>
          <a:xfrm>
            <a:off x="6502025" y="2289313"/>
            <a:ext cx="1135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615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482D-8506-839B-D4C9-E83AC50E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4D4B0C-BCC7-3BE7-F49F-550B4C15E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/>
              <a:t>Governance Maturity Roadmap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DBC50-8B7F-D29F-8084-0491D1E63E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72862-767D-48AF-E4AE-929B11EE26D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370AA-5036-5301-2275-CD3970BFB93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C9E243-AE09-F367-E512-33CBE2A401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30</a:t>
            </a:fld>
            <a:endParaRPr lang="en-US" b="0" noProof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90B806-1FFA-57B5-6C79-C4C1CA3B5D75}"/>
              </a:ext>
            </a:extLst>
          </p:cNvPr>
          <p:cNvCxnSpPr/>
          <p:nvPr/>
        </p:nvCxnSpPr>
        <p:spPr>
          <a:xfrm>
            <a:off x="1444487" y="1245705"/>
            <a:ext cx="0" cy="400215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3C447B-B5CD-C1AE-A7A3-C21A9254731A}"/>
              </a:ext>
            </a:extLst>
          </p:cNvPr>
          <p:cNvCxnSpPr/>
          <p:nvPr/>
        </p:nvCxnSpPr>
        <p:spPr>
          <a:xfrm>
            <a:off x="1444487" y="5247861"/>
            <a:ext cx="655982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4887FA13-ADFF-C8BD-D0BC-8DAEC05A8532}"/>
              </a:ext>
            </a:extLst>
          </p:cNvPr>
          <p:cNvCxnSpPr>
            <a:cxnSpLocks/>
          </p:cNvCxnSpPr>
          <p:nvPr/>
        </p:nvCxnSpPr>
        <p:spPr>
          <a:xfrm flipV="1">
            <a:off x="1773753" y="1916131"/>
            <a:ext cx="6135757" cy="3025738"/>
          </a:xfrm>
          <a:prstGeom prst="curvedConnector3">
            <a:avLst>
              <a:gd name="adj1" fmla="val 55832"/>
            </a:avLst>
          </a:prstGeom>
          <a:ln w="539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F970D24-B607-2614-E7B8-5F49ECDFE269}"/>
              </a:ext>
            </a:extLst>
          </p:cNvPr>
          <p:cNvSpPr/>
          <p:nvPr/>
        </p:nvSpPr>
        <p:spPr>
          <a:xfrm>
            <a:off x="2292626" y="4787969"/>
            <a:ext cx="212035" cy="21203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FE3DD04-5386-359E-41BF-12F53D33B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270" y="4288584"/>
            <a:ext cx="225572" cy="2255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03F67AE-21EB-5E9D-FEBB-8B5C93C33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318" y="3322590"/>
            <a:ext cx="225572" cy="225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F9FED94-76FE-4CAF-7D30-CD48CE3F8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53" y="2176527"/>
            <a:ext cx="225572" cy="2255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8830BC7-9346-B6DF-B437-51A18520D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724" y="1803345"/>
            <a:ext cx="225572" cy="22557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DF062A3-012E-1A9C-F6B6-871DE10B97CF}"/>
              </a:ext>
            </a:extLst>
          </p:cNvPr>
          <p:cNvSpPr txBox="1"/>
          <p:nvPr/>
        </p:nvSpPr>
        <p:spPr>
          <a:xfrm>
            <a:off x="845376" y="1983302"/>
            <a:ext cx="492443" cy="215228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sz="2000"/>
              <a:t>Complexity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E9E7C3-DBA3-3E08-50F5-7C7654E8FB81}"/>
              </a:ext>
            </a:extLst>
          </p:cNvPr>
          <p:cNvSpPr txBox="1"/>
          <p:nvPr/>
        </p:nvSpPr>
        <p:spPr>
          <a:xfrm>
            <a:off x="3185501" y="5410906"/>
            <a:ext cx="2724966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000"/>
              <a:t>Maturity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ADC917-FF71-75C4-A68B-B409CC783160}"/>
              </a:ext>
            </a:extLst>
          </p:cNvPr>
          <p:cNvSpPr txBox="1"/>
          <p:nvPr/>
        </p:nvSpPr>
        <p:spPr>
          <a:xfrm>
            <a:off x="1629276" y="440137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Experimental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38C90C-E9CF-CD0B-CB8D-D6F7F217EB77}"/>
              </a:ext>
            </a:extLst>
          </p:cNvPr>
          <p:cNvSpPr txBox="1"/>
          <p:nvPr/>
        </p:nvSpPr>
        <p:spPr>
          <a:xfrm>
            <a:off x="2988388" y="3966311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Emerging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4A4987-D999-010E-FF20-737A054043BB}"/>
              </a:ext>
            </a:extLst>
          </p:cNvPr>
          <p:cNvSpPr txBox="1"/>
          <p:nvPr/>
        </p:nvSpPr>
        <p:spPr>
          <a:xfrm>
            <a:off x="3806582" y="3138450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Defined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54A520-0F5A-FE13-6063-6CE3B765B070}"/>
              </a:ext>
            </a:extLst>
          </p:cNvPr>
          <p:cNvSpPr txBox="1"/>
          <p:nvPr/>
        </p:nvSpPr>
        <p:spPr>
          <a:xfrm>
            <a:off x="4915479" y="2009565"/>
            <a:ext cx="1288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Integrated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4FA36A-B90C-23F9-F8BF-DB514CE47CC0}"/>
              </a:ext>
            </a:extLst>
          </p:cNvPr>
          <p:cNvSpPr txBox="1"/>
          <p:nvPr/>
        </p:nvSpPr>
        <p:spPr>
          <a:xfrm>
            <a:off x="6276453" y="1466467"/>
            <a:ext cx="17278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/>
              <a:t>Transformational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EE43DA-77D4-7AD0-EEAE-1926F91BFEAB}"/>
              </a:ext>
            </a:extLst>
          </p:cNvPr>
          <p:cNvSpPr txBox="1"/>
          <p:nvPr/>
        </p:nvSpPr>
        <p:spPr>
          <a:xfrm>
            <a:off x="8401722" y="1466467"/>
            <a:ext cx="3233530" cy="11439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/>
              <a:t>AI Woven into Competitive Strategy, driving Market Strategy, Innovation &amp; Differentiation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/>
              <a:t>Mature Governance with proactive controls, dynamic guardrails, and ethical risk mitigation.</a:t>
            </a:r>
          </a:p>
          <a:p>
            <a:pPr marL="171450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7C855D-0FB8-E270-F784-3B4611D56266}"/>
              </a:ext>
            </a:extLst>
          </p:cNvPr>
          <p:cNvCxnSpPr>
            <a:cxnSpLocks/>
          </p:cNvCxnSpPr>
          <p:nvPr/>
        </p:nvCxnSpPr>
        <p:spPr>
          <a:xfrm>
            <a:off x="8004313" y="1916131"/>
            <a:ext cx="3974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263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BB1E05-5897-0ED4-FE77-A4AA1005E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3-Tiered Governance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B0005-5211-D035-C87B-9BF5AC1986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25A9B-4FE0-C558-4AC6-575FD99D34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15267-D514-674D-B614-CAE2B5C6C0E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31</a:t>
            </a:fld>
            <a:endParaRPr lang="en-US" b="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A6F626-BFD8-C02E-DD5D-00838FE11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3" y="814505"/>
            <a:ext cx="8819571" cy="564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324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AE53F7-A5DD-7B6E-E261-3CE023189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Governance Tactical Road 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1CC2D-6744-EDA2-73FB-9E524E4CDF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E7DAD-52BD-9DEC-F54D-DB3B2F2ECE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CB238-7DB1-8085-A45A-68D97F60E4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32</a:t>
            </a:fld>
            <a:endParaRPr lang="en-US" b="0" noProof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3E6C2D-416D-6E24-0221-139DB6722966}"/>
              </a:ext>
            </a:extLst>
          </p:cNvPr>
          <p:cNvSpPr/>
          <p:nvPr/>
        </p:nvSpPr>
        <p:spPr>
          <a:xfrm>
            <a:off x="546100" y="911915"/>
            <a:ext cx="9063281" cy="33596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tabLst>
                <a:tab pos="7315200" algn="l"/>
              </a:tabLst>
            </a:pPr>
            <a:r>
              <a:rPr lang="en-US" sz="1600" dirty="0"/>
              <a:t>Q1/Q2: Experimental / Emerging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53E86-EE41-25F4-38C4-59D14FAEFE03}"/>
              </a:ext>
            </a:extLst>
          </p:cNvPr>
          <p:cNvSpPr txBox="1"/>
          <p:nvPr/>
        </p:nvSpPr>
        <p:spPr>
          <a:xfrm>
            <a:off x="6705007" y="6211669"/>
            <a:ext cx="2349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End of Q2 - 2026 Target</a:t>
            </a:r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5C2B9C23-F915-A745-BB2B-D1B6621F0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56222"/>
              </p:ext>
            </p:extLst>
          </p:nvPr>
        </p:nvGraphicFramePr>
        <p:xfrm>
          <a:off x="756903" y="1373981"/>
          <a:ext cx="8773959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643">
                  <a:extLst>
                    <a:ext uri="{9D8B030D-6E8A-4147-A177-3AD203B41FA5}">
                      <a16:colId xmlns:a16="http://schemas.microsoft.com/office/drawing/2014/main" val="3910029214"/>
                    </a:ext>
                  </a:extLst>
                </a:gridCol>
                <a:gridCol w="2156331">
                  <a:extLst>
                    <a:ext uri="{9D8B030D-6E8A-4147-A177-3AD203B41FA5}">
                      <a16:colId xmlns:a16="http://schemas.microsoft.com/office/drawing/2014/main" val="2200458181"/>
                    </a:ext>
                  </a:extLst>
                </a:gridCol>
                <a:gridCol w="3582830">
                  <a:extLst>
                    <a:ext uri="{9D8B030D-6E8A-4147-A177-3AD203B41FA5}">
                      <a16:colId xmlns:a16="http://schemas.microsoft.com/office/drawing/2014/main" val="2143082156"/>
                    </a:ext>
                  </a:extLst>
                </a:gridCol>
                <a:gridCol w="1196155">
                  <a:extLst>
                    <a:ext uri="{9D8B030D-6E8A-4147-A177-3AD203B41FA5}">
                      <a16:colId xmlns:a16="http://schemas.microsoft.com/office/drawing/2014/main" val="4225604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Governance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Key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Due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34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Operating Model and Oversight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 the AI Operational Working Group (AWG).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Ratify the Charter</a:t>
                      </a:r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Ratify Key members</a:t>
                      </a:r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 </a:t>
                      </a:r>
                      <a:r>
                        <a:rPr lang="en-US" sz="10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Intake</a:t>
                      </a: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Process</a:t>
                      </a:r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 </a:t>
                      </a:r>
                      <a:r>
                        <a:rPr lang="en-US" sz="10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exit</a:t>
                      </a: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criteria</a:t>
                      </a:r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Determine process for standing up Execution Task Force (ETF)</a:t>
                      </a:r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 Documentation Requirements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02/27/2026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7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Financial,</a:t>
                      </a:r>
                    </a:p>
                    <a:p>
                      <a:r>
                        <a:rPr lang="en-US" sz="1000"/>
                        <a:t>DevOps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Facilitate deployment of “Pricing Agent” from Risk Group</a:t>
                      </a:r>
                      <a:br>
                        <a:rPr lang="en-US" sz="1000" dirty="0"/>
                      </a:br>
                      <a:br>
                        <a:rPr lang="en-US" sz="1000" dirty="0"/>
                      </a:br>
                      <a:r>
                        <a:rPr lang="en-US" sz="1000" dirty="0"/>
                        <a:t>Address Shadow IT Root Causes and eliminate all.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Short term budget for tokens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CBA 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Hugging Face to save on tokens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 tools for all forms of AI uses &amp; plan to make them available over the course of the year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 best platform for deployment of internal apps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3/6/2026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02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Registry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Central Registry for Models &amp;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 for tagging all PII and related data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CBA 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SLM vs LLM, on premise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Set-up an 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MCP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tools and Agent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registry.</a:t>
                      </a:r>
                      <a:endParaRPr lang="en-U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model registry will also be needed if we build our own.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Begin discussion on consolidation of Genesys &amp; Observe AI.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3/13/2026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56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Genesys &amp; Observe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ü"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Finalize the decision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ü"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Plan the transition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3/20/2026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1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Data Classification</a:t>
                      </a:r>
                    </a:p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Data Lineage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Prepare data to be AI-Ready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Classify all Structured (90% currently untagged)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Classify all Unstructured data (Nearly all untagged</a:t>
                      </a:r>
                      <a:r>
                        <a:rPr lang="en-US" sz="1000" dirty="0"/>
                        <a:t>)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Define framework for vectorization of all Unstructured data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dirty="0"/>
                        <a:t>Setup a fund to implement RAG pipeline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3/27/2026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847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</a:rPr>
                        <a:t>Legal, Compliance &amp; Regulatory Controls</a:t>
                      </a:r>
                    </a:p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Ensure Compliance with Regulatory Statutes.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550" lvl="0" indent="-17145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Ensure encryption at rest and in transit.</a:t>
                      </a:r>
                    </a:p>
                    <a:p>
                      <a:pPr marL="44550" lvl="0" indent="-171450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Maintain audit logs for all data access and changes.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4/3/2026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536421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03F18B0D-CAD7-0FF0-6B66-4FE7D321F792}"/>
              </a:ext>
            </a:extLst>
          </p:cNvPr>
          <p:cNvSpPr txBox="1"/>
          <p:nvPr/>
        </p:nvSpPr>
        <p:spPr>
          <a:xfrm>
            <a:off x="624255" y="926008"/>
            <a:ext cx="703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Level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54582-ABE6-818F-529A-192A8F646752}"/>
              </a:ext>
            </a:extLst>
          </p:cNvPr>
          <p:cNvSpPr txBox="1"/>
          <p:nvPr/>
        </p:nvSpPr>
        <p:spPr>
          <a:xfrm>
            <a:off x="8110621" y="926008"/>
            <a:ext cx="1471449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FF0000"/>
                </a:solidFill>
              </a:rPr>
              <a:t>Completed</a:t>
            </a:r>
          </a:p>
        </p:txBody>
      </p:sp>
    </p:spTree>
    <p:extLst>
      <p:ext uri="{BB962C8B-B14F-4D97-AF65-F5344CB8AC3E}">
        <p14:creationId xmlns:p14="http://schemas.microsoft.com/office/powerpoint/2010/main" val="2061432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7433-B183-86AE-197A-63FBC913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127705-C070-889F-28A7-B2C7C0B4B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Governance Tactical Road Map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7C421-6AA9-D2C8-D1EF-7D3477EEFE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496BC-48E1-D1F8-3275-E59E339B226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DDE05-1327-3350-C04D-87A4E04D92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765D6-2C3F-782F-AF18-E40C740518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33</a:t>
            </a:fld>
            <a:endParaRPr lang="en-US" b="0" noProof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1B85E9-E87A-2D30-44F3-AFD08FA618DB}"/>
              </a:ext>
            </a:extLst>
          </p:cNvPr>
          <p:cNvSpPr/>
          <p:nvPr/>
        </p:nvSpPr>
        <p:spPr>
          <a:xfrm>
            <a:off x="546100" y="911915"/>
            <a:ext cx="9063281" cy="335964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Q1/Q2: Experimental / Emerging</a:t>
            </a:r>
          </a:p>
        </p:txBody>
      </p: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id="{007812E1-7B50-D161-5F4A-D7EF20D0B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806870"/>
              </p:ext>
            </p:extLst>
          </p:nvPr>
        </p:nvGraphicFramePr>
        <p:xfrm>
          <a:off x="546101" y="1373981"/>
          <a:ext cx="9063280" cy="2954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346">
                  <a:extLst>
                    <a:ext uri="{9D8B030D-6E8A-4147-A177-3AD203B41FA5}">
                      <a16:colId xmlns:a16="http://schemas.microsoft.com/office/drawing/2014/main" val="3910029214"/>
                    </a:ext>
                  </a:extLst>
                </a:gridCol>
                <a:gridCol w="2261533">
                  <a:extLst>
                    <a:ext uri="{9D8B030D-6E8A-4147-A177-3AD203B41FA5}">
                      <a16:colId xmlns:a16="http://schemas.microsoft.com/office/drawing/2014/main" val="2200458181"/>
                    </a:ext>
                  </a:extLst>
                </a:gridCol>
                <a:gridCol w="3757628">
                  <a:extLst>
                    <a:ext uri="{9D8B030D-6E8A-4147-A177-3AD203B41FA5}">
                      <a16:colId xmlns:a16="http://schemas.microsoft.com/office/drawing/2014/main" val="2143082156"/>
                    </a:ext>
                  </a:extLst>
                </a:gridCol>
                <a:gridCol w="1115773">
                  <a:extLst>
                    <a:ext uri="{9D8B030D-6E8A-4147-A177-3AD203B41FA5}">
                      <a16:colId xmlns:a16="http://schemas.microsoft.com/office/drawing/2014/main" val="4225604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Governance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Key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Due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340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 Attribution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fontAlgn="t">
                        <a:lnSpc>
                          <a:spcPts val="1500"/>
                        </a:lnSpc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 each AI TCO to the sponsored BU.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4/3/2026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679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Metadata Management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Ensure all structured Data have associated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fontAlgn="t">
                        <a:lnSpc>
                          <a:spcPts val="15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 retention, classification, or compliance policy to all data.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4/3 - 4/24/2026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770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Vendor Management Policies &amp; Engagement process</a:t>
                      </a:r>
                    </a:p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Establish a clear process for Tool evaluation and Vendor Engagement.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Vector 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Databases, Monitoring and logging tools, Model assessment tools, PII detection tools, Model Drift detection tools,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4/10 – 5/1/2026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02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/>
                        <a:t>Incident Response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 incident response playbook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/>
                        <a:t>Processes &amp; Tools to manage model failures, bias incidents, hallucinations, data leakage, and adversarial attacks.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4/17 – 5/8/2026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565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err="1"/>
                        <a:t>DevSecOps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Establish Deployment Patters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/>
                        <a:t>Canary / Blue-Green deployment to limit blast radius.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/>
                        <a:t>Rollback &amp; Recovery Procedure.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/>
                        <a:t>Shadow mode deployment (run along side legacy before cutover)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5/15 – 5/29/2026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7156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C2ADB0C-B3DA-F27F-6E92-1614F560A44B}"/>
              </a:ext>
            </a:extLst>
          </p:cNvPr>
          <p:cNvSpPr txBox="1"/>
          <p:nvPr/>
        </p:nvSpPr>
        <p:spPr>
          <a:xfrm>
            <a:off x="624255" y="926008"/>
            <a:ext cx="703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Level 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8AC41-8BEA-4088-943C-A6142772E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381" y="3791132"/>
            <a:ext cx="282317" cy="3693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44910A-90BC-599B-84C7-E06CF4DA2DCF}"/>
              </a:ext>
            </a:extLst>
          </p:cNvPr>
          <p:cNvSpPr txBox="1"/>
          <p:nvPr/>
        </p:nvSpPr>
        <p:spPr>
          <a:xfrm>
            <a:off x="8110621" y="926008"/>
            <a:ext cx="1471449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FF0000"/>
                </a:solidFill>
              </a:rPr>
              <a:t>Completed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947EFB-E0E2-E9AB-403A-73D096860C94}"/>
              </a:ext>
            </a:extLst>
          </p:cNvPr>
          <p:cNvSpPr txBox="1"/>
          <p:nvPr/>
        </p:nvSpPr>
        <p:spPr>
          <a:xfrm>
            <a:off x="9683263" y="3978613"/>
            <a:ext cx="129661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38% Completed in 30 days</a:t>
            </a:r>
          </a:p>
        </p:txBody>
      </p:sp>
    </p:spTree>
    <p:extLst>
      <p:ext uri="{BB962C8B-B14F-4D97-AF65-F5344CB8AC3E}">
        <p14:creationId xmlns:p14="http://schemas.microsoft.com/office/powerpoint/2010/main" val="13865673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C1D5A1-23A2-BC3F-D81D-AD7B331D2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Existing SDLC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48E02-CC88-F40C-77E5-E41E1E3446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1EBDF-197D-EE83-7362-81DEE70C3C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EE022-AAC8-5CF2-06CF-A4AAB09A43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8C907-1538-7039-DFD4-E6F11A3573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34</a:t>
            </a:fld>
            <a:endParaRPr lang="en-US" b="0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76EEC4-D46A-1F86-DA97-D7A4AD954685}"/>
              </a:ext>
            </a:extLst>
          </p:cNvPr>
          <p:cNvGrpSpPr/>
          <p:nvPr/>
        </p:nvGrpSpPr>
        <p:grpSpPr>
          <a:xfrm>
            <a:off x="443176" y="1069687"/>
            <a:ext cx="9240087" cy="5136139"/>
            <a:chOff x="335428" y="854284"/>
            <a:chExt cx="9240087" cy="5136139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2C343C6-36B5-D9FE-EB40-6C48BA5A3030}"/>
                </a:ext>
              </a:extLst>
            </p:cNvPr>
            <p:cNvSpPr/>
            <p:nvPr/>
          </p:nvSpPr>
          <p:spPr>
            <a:xfrm>
              <a:off x="659724" y="1105054"/>
              <a:ext cx="1330001" cy="95693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High-Lebel Requirements</a:t>
              </a:r>
              <a:br>
                <a:rPr lang="en-US" sz="1200" b="1" dirty="0">
                  <a:solidFill>
                    <a:schemeClr val="tx1"/>
                  </a:solidFill>
                </a:rPr>
              </a:br>
              <a:r>
                <a:rPr lang="en-US" sz="1200" b="1" dirty="0">
                  <a:solidFill>
                    <a:schemeClr val="tx1"/>
                  </a:solidFill>
                </a:rPr>
                <a:t>Confluence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553392A-A934-A40A-C353-6FE3DD534BD6}"/>
                </a:ext>
              </a:extLst>
            </p:cNvPr>
            <p:cNvSpPr/>
            <p:nvPr/>
          </p:nvSpPr>
          <p:spPr>
            <a:xfrm>
              <a:off x="2524898" y="854284"/>
              <a:ext cx="1244009" cy="12077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Process Flow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Nintex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&amp; Policy Documents, etc.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D62CFA3-4E7F-F34D-9755-17E75DECF8EC}"/>
                </a:ext>
              </a:extLst>
            </p:cNvPr>
            <p:cNvSpPr/>
            <p:nvPr/>
          </p:nvSpPr>
          <p:spPr>
            <a:xfrm>
              <a:off x="5000442" y="1096207"/>
              <a:ext cx="2191113" cy="95693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Architectural Design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Confluence</a:t>
              </a:r>
            </a:p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F664AE-CE9C-AAA3-ECE1-87786876B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0431" y="2160541"/>
              <a:ext cx="2237363" cy="164875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6211942-4C9E-885A-A012-B2891FFA2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92659" y="2312293"/>
              <a:ext cx="2339970" cy="1421048"/>
            </a:xfrm>
            <a:prstGeom prst="rect">
              <a:avLst/>
            </a:prstGeom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A8F3C90-2FC7-8C54-0112-475CF2C99E28}"/>
                </a:ext>
              </a:extLst>
            </p:cNvPr>
            <p:cNvSpPr/>
            <p:nvPr/>
          </p:nvSpPr>
          <p:spPr>
            <a:xfrm>
              <a:off x="8195596" y="1105054"/>
              <a:ext cx="1379919" cy="95693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Detailed Requirements</a:t>
              </a:r>
            </a:p>
          </p:txBody>
        </p:sp>
        <p:sp>
          <p:nvSpPr>
            <p:cNvPr id="15" name="Flowchart: Multidocument 14">
              <a:extLst>
                <a:ext uri="{FF2B5EF4-FFF2-40B4-BE49-F238E27FC236}">
                  <a16:creationId xmlns:a16="http://schemas.microsoft.com/office/drawing/2014/main" id="{C726CC56-DD20-62DA-8681-8DD68741FD72}"/>
                </a:ext>
              </a:extLst>
            </p:cNvPr>
            <p:cNvSpPr/>
            <p:nvPr/>
          </p:nvSpPr>
          <p:spPr>
            <a:xfrm>
              <a:off x="2096065" y="5061416"/>
              <a:ext cx="1807396" cy="929007"/>
            </a:xfrm>
            <a:prstGeom prst="flowChartMultidocumen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Sprints/Code</a:t>
              </a:r>
            </a:p>
          </p:txBody>
        </p:sp>
        <p:pic>
          <p:nvPicPr>
            <p:cNvPr id="17" name="Graphic 16" descr="Document outline">
              <a:extLst>
                <a:ext uri="{FF2B5EF4-FFF2-40B4-BE49-F238E27FC236}">
                  <a16:creationId xmlns:a16="http://schemas.microsoft.com/office/drawing/2014/main" id="{470A41B4-4F82-7A1E-22F6-1BD67D65C6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86218" y="2490963"/>
              <a:ext cx="914400" cy="914400"/>
            </a:xfrm>
            <a:prstGeom prst="rect">
              <a:avLst/>
            </a:prstGeom>
          </p:spPr>
        </p:pic>
        <p:pic>
          <p:nvPicPr>
            <p:cNvPr id="18" name="Graphic 17" descr="Document outline">
              <a:extLst>
                <a:ext uri="{FF2B5EF4-FFF2-40B4-BE49-F238E27FC236}">
                  <a16:creationId xmlns:a16="http://schemas.microsoft.com/office/drawing/2014/main" id="{D02C584F-92E7-BCD8-6FCA-87A944DA31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0520" y="2567600"/>
              <a:ext cx="914400" cy="914400"/>
            </a:xfrm>
            <a:prstGeom prst="rect">
              <a:avLst/>
            </a:prstGeom>
          </p:spPr>
        </p:pic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AF05655-1202-358B-CC99-D367E473CD6A}"/>
                </a:ext>
              </a:extLst>
            </p:cNvPr>
            <p:cNvSpPr/>
            <p:nvPr/>
          </p:nvSpPr>
          <p:spPr>
            <a:xfrm flipH="1">
              <a:off x="4705753" y="4959205"/>
              <a:ext cx="1102243" cy="62078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/>
                <a:t>UAT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FCA1B97-BD48-F858-3ECE-95444B00114D}"/>
                </a:ext>
              </a:extLst>
            </p:cNvPr>
            <p:cNvSpPr/>
            <p:nvPr/>
          </p:nvSpPr>
          <p:spPr>
            <a:xfrm>
              <a:off x="6782874" y="4941359"/>
              <a:ext cx="1102243" cy="58456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</a:rPr>
                <a:t>Deployment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D8C662A-D76A-B23D-B6C3-C63003AB390C}"/>
                </a:ext>
              </a:extLst>
            </p:cNvPr>
            <p:cNvSpPr/>
            <p:nvPr/>
          </p:nvSpPr>
          <p:spPr>
            <a:xfrm>
              <a:off x="335428" y="1149177"/>
              <a:ext cx="310479" cy="335964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674124D-D9F2-A7CE-CAAC-0C4E5FCB7A5F}"/>
                </a:ext>
              </a:extLst>
            </p:cNvPr>
            <p:cNvSpPr/>
            <p:nvPr/>
          </p:nvSpPr>
          <p:spPr>
            <a:xfrm>
              <a:off x="2200602" y="1092984"/>
              <a:ext cx="310479" cy="335964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B22AF68-F401-D3A9-89C2-39BFB5E00033}"/>
                </a:ext>
              </a:extLst>
            </p:cNvPr>
            <p:cNvSpPr/>
            <p:nvPr/>
          </p:nvSpPr>
          <p:spPr>
            <a:xfrm>
              <a:off x="4629554" y="1126052"/>
              <a:ext cx="310479" cy="335964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4BBA446-DF34-FA9C-D190-B9C582A5B77F}"/>
                </a:ext>
              </a:extLst>
            </p:cNvPr>
            <p:cNvSpPr/>
            <p:nvPr/>
          </p:nvSpPr>
          <p:spPr>
            <a:xfrm>
              <a:off x="7885117" y="1105054"/>
              <a:ext cx="310479" cy="335964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ADFB8D0-F72F-3396-A92B-A106D1C041A0}"/>
                </a:ext>
              </a:extLst>
            </p:cNvPr>
            <p:cNvSpPr/>
            <p:nvPr/>
          </p:nvSpPr>
          <p:spPr>
            <a:xfrm>
              <a:off x="2609132" y="4656981"/>
              <a:ext cx="310479" cy="335964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EBA4537-B7E4-FE68-12A8-4F6DA802768B}"/>
                </a:ext>
              </a:extLst>
            </p:cNvPr>
            <p:cNvSpPr/>
            <p:nvPr/>
          </p:nvSpPr>
          <p:spPr>
            <a:xfrm>
              <a:off x="4395274" y="4834314"/>
              <a:ext cx="310479" cy="335964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5964FBF-5E36-A296-6D41-27CDD5DEAC59}"/>
                </a:ext>
              </a:extLst>
            </p:cNvPr>
            <p:cNvSpPr/>
            <p:nvPr/>
          </p:nvSpPr>
          <p:spPr>
            <a:xfrm>
              <a:off x="6463904" y="4788106"/>
              <a:ext cx="310479" cy="335964"/>
            </a:xfrm>
            <a:prstGeom prst="ellipse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D3995D3-FB42-DA09-CE91-FA85873D0F40}"/>
                </a:ext>
              </a:extLst>
            </p:cNvPr>
            <p:cNvCxnSpPr>
              <a:cxnSpLocks/>
            </p:cNvCxnSpPr>
            <p:nvPr/>
          </p:nvCxnSpPr>
          <p:spPr>
            <a:xfrm>
              <a:off x="2063784" y="1583519"/>
              <a:ext cx="447297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25D2088-6299-0DBC-2DEA-F5EF3F725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26716" y="1481322"/>
              <a:ext cx="646232" cy="231668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055D0F7-E1D9-568A-C7D6-6D5242B87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32629" y="1483594"/>
              <a:ext cx="646232" cy="231668"/>
            </a:xfrm>
            <a:prstGeom prst="rect">
              <a:avLst/>
            </a:prstGeom>
          </p:spPr>
        </p:pic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6AA785AB-F6E5-3F6C-0742-42401604795D}"/>
                </a:ext>
              </a:extLst>
            </p:cNvPr>
            <p:cNvCxnSpPr>
              <a:cxnSpLocks/>
              <a:stCxn id="17" idx="2"/>
              <a:endCxn id="15" idx="0"/>
            </p:cNvCxnSpPr>
            <p:nvPr/>
          </p:nvCxnSpPr>
          <p:spPr>
            <a:xfrm rot="5400000">
              <a:off x="5205736" y="1323733"/>
              <a:ext cx="1656053" cy="5819313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AA4429A7-E928-5E32-A9A0-0624E1CFC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56681" y="5233640"/>
              <a:ext cx="646232" cy="231668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1AA0E71-C832-D404-D551-EFD001380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0788" y="5153503"/>
              <a:ext cx="646232" cy="2316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2785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5B102-2405-E146-BAD3-FE046A6F0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AI-Enhanced SDLC Process (Shift-Left)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1C7784-43FC-210E-C000-850D963552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955526-B3C4-B84A-A1BA-FDF67442D636}"/>
              </a:ext>
            </a:extLst>
          </p:cNvPr>
          <p:cNvSpPr/>
          <p:nvPr/>
        </p:nvSpPr>
        <p:spPr>
          <a:xfrm>
            <a:off x="668395" y="1080959"/>
            <a:ext cx="1383671" cy="95693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High-Lebel Requirements</a:t>
            </a:r>
            <a:br>
              <a:rPr lang="en-US" sz="1200" b="1" dirty="0">
                <a:solidFill>
                  <a:schemeClr val="tx1"/>
                </a:solidFill>
              </a:rPr>
            </a:br>
            <a:r>
              <a:rPr lang="en-US" sz="1100" b="1" dirty="0">
                <a:solidFill>
                  <a:schemeClr val="accent2"/>
                </a:solidFill>
              </a:rPr>
              <a:t>Confluence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4594D5-DEF8-1778-E5A4-5344091B0210}"/>
              </a:ext>
            </a:extLst>
          </p:cNvPr>
          <p:cNvSpPr/>
          <p:nvPr/>
        </p:nvSpPr>
        <p:spPr>
          <a:xfrm>
            <a:off x="2524898" y="1105054"/>
            <a:ext cx="1244009" cy="95693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Process Flow</a:t>
            </a:r>
          </a:p>
          <a:p>
            <a:pPr algn="ctr"/>
            <a:r>
              <a:rPr lang="en-US" sz="1100" b="1" dirty="0">
                <a:solidFill>
                  <a:schemeClr val="accent2"/>
                </a:solidFill>
              </a:rPr>
              <a:t>Nintex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B7537F-5EC9-95E2-5F74-44643E0DE348}"/>
              </a:ext>
            </a:extLst>
          </p:cNvPr>
          <p:cNvSpPr/>
          <p:nvPr/>
        </p:nvSpPr>
        <p:spPr>
          <a:xfrm>
            <a:off x="5000442" y="1096207"/>
            <a:ext cx="2191113" cy="95693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Architectural Design</a:t>
            </a:r>
          </a:p>
          <a:p>
            <a:pPr algn="ctr"/>
            <a:r>
              <a:rPr lang="en-US" sz="1100" b="1" dirty="0">
                <a:solidFill>
                  <a:schemeClr val="accent2"/>
                </a:solidFill>
              </a:rPr>
              <a:t>Confluence</a:t>
            </a:r>
            <a:endParaRPr lang="en-US" sz="1200" b="1" dirty="0">
              <a:solidFill>
                <a:schemeClr val="accent2"/>
              </a:solidFill>
            </a:endParaRP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70CEAA-FAA9-6DE4-AB08-F9B19519D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431" y="2160541"/>
            <a:ext cx="2237363" cy="1648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71C013-59E2-5397-8E14-87E2CAA51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747" y="2290449"/>
            <a:ext cx="2339970" cy="1421048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60847C-7EEA-07A8-D96D-89E3B6A32F17}"/>
              </a:ext>
            </a:extLst>
          </p:cNvPr>
          <p:cNvSpPr/>
          <p:nvPr/>
        </p:nvSpPr>
        <p:spPr>
          <a:xfrm>
            <a:off x="8195596" y="1105054"/>
            <a:ext cx="1322780" cy="95693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Detailed Requirements</a:t>
            </a:r>
          </a:p>
          <a:p>
            <a:pPr algn="ctr"/>
            <a:r>
              <a:rPr lang="en-US" sz="1100" b="1" dirty="0">
                <a:solidFill>
                  <a:schemeClr val="accent2"/>
                </a:solidFill>
              </a:rPr>
              <a:t>Confluence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F5FD8CB6-179F-2273-A586-A9B0FE75F803}"/>
              </a:ext>
            </a:extLst>
          </p:cNvPr>
          <p:cNvSpPr/>
          <p:nvPr/>
        </p:nvSpPr>
        <p:spPr>
          <a:xfrm rot="5400000">
            <a:off x="4941851" y="-256936"/>
            <a:ext cx="301617" cy="8693889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Document outline">
            <a:extLst>
              <a:ext uri="{FF2B5EF4-FFF2-40B4-BE49-F238E27FC236}">
                <a16:creationId xmlns:a16="http://schemas.microsoft.com/office/drawing/2014/main" id="{5A1E31DA-872B-1C8A-3784-82E4CE7932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6218" y="2490963"/>
            <a:ext cx="914400" cy="914400"/>
          </a:xfrm>
          <a:prstGeom prst="rect">
            <a:avLst/>
          </a:prstGeom>
        </p:spPr>
      </p:pic>
      <p:pic>
        <p:nvPicPr>
          <p:cNvPr id="22" name="Graphic 21" descr="Document outline">
            <a:extLst>
              <a:ext uri="{FF2B5EF4-FFF2-40B4-BE49-F238E27FC236}">
                <a16:creationId xmlns:a16="http://schemas.microsoft.com/office/drawing/2014/main" id="{577839B1-11BC-3667-34AE-ACA6ACC00C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520" y="2567600"/>
            <a:ext cx="914400" cy="914400"/>
          </a:xfrm>
          <a:prstGeom prst="rect">
            <a:avLst/>
          </a:pr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B1BF77A-7FA1-910C-65A2-E4ABC6589A48}"/>
              </a:ext>
            </a:extLst>
          </p:cNvPr>
          <p:cNvSpPr/>
          <p:nvPr/>
        </p:nvSpPr>
        <p:spPr>
          <a:xfrm>
            <a:off x="9835116" y="1222744"/>
            <a:ext cx="486989" cy="271645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Human Involvement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800315-8589-448D-01CA-6F420699B41F}"/>
              </a:ext>
            </a:extLst>
          </p:cNvPr>
          <p:cNvSpPr txBox="1"/>
          <p:nvPr/>
        </p:nvSpPr>
        <p:spPr>
          <a:xfrm>
            <a:off x="1061126" y="3813158"/>
            <a:ext cx="563525" cy="276999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2D8890-63C0-C7E9-3990-09C47173F10F}"/>
              </a:ext>
            </a:extLst>
          </p:cNvPr>
          <p:cNvSpPr txBox="1"/>
          <p:nvPr/>
        </p:nvSpPr>
        <p:spPr>
          <a:xfrm>
            <a:off x="2676711" y="3833267"/>
            <a:ext cx="689687" cy="276999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Image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6E3B1A5-C959-DB02-7E0F-C85F53DEF0FF}"/>
              </a:ext>
            </a:extLst>
          </p:cNvPr>
          <p:cNvSpPr txBox="1"/>
          <p:nvPr/>
        </p:nvSpPr>
        <p:spPr>
          <a:xfrm>
            <a:off x="6032769" y="3827345"/>
            <a:ext cx="689687" cy="276999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Image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98F11C-2837-B412-ECFA-CB980BF762A5}"/>
              </a:ext>
            </a:extLst>
          </p:cNvPr>
          <p:cNvSpPr txBox="1"/>
          <p:nvPr/>
        </p:nvSpPr>
        <p:spPr>
          <a:xfrm>
            <a:off x="8632032" y="3834342"/>
            <a:ext cx="689687" cy="276999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Text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51C5872-81F7-DA8D-8696-CBF717128DD1}"/>
              </a:ext>
            </a:extLst>
          </p:cNvPr>
          <p:cNvGrpSpPr/>
          <p:nvPr/>
        </p:nvGrpSpPr>
        <p:grpSpPr>
          <a:xfrm>
            <a:off x="1664751" y="5337821"/>
            <a:ext cx="5951031" cy="652586"/>
            <a:chOff x="2868522" y="5121024"/>
            <a:chExt cx="5951031" cy="652586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7E6C7E3-2B9A-14E8-89E7-E894946B6492}"/>
                </a:ext>
              </a:extLst>
            </p:cNvPr>
            <p:cNvCxnSpPr/>
            <p:nvPr/>
          </p:nvCxnSpPr>
          <p:spPr>
            <a:xfrm>
              <a:off x="2868522" y="5517522"/>
              <a:ext cx="836428" cy="0"/>
            </a:xfrm>
            <a:prstGeom prst="line">
              <a:avLst/>
            </a:prstGeom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70D9E5A-C421-A6BC-5E82-0E822736DEA7}"/>
                </a:ext>
              </a:extLst>
            </p:cNvPr>
            <p:cNvCxnSpPr>
              <a:cxnSpLocks/>
            </p:cNvCxnSpPr>
            <p:nvPr/>
          </p:nvCxnSpPr>
          <p:spPr>
            <a:xfrm>
              <a:off x="5111132" y="5431418"/>
              <a:ext cx="620795" cy="0"/>
            </a:xfrm>
            <a:prstGeom prst="line">
              <a:avLst/>
            </a:prstGeom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45A061E-81E3-C8E9-A0F3-BBE009379F06}"/>
                </a:ext>
              </a:extLst>
            </p:cNvPr>
            <p:cNvSpPr/>
            <p:nvPr/>
          </p:nvSpPr>
          <p:spPr>
            <a:xfrm>
              <a:off x="7513068" y="5133987"/>
              <a:ext cx="1306485" cy="63962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Deployment</a:t>
              </a: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13FFF5A-9FCC-CFFD-29CB-D6E258F4C276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>
              <a:off x="6804904" y="5426269"/>
              <a:ext cx="708164" cy="27529"/>
            </a:xfrm>
            <a:prstGeom prst="line">
              <a:avLst/>
            </a:prstGeom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B3E0A758-F347-C091-668B-3927B7B753F2}"/>
                </a:ext>
              </a:extLst>
            </p:cNvPr>
            <p:cNvSpPr/>
            <p:nvPr/>
          </p:nvSpPr>
          <p:spPr>
            <a:xfrm flipH="1">
              <a:off x="5601280" y="5121024"/>
              <a:ext cx="1306481" cy="652586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UAT</a:t>
              </a:r>
            </a:p>
          </p:txBody>
        </p:sp>
      </p:grpSp>
      <p:sp>
        <p:nvSpPr>
          <p:cNvPr id="75" name="Oval 74">
            <a:extLst>
              <a:ext uri="{FF2B5EF4-FFF2-40B4-BE49-F238E27FC236}">
                <a16:creationId xmlns:a16="http://schemas.microsoft.com/office/drawing/2014/main" id="{256EDE45-66AE-F84C-6D13-44A783399FF3}"/>
              </a:ext>
            </a:extLst>
          </p:cNvPr>
          <p:cNvSpPr/>
          <p:nvPr/>
        </p:nvSpPr>
        <p:spPr>
          <a:xfrm>
            <a:off x="335428" y="1149177"/>
            <a:ext cx="310479" cy="3359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CCE6F96-6154-EE40-080E-C61BC6BF2D59}"/>
              </a:ext>
            </a:extLst>
          </p:cNvPr>
          <p:cNvSpPr/>
          <p:nvPr/>
        </p:nvSpPr>
        <p:spPr>
          <a:xfrm>
            <a:off x="2214419" y="1096207"/>
            <a:ext cx="310479" cy="3359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68914BB-AACF-823E-3352-2A8B2934A43F}"/>
              </a:ext>
            </a:extLst>
          </p:cNvPr>
          <p:cNvSpPr/>
          <p:nvPr/>
        </p:nvSpPr>
        <p:spPr>
          <a:xfrm>
            <a:off x="4617708" y="1135513"/>
            <a:ext cx="310479" cy="3359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788679A-A579-E708-A14D-86605921A11A}"/>
              </a:ext>
            </a:extLst>
          </p:cNvPr>
          <p:cNvSpPr/>
          <p:nvPr/>
        </p:nvSpPr>
        <p:spPr>
          <a:xfrm>
            <a:off x="7875935" y="1121405"/>
            <a:ext cx="310479" cy="33596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EF5F1B2-2823-551E-F6E7-3BDB98707352}"/>
              </a:ext>
            </a:extLst>
          </p:cNvPr>
          <p:cNvSpPr/>
          <p:nvPr/>
        </p:nvSpPr>
        <p:spPr>
          <a:xfrm rot="16200000">
            <a:off x="4716708" y="1752155"/>
            <a:ext cx="301619" cy="601682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Claude Code Auto-Generation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26BBDE-D585-4B26-09D5-0BAF3616A724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5092659" y="4240817"/>
            <a:ext cx="0" cy="3840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04CEE4-2F98-6708-7B5E-BB32C3AC3186}"/>
              </a:ext>
            </a:extLst>
          </p:cNvPr>
          <p:cNvCxnSpPr>
            <a:cxnSpLocks/>
          </p:cNvCxnSpPr>
          <p:nvPr/>
        </p:nvCxnSpPr>
        <p:spPr>
          <a:xfrm>
            <a:off x="5092659" y="4911378"/>
            <a:ext cx="0" cy="3039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D9B60E84-7FD4-9E04-ED39-4E8CCBFD67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611" y="1558213"/>
            <a:ext cx="560881" cy="2316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EE244B1-58F0-7500-7A93-D0B8D1624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386" y="1485054"/>
            <a:ext cx="560881" cy="23166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8E147ED-7A67-17FC-E8C2-AAD1CFC54B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007" y="1498344"/>
            <a:ext cx="560881" cy="23166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08665C4-2AD8-1BF5-14AF-006123B1FB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947" y="4957743"/>
            <a:ext cx="245765" cy="301621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68D3ADFC-C4D8-25BB-E59D-34383004ED4E}"/>
              </a:ext>
            </a:extLst>
          </p:cNvPr>
          <p:cNvSpPr/>
          <p:nvPr/>
        </p:nvSpPr>
        <p:spPr>
          <a:xfrm>
            <a:off x="4772947" y="4373001"/>
            <a:ext cx="189827" cy="20540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478B94-1CBE-D050-9820-240D2FA4EAFB}"/>
              </a:ext>
            </a:extLst>
          </p:cNvPr>
          <p:cNvSpPr/>
          <p:nvPr/>
        </p:nvSpPr>
        <p:spPr>
          <a:xfrm>
            <a:off x="8726164" y="4355357"/>
            <a:ext cx="2392321" cy="15160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Coding Standards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Architectural Standards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Deployment Standards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Security Standards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Regulatory Standards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Monitoring Instrumentations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7A761B-27DB-4E5B-F09A-547C84FB101B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7875931" y="4760568"/>
            <a:ext cx="85022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72E2178-BE4A-CA86-8634-3C3BF629E121}"/>
              </a:ext>
            </a:extLst>
          </p:cNvPr>
          <p:cNvSpPr txBox="1"/>
          <p:nvPr/>
        </p:nvSpPr>
        <p:spPr>
          <a:xfrm>
            <a:off x="8891684" y="5821268"/>
            <a:ext cx="2061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/>
              <a:t>Claude Skills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20E0CEE-1B68-3C9A-FEB2-372F09538343}"/>
              </a:ext>
            </a:extLst>
          </p:cNvPr>
          <p:cNvSpPr/>
          <p:nvPr/>
        </p:nvSpPr>
        <p:spPr>
          <a:xfrm>
            <a:off x="637073" y="4392385"/>
            <a:ext cx="486989" cy="1737014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AI-Enabled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8495C7-B263-CB44-FB2D-100662957E7F}"/>
              </a:ext>
            </a:extLst>
          </p:cNvPr>
          <p:cNvSpPr/>
          <p:nvPr/>
        </p:nvSpPr>
        <p:spPr>
          <a:xfrm>
            <a:off x="2411065" y="5350785"/>
            <a:ext cx="1306481" cy="65258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Code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4349176-48F0-031B-8C92-881A40DBFD27}"/>
              </a:ext>
            </a:extLst>
          </p:cNvPr>
          <p:cNvSpPr/>
          <p:nvPr/>
        </p:nvSpPr>
        <p:spPr>
          <a:xfrm>
            <a:off x="1859108" y="5206524"/>
            <a:ext cx="6016828" cy="902663"/>
          </a:xfrm>
          <a:prstGeom prst="roundRect">
            <a:avLst/>
          </a:prstGeom>
          <a:noFill/>
          <a:ln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11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1C0E5A-E286-D940-C430-0A801415D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First AI Agent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41352-6EE0-DC07-FE60-E941A56790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D02B2-AB24-5275-E717-5D83E3372C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6400" y="2399088"/>
            <a:ext cx="10800000" cy="3600000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Yu Luo &amp; The team in Risk Management have rolled out a “Pricing Agent”. Soon to be available internally on MS Teams.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This application will also be made available to the Dealer community, likely via “Dealer Dash”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application collects </a:t>
            </a:r>
            <a:r>
              <a:rPr lang="en-US" sz="2400">
                <a:solidFill>
                  <a:schemeClr val="tx1"/>
                </a:solidFill>
              </a:rPr>
              <a:t>all incentives </a:t>
            </a:r>
            <a:r>
              <a:rPr lang="en-US" sz="2400" dirty="0">
                <a:solidFill>
                  <a:schemeClr val="tx1"/>
                </a:solidFill>
              </a:rPr>
              <a:t>available for a given transaction and makes them visible to the dealer.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3DF13-608D-F3FE-9222-6FC85665E0E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7154B-1C1B-61FB-F7E6-BF444A62A6A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D6C75-A27F-4EE6-48D6-15B0514434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36</a:t>
            </a:fld>
            <a:endParaRPr lang="en-US" b="0" noProof="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8A6BF03-C68E-6452-43BA-8E458C52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cap="none" dirty="0">
                <a:solidFill>
                  <a:schemeClr val="tx1"/>
                </a:solidFill>
              </a:rPr>
              <a:t>First Agentic Application</a:t>
            </a:r>
          </a:p>
        </p:txBody>
      </p:sp>
    </p:spTree>
    <p:extLst>
      <p:ext uri="{BB962C8B-B14F-4D97-AF65-F5344CB8AC3E}">
        <p14:creationId xmlns:p14="http://schemas.microsoft.com/office/powerpoint/2010/main" val="17200802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3CEE69F-4FA7-8727-B343-BE5A8DBD6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889" y="2090899"/>
            <a:ext cx="10440000" cy="1548000"/>
          </a:xfrm>
        </p:spPr>
        <p:txBody>
          <a:bodyPr anchor="b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7" name="Slide Number Placeholder 6" hidden="1">
            <a:extLst>
              <a:ext uri="{FF2B5EF4-FFF2-40B4-BE49-F238E27FC236}">
                <a16:creationId xmlns:a16="http://schemas.microsoft.com/office/drawing/2014/main" id="{0FC1C126-9703-4D72-23C7-DDAB360EFF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9875" y="6489701"/>
            <a:ext cx="720000" cy="216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975A587B-5814-4D9B-9598-FE9CB954CB01}" type="slidenum">
              <a:rPr lang="en-US" noProof="0" smtClean="0"/>
              <a:pPr>
                <a:spcAft>
                  <a:spcPts val="600"/>
                </a:spcAft>
              </a:pPr>
              <a:t>37</a:t>
            </a:fld>
            <a:endParaRPr lang="en-US" b="0" noProof="0"/>
          </a:p>
        </p:txBody>
      </p:sp>
    </p:spTree>
    <p:extLst>
      <p:ext uri="{BB962C8B-B14F-4D97-AF65-F5344CB8AC3E}">
        <p14:creationId xmlns:p14="http://schemas.microsoft.com/office/powerpoint/2010/main" val="37426072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1AD8BB-9588-F2E9-A228-55A1AC676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cap="none" dirty="0"/>
              <a:t>What is MCP?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69C22-ED07-B7E9-E12D-BBA62AD90C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DA432-49E7-EACF-83F7-F5AAC21E65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b="0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46566-7BEA-497A-C99D-B1CC5E0A1E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75A587B-5814-4D9B-9598-FE9CB954CB01}" type="slidenum">
              <a:rPr lang="en-US" noProof="0" smtClean="0"/>
              <a:pPr/>
              <a:t>38</a:t>
            </a:fld>
            <a:endParaRPr lang="en-US" b="0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88F9E46-ACC3-3CB0-0CF6-32F6FADAC3C2}"/>
              </a:ext>
            </a:extLst>
          </p:cNvPr>
          <p:cNvGrpSpPr/>
          <p:nvPr/>
        </p:nvGrpSpPr>
        <p:grpSpPr>
          <a:xfrm>
            <a:off x="546100" y="1063675"/>
            <a:ext cx="11019564" cy="5148163"/>
            <a:chOff x="365760" y="372979"/>
            <a:chExt cx="11338560" cy="5479181"/>
          </a:xfrm>
        </p:grpSpPr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B3FDA06E-5938-40B7-91F9-4640902563FB}"/>
                </a:ext>
              </a:extLst>
            </p:cNvPr>
            <p:cNvSpPr/>
            <p:nvPr/>
          </p:nvSpPr>
          <p:spPr>
            <a:xfrm>
              <a:off x="365760" y="957714"/>
              <a:ext cx="11247120" cy="347472"/>
            </a:xfrm>
            <a:prstGeom prst="rect">
              <a:avLst/>
            </a:prstGeom>
            <a:solidFill>
              <a:schemeClr val="accent4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latin typeface="Segoe UI" panose="020B0502040204020203" pitchFamily="34" charset="0"/>
                </a:rPr>
                <a:t>Every SaaS connection requires deep technical knowledge – and breaks whenever anything changes</a:t>
              </a:r>
              <a:endParaRPr lang="en-US" sz="1400" dirty="0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EE328339-C7A7-7617-5645-16C837141D4A}"/>
                </a:ext>
              </a:extLst>
            </p:cNvPr>
            <p:cNvSpPr/>
            <p:nvPr/>
          </p:nvSpPr>
          <p:spPr>
            <a:xfrm>
              <a:off x="365760" y="1463040"/>
              <a:ext cx="5120640" cy="4389120"/>
            </a:xfrm>
            <a:prstGeom prst="roundRect">
              <a:avLst>
                <a:gd name="adj" fmla="val 2500"/>
              </a:avLst>
            </a:prstGeom>
            <a:solidFill>
              <a:srgbClr val="1A0A06"/>
            </a:solidFill>
            <a:ln w="1524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6">
              <a:extLst>
                <a:ext uri="{FF2B5EF4-FFF2-40B4-BE49-F238E27FC236}">
                  <a16:creationId xmlns:a16="http://schemas.microsoft.com/office/drawing/2014/main" id="{55B4841B-3755-B51C-CE9C-01A82F942257}"/>
                </a:ext>
              </a:extLst>
            </p:cNvPr>
            <p:cNvSpPr/>
            <p:nvPr/>
          </p:nvSpPr>
          <p:spPr>
            <a:xfrm>
              <a:off x="365760" y="1463040"/>
              <a:ext cx="5120640" cy="347472"/>
            </a:xfrm>
            <a:prstGeom prst="roundRect">
              <a:avLst>
                <a:gd name="adj" fmla="val 26316"/>
              </a:avLst>
            </a:prstGeom>
            <a:solidFill>
              <a:srgbClr val="3A1208"/>
            </a:solidFill>
            <a:ln w="1270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DB0D1AF5-AA9D-681A-39C3-26160D54A32E}"/>
                </a:ext>
              </a:extLst>
            </p:cNvPr>
            <p:cNvSpPr/>
            <p:nvPr/>
          </p:nvSpPr>
          <p:spPr>
            <a:xfrm>
              <a:off x="457200" y="1499616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F0997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TODAY  —  PROCEDURAL</a:t>
              </a:r>
              <a:endParaRPr lang="en-US" sz="900" dirty="0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B9B2DD32-7F90-4710-DD14-0068EEE1586E}"/>
                </a:ext>
              </a:extLst>
            </p:cNvPr>
            <p:cNvSpPr/>
            <p:nvPr/>
          </p:nvSpPr>
          <p:spPr>
            <a:xfrm>
              <a:off x="548640" y="1920240"/>
              <a:ext cx="47548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1" dirty="0">
                  <a:solidFill>
                    <a:srgbClr val="FAF9F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"Get payoff balance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b="1" i="1" dirty="0">
                  <a:solidFill>
                    <a:srgbClr val="FAF9F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for account 123456"</a:t>
              </a:r>
              <a:endParaRPr lang="en-US" sz="1600" dirty="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1A82A77B-C20D-CFD8-6E4C-52D8C35A6E94}"/>
                </a:ext>
              </a:extLst>
            </p:cNvPr>
            <p:cNvSpPr/>
            <p:nvPr/>
          </p:nvSpPr>
          <p:spPr>
            <a:xfrm>
              <a:off x="548640" y="2578608"/>
              <a:ext cx="4754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0997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▼  Developer must know:</a:t>
              </a:r>
              <a:endParaRPr lang="en-US" sz="1100" dirty="0"/>
            </a:p>
          </p:txBody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301D4FAB-08C8-D88D-2ED0-5EC4599478C3}"/>
                </a:ext>
              </a:extLst>
            </p:cNvPr>
            <p:cNvSpPr/>
            <p:nvPr/>
          </p:nvSpPr>
          <p:spPr>
            <a:xfrm>
              <a:off x="548640" y="2871216"/>
              <a:ext cx="4754880" cy="329184"/>
            </a:xfrm>
            <a:prstGeom prst="roundRect">
              <a:avLst>
                <a:gd name="adj" fmla="val 13889"/>
              </a:avLst>
            </a:prstGeom>
            <a:solidFill>
              <a:srgbClr val="2A0E08"/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76B661D4-B875-F58B-2CD0-7A80D9EF579F}"/>
                </a:ext>
              </a:extLst>
            </p:cNvPr>
            <p:cNvSpPr/>
            <p:nvPr/>
          </p:nvSpPr>
          <p:spPr>
            <a:xfrm>
              <a:off x="640080" y="2898648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0997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✕  The exact REST endpoint &amp; API version</a:t>
              </a:r>
              <a:endParaRPr lang="en-US" sz="1100" dirty="0"/>
            </a:p>
          </p:txBody>
        </p:sp>
        <p:sp>
          <p:nvSpPr>
            <p:cNvPr id="17" name="Shape 12">
              <a:extLst>
                <a:ext uri="{FF2B5EF4-FFF2-40B4-BE49-F238E27FC236}">
                  <a16:creationId xmlns:a16="http://schemas.microsoft.com/office/drawing/2014/main" id="{F0D95234-4D4F-814D-E959-94C531A927EB}"/>
                </a:ext>
              </a:extLst>
            </p:cNvPr>
            <p:cNvSpPr/>
            <p:nvPr/>
          </p:nvSpPr>
          <p:spPr>
            <a:xfrm>
              <a:off x="548640" y="3273552"/>
              <a:ext cx="4754880" cy="329184"/>
            </a:xfrm>
            <a:prstGeom prst="roundRect">
              <a:avLst>
                <a:gd name="adj" fmla="val 13889"/>
              </a:avLst>
            </a:prstGeom>
            <a:solidFill>
              <a:srgbClr val="2A0E08"/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2697667D-EF04-812B-6621-902DBF23518F}"/>
                </a:ext>
              </a:extLst>
            </p:cNvPr>
            <p:cNvSpPr/>
            <p:nvPr/>
          </p:nvSpPr>
          <p:spPr>
            <a:xfrm>
              <a:off x="640080" y="3300984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0997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✕  The OAuth 2.0 authentication flow</a:t>
              </a:r>
              <a:endParaRPr lang="en-US" sz="1100" dirty="0"/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84F594F4-00D3-D50C-3480-FC8D8EAAD2C0}"/>
                </a:ext>
              </a:extLst>
            </p:cNvPr>
            <p:cNvSpPr/>
            <p:nvPr/>
          </p:nvSpPr>
          <p:spPr>
            <a:xfrm>
              <a:off x="548640" y="3675888"/>
              <a:ext cx="4754880" cy="329184"/>
            </a:xfrm>
            <a:prstGeom prst="roundRect">
              <a:avLst>
                <a:gd name="adj" fmla="val 13889"/>
              </a:avLst>
            </a:prstGeom>
            <a:solidFill>
              <a:srgbClr val="2A0E08"/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5">
              <a:extLst>
                <a:ext uri="{FF2B5EF4-FFF2-40B4-BE49-F238E27FC236}">
                  <a16:creationId xmlns:a16="http://schemas.microsoft.com/office/drawing/2014/main" id="{C7C7048B-0BED-8205-47B2-C5A91429C208}"/>
                </a:ext>
              </a:extLst>
            </p:cNvPr>
            <p:cNvSpPr/>
            <p:nvPr/>
          </p:nvSpPr>
          <p:spPr>
            <a:xfrm>
              <a:off x="640080" y="3703320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0997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✕  SOQL query syntax</a:t>
              </a:r>
              <a:endParaRPr lang="en-US" sz="1100" dirty="0"/>
            </a:p>
          </p:txBody>
        </p:sp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BD063EA4-8BDB-8BEB-2D06-0917B6CB011A}"/>
                </a:ext>
              </a:extLst>
            </p:cNvPr>
            <p:cNvSpPr/>
            <p:nvPr/>
          </p:nvSpPr>
          <p:spPr>
            <a:xfrm>
              <a:off x="548640" y="4078224"/>
              <a:ext cx="4754880" cy="329184"/>
            </a:xfrm>
            <a:prstGeom prst="roundRect">
              <a:avLst>
                <a:gd name="adj" fmla="val 13889"/>
              </a:avLst>
            </a:prstGeom>
            <a:solidFill>
              <a:srgbClr val="2A0E08"/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5BB5C62B-52D1-8D3D-4C42-D7311DBCEC59}"/>
                </a:ext>
              </a:extLst>
            </p:cNvPr>
            <p:cNvSpPr/>
            <p:nvPr/>
          </p:nvSpPr>
          <p:spPr>
            <a:xfrm>
              <a:off x="640080" y="4105656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0997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✕  Salesforce custom field names</a:t>
              </a:r>
              <a:endParaRPr lang="en-US" sz="1100" dirty="0"/>
            </a:p>
          </p:txBody>
        </p:sp>
        <p:sp>
          <p:nvSpPr>
            <p:cNvPr id="23" name="Shape 18">
              <a:extLst>
                <a:ext uri="{FF2B5EF4-FFF2-40B4-BE49-F238E27FC236}">
                  <a16:creationId xmlns:a16="http://schemas.microsoft.com/office/drawing/2014/main" id="{40848557-A366-9DA7-01FC-522E47A21B15}"/>
                </a:ext>
              </a:extLst>
            </p:cNvPr>
            <p:cNvSpPr/>
            <p:nvPr/>
          </p:nvSpPr>
          <p:spPr>
            <a:xfrm>
              <a:off x="548640" y="4480560"/>
              <a:ext cx="4754880" cy="329184"/>
            </a:xfrm>
            <a:prstGeom prst="roundRect">
              <a:avLst>
                <a:gd name="adj" fmla="val 13889"/>
              </a:avLst>
            </a:prstGeom>
            <a:solidFill>
              <a:srgbClr val="2A0E08"/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9">
              <a:extLst>
                <a:ext uri="{FF2B5EF4-FFF2-40B4-BE49-F238E27FC236}">
                  <a16:creationId xmlns:a16="http://schemas.microsoft.com/office/drawing/2014/main" id="{3B675363-B656-6513-A30E-536606E80227}"/>
                </a:ext>
              </a:extLst>
            </p:cNvPr>
            <p:cNvSpPr/>
            <p:nvPr/>
          </p:nvSpPr>
          <p:spPr>
            <a:xfrm>
              <a:off x="640080" y="4507992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0997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✕  How to parse the response envelope</a:t>
              </a:r>
              <a:endParaRPr lang="en-US" sz="1100" dirty="0"/>
            </a:p>
          </p:txBody>
        </p:sp>
        <p:sp>
          <p:nvSpPr>
            <p:cNvPr id="25" name="Shape 20">
              <a:extLst>
                <a:ext uri="{FF2B5EF4-FFF2-40B4-BE49-F238E27FC236}">
                  <a16:creationId xmlns:a16="http://schemas.microsoft.com/office/drawing/2014/main" id="{2512BDC5-A9BD-0F1B-F4E0-65CA29E5FB50}"/>
                </a:ext>
              </a:extLst>
            </p:cNvPr>
            <p:cNvSpPr/>
            <p:nvPr/>
          </p:nvSpPr>
          <p:spPr>
            <a:xfrm>
              <a:off x="548640" y="4882896"/>
              <a:ext cx="4754880" cy="329184"/>
            </a:xfrm>
            <a:prstGeom prst="roundRect">
              <a:avLst>
                <a:gd name="adj" fmla="val 13889"/>
              </a:avLst>
            </a:prstGeom>
            <a:solidFill>
              <a:srgbClr val="2A0E08"/>
            </a:solidFill>
            <a:ln w="6350">
              <a:solidFill>
                <a:srgbClr val="993C1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BFA30B20-C63E-CBCC-1CE4-3E77F77A88AC}"/>
                </a:ext>
              </a:extLst>
            </p:cNvPr>
            <p:cNvSpPr/>
            <p:nvPr/>
          </p:nvSpPr>
          <p:spPr>
            <a:xfrm>
              <a:off x="640080" y="4910328"/>
              <a:ext cx="45720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0997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✕  Error handling &amp; token refresh logic</a:t>
              </a:r>
              <a:endParaRPr lang="en-US" sz="1100" dirty="0"/>
            </a:p>
          </p:txBody>
        </p:sp>
        <p:sp>
          <p:nvSpPr>
            <p:cNvPr id="27" name="Text 22">
              <a:extLst>
                <a:ext uri="{FF2B5EF4-FFF2-40B4-BE49-F238E27FC236}">
                  <a16:creationId xmlns:a16="http://schemas.microsoft.com/office/drawing/2014/main" id="{1B92784B-3DD2-061A-CC49-92BD42F693C5}"/>
                </a:ext>
              </a:extLst>
            </p:cNvPr>
            <p:cNvSpPr/>
            <p:nvPr/>
          </p:nvSpPr>
          <p:spPr>
            <a:xfrm>
              <a:off x="548640" y="5413248"/>
              <a:ext cx="4754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0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Multiply this by every SaaS system you use</a:t>
              </a:r>
              <a:endParaRPr lang="en-US" sz="1100" dirty="0">
                <a:solidFill>
                  <a:srgbClr val="FFFF00"/>
                </a:solidFill>
              </a:endParaRPr>
            </a:p>
          </p:txBody>
        </p:sp>
        <p:sp>
          <p:nvSpPr>
            <p:cNvPr id="28" name="Shape 23">
              <a:extLst>
                <a:ext uri="{FF2B5EF4-FFF2-40B4-BE49-F238E27FC236}">
                  <a16:creationId xmlns:a16="http://schemas.microsoft.com/office/drawing/2014/main" id="{75CBC069-0B00-A5B7-3A72-162DD9BC90D9}"/>
                </a:ext>
              </a:extLst>
            </p:cNvPr>
            <p:cNvSpPr/>
            <p:nvPr/>
          </p:nvSpPr>
          <p:spPr>
            <a:xfrm>
              <a:off x="5669280" y="3246120"/>
              <a:ext cx="850392" cy="457200"/>
            </a:xfrm>
            <a:prstGeom prst="roundRect">
              <a:avLst>
                <a:gd name="adj" fmla="val 50000"/>
              </a:avLst>
            </a:prstGeom>
            <a:solidFill>
              <a:srgbClr val="2C2C2A"/>
            </a:solidFill>
            <a:ln w="6350">
              <a:solidFill>
                <a:srgbClr val="44444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4">
              <a:extLst>
                <a:ext uri="{FF2B5EF4-FFF2-40B4-BE49-F238E27FC236}">
                  <a16:creationId xmlns:a16="http://schemas.microsoft.com/office/drawing/2014/main" id="{69BA1D19-82AB-247A-C0E6-212B7E137C5D}"/>
                </a:ext>
              </a:extLst>
            </p:cNvPr>
            <p:cNvSpPr/>
            <p:nvPr/>
          </p:nvSpPr>
          <p:spPr>
            <a:xfrm>
              <a:off x="5669280" y="3246120"/>
              <a:ext cx="85039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AF9F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VS</a:t>
              </a:r>
              <a:endParaRPr lang="en-US" sz="1400" dirty="0"/>
            </a:p>
          </p:txBody>
        </p:sp>
        <p:sp>
          <p:nvSpPr>
            <p:cNvPr id="30" name="Shape 25">
              <a:extLst>
                <a:ext uri="{FF2B5EF4-FFF2-40B4-BE49-F238E27FC236}">
                  <a16:creationId xmlns:a16="http://schemas.microsoft.com/office/drawing/2014/main" id="{4489813C-3C66-44A0-B0CF-371149A76FCC}"/>
                </a:ext>
              </a:extLst>
            </p:cNvPr>
            <p:cNvSpPr/>
            <p:nvPr/>
          </p:nvSpPr>
          <p:spPr>
            <a:xfrm>
              <a:off x="6583680" y="1463040"/>
              <a:ext cx="5120640" cy="4389120"/>
            </a:xfrm>
            <a:prstGeom prst="roundRect">
              <a:avLst>
                <a:gd name="adj" fmla="val 2500"/>
              </a:avLst>
            </a:prstGeom>
            <a:solidFill>
              <a:srgbClr val="061510"/>
            </a:solidFill>
            <a:ln w="1905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Shape 26">
              <a:extLst>
                <a:ext uri="{FF2B5EF4-FFF2-40B4-BE49-F238E27FC236}">
                  <a16:creationId xmlns:a16="http://schemas.microsoft.com/office/drawing/2014/main" id="{5A19545A-1228-293D-D98D-ECE47A223BB6}"/>
                </a:ext>
              </a:extLst>
            </p:cNvPr>
            <p:cNvSpPr/>
            <p:nvPr/>
          </p:nvSpPr>
          <p:spPr>
            <a:xfrm>
              <a:off x="6583680" y="1463040"/>
              <a:ext cx="5120640" cy="347472"/>
            </a:xfrm>
            <a:prstGeom prst="roundRect">
              <a:avLst>
                <a:gd name="adj" fmla="val 26316"/>
              </a:avLst>
            </a:prstGeom>
            <a:solidFill>
              <a:srgbClr val="0D2B1A"/>
            </a:solidFill>
            <a:ln w="1270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27">
              <a:extLst>
                <a:ext uri="{FF2B5EF4-FFF2-40B4-BE49-F238E27FC236}">
                  <a16:creationId xmlns:a16="http://schemas.microsoft.com/office/drawing/2014/main" id="{D7B65177-2DE3-FDB7-E1F8-6581BDA8A316}"/>
                </a:ext>
              </a:extLst>
            </p:cNvPr>
            <p:cNvSpPr/>
            <p:nvPr/>
          </p:nvSpPr>
          <p:spPr>
            <a:xfrm>
              <a:off x="6675120" y="1499616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kern="0" spc="200" dirty="0">
                  <a:solidFill>
                    <a:srgbClr val="5DCAA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TOMORROW  —  SEMANTIC INTENT</a:t>
              </a:r>
              <a:endParaRPr lang="en-US" sz="900" dirty="0"/>
            </a:p>
          </p:txBody>
        </p:sp>
        <p:sp>
          <p:nvSpPr>
            <p:cNvPr id="33" name="Text 28">
              <a:extLst>
                <a:ext uri="{FF2B5EF4-FFF2-40B4-BE49-F238E27FC236}">
                  <a16:creationId xmlns:a16="http://schemas.microsoft.com/office/drawing/2014/main" id="{130EB1DA-D34A-C1FB-0559-E9868A534FDB}"/>
                </a:ext>
              </a:extLst>
            </p:cNvPr>
            <p:cNvSpPr/>
            <p:nvPr/>
          </p:nvSpPr>
          <p:spPr>
            <a:xfrm>
              <a:off x="6766560" y="1920240"/>
              <a:ext cx="475488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i="1" dirty="0">
                  <a:solidFill>
                    <a:srgbClr val="FAF9F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"Get payoff balance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b="1" i="1" dirty="0">
                  <a:solidFill>
                    <a:srgbClr val="FAF9F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for account 123456"</a:t>
              </a:r>
              <a:endParaRPr lang="en-US" sz="1600" dirty="0"/>
            </a:p>
          </p:txBody>
        </p:sp>
        <p:sp>
          <p:nvSpPr>
            <p:cNvPr id="34" name="Text 29">
              <a:extLst>
                <a:ext uri="{FF2B5EF4-FFF2-40B4-BE49-F238E27FC236}">
                  <a16:creationId xmlns:a16="http://schemas.microsoft.com/office/drawing/2014/main" id="{F00A0AA0-28F3-DBC0-2987-C35C085C1309}"/>
                </a:ext>
              </a:extLst>
            </p:cNvPr>
            <p:cNvSpPr/>
            <p:nvPr/>
          </p:nvSpPr>
          <p:spPr>
            <a:xfrm>
              <a:off x="6766560" y="2578608"/>
              <a:ext cx="4754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CAA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▼  Agent simply calls MCP:</a:t>
              </a:r>
              <a:endParaRPr lang="en-US" sz="1100" dirty="0"/>
            </a:p>
          </p:txBody>
        </p:sp>
        <p:sp>
          <p:nvSpPr>
            <p:cNvPr id="35" name="Shape 30">
              <a:extLst>
                <a:ext uri="{FF2B5EF4-FFF2-40B4-BE49-F238E27FC236}">
                  <a16:creationId xmlns:a16="http://schemas.microsoft.com/office/drawing/2014/main" id="{AA11DEB0-8762-E065-C2AD-1909CEB2258A}"/>
                </a:ext>
              </a:extLst>
            </p:cNvPr>
            <p:cNvSpPr/>
            <p:nvPr/>
          </p:nvSpPr>
          <p:spPr>
            <a:xfrm>
              <a:off x="6766560" y="2871216"/>
              <a:ext cx="4754880" cy="457200"/>
            </a:xfrm>
            <a:prstGeom prst="roundRect">
              <a:avLst>
                <a:gd name="adj" fmla="val 16000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1">
              <a:extLst>
                <a:ext uri="{FF2B5EF4-FFF2-40B4-BE49-F238E27FC236}">
                  <a16:creationId xmlns:a16="http://schemas.microsoft.com/office/drawing/2014/main" id="{F947C266-A628-D182-70A6-49D0A1DCAEF1}"/>
                </a:ext>
              </a:extLst>
            </p:cNvPr>
            <p:cNvSpPr/>
            <p:nvPr/>
          </p:nvSpPr>
          <p:spPr>
            <a:xfrm>
              <a:off x="6766560" y="2871216"/>
              <a:ext cx="47548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AF9F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MCP finds the right tool/Agent and calls it</a:t>
              </a:r>
              <a:endParaRPr lang="en-US" sz="1300" dirty="0"/>
            </a:p>
          </p:txBody>
        </p:sp>
        <p:sp>
          <p:nvSpPr>
            <p:cNvPr id="37" name="Text 32">
              <a:extLst>
                <a:ext uri="{FF2B5EF4-FFF2-40B4-BE49-F238E27FC236}">
                  <a16:creationId xmlns:a16="http://schemas.microsoft.com/office/drawing/2014/main" id="{3F6CE3E6-3702-66E1-42E1-71928485C87F}"/>
                </a:ext>
              </a:extLst>
            </p:cNvPr>
            <p:cNvSpPr/>
            <p:nvPr/>
          </p:nvSpPr>
          <p:spPr>
            <a:xfrm>
              <a:off x="6766560" y="3401568"/>
              <a:ext cx="4754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DCAA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▼  Receives clean result:</a:t>
              </a:r>
              <a:endParaRPr lang="en-US" sz="1100" dirty="0"/>
            </a:p>
          </p:txBody>
        </p:sp>
        <p:sp>
          <p:nvSpPr>
            <p:cNvPr id="38" name="Shape 33">
              <a:extLst>
                <a:ext uri="{FF2B5EF4-FFF2-40B4-BE49-F238E27FC236}">
                  <a16:creationId xmlns:a16="http://schemas.microsoft.com/office/drawing/2014/main" id="{22F09420-CEF0-173C-4C07-163A939EFD97}"/>
                </a:ext>
              </a:extLst>
            </p:cNvPr>
            <p:cNvSpPr/>
            <p:nvPr/>
          </p:nvSpPr>
          <p:spPr>
            <a:xfrm>
              <a:off x="6766560" y="3694176"/>
              <a:ext cx="4754880" cy="1389888"/>
            </a:xfrm>
            <a:prstGeom prst="roundRect">
              <a:avLst>
                <a:gd name="adj" fmla="val 5263"/>
              </a:avLst>
            </a:prstGeom>
            <a:solidFill>
              <a:srgbClr val="0A1F14"/>
            </a:solidFill>
            <a:ln w="12700">
              <a:solidFill>
                <a:srgbClr val="1D9E7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 34">
              <a:extLst>
                <a:ext uri="{FF2B5EF4-FFF2-40B4-BE49-F238E27FC236}">
                  <a16:creationId xmlns:a16="http://schemas.microsoft.com/office/drawing/2014/main" id="{BC171CC7-5160-74A2-26AA-78FC4053DD46}"/>
                </a:ext>
              </a:extLst>
            </p:cNvPr>
            <p:cNvSpPr/>
            <p:nvPr/>
          </p:nvSpPr>
          <p:spPr>
            <a:xfrm>
              <a:off x="6949440" y="3767328"/>
              <a:ext cx="4389120" cy="12435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5DCAA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{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5DCAA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"name": "John Smith",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5DCAA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"account": "123456",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5DCAA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 "payoff_balance": 42850.00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5DCAA5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}</a:t>
              </a:r>
              <a:endParaRPr lang="en-US" sz="1300" dirty="0"/>
            </a:p>
          </p:txBody>
        </p:sp>
        <p:sp>
          <p:nvSpPr>
            <p:cNvPr id="40" name="Text 35">
              <a:extLst>
                <a:ext uri="{FF2B5EF4-FFF2-40B4-BE49-F238E27FC236}">
                  <a16:creationId xmlns:a16="http://schemas.microsoft.com/office/drawing/2014/main" id="{4D3438AA-CEEB-2980-DBCA-0388FE1945C5}"/>
                </a:ext>
              </a:extLst>
            </p:cNvPr>
            <p:cNvSpPr/>
            <p:nvPr/>
          </p:nvSpPr>
          <p:spPr>
            <a:xfrm>
              <a:off x="6766560" y="5193792"/>
              <a:ext cx="4754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DCAA5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Zero API knowledge required</a:t>
              </a:r>
              <a:endParaRPr lang="en-US" sz="1200" dirty="0"/>
            </a:p>
          </p:txBody>
        </p:sp>
        <p:sp>
          <p:nvSpPr>
            <p:cNvPr id="41" name="Text 36">
              <a:extLst>
                <a:ext uri="{FF2B5EF4-FFF2-40B4-BE49-F238E27FC236}">
                  <a16:creationId xmlns:a16="http://schemas.microsoft.com/office/drawing/2014/main" id="{03CC84A1-4B2B-4BE9-BBA6-C5423D41A9B3}"/>
                </a:ext>
              </a:extLst>
            </p:cNvPr>
            <p:cNvSpPr/>
            <p:nvPr/>
          </p:nvSpPr>
          <p:spPr>
            <a:xfrm>
              <a:off x="6766560" y="5449824"/>
              <a:ext cx="475488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88780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Same pattern works for every SaaS system</a:t>
              </a:r>
              <a:endParaRPr lang="en-US" sz="11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568EA13-43C0-B426-6791-444D4E2DBC89}"/>
                </a:ext>
              </a:extLst>
            </p:cNvPr>
            <p:cNvSpPr txBox="1"/>
            <p:nvPr/>
          </p:nvSpPr>
          <p:spPr>
            <a:xfrm>
              <a:off x="457200" y="372979"/>
              <a:ext cx="52120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The Integration Problem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5963612"/>
      </p:ext>
    </p:extLst>
  </p:cSld>
  <p:clrMapOvr>
    <a:masterClrMapping/>
  </p:clrMapOvr>
</p:sld>
</file>

<file path=ppt/theme/theme1.xml><?xml version="1.0" encoding="utf-8"?>
<a:theme xmlns:a="http://schemas.openxmlformats.org/drawingml/2006/main" name="Stellantis Financial Services">
  <a:themeElements>
    <a:clrScheme name="Custom 1">
      <a:dk1>
        <a:srgbClr val="272B35"/>
      </a:dk1>
      <a:lt1>
        <a:srgbClr val="FFFFFF"/>
      </a:lt1>
      <a:dk2>
        <a:srgbClr val="02428F"/>
      </a:dk2>
      <a:lt2>
        <a:srgbClr val="F0F0F0"/>
      </a:lt2>
      <a:accent1>
        <a:srgbClr val="02428F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A0D3CB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FS_3209183752_PPT Template with Chapters_3" id="{BDA0D328-F995-5C4B-BFAA-BE30D751D32F}" vid="{E916308E-FFF6-5843-BFE7-8D7321DA352B}"/>
    </a:ext>
  </a:extLst>
</a:theme>
</file>

<file path=ppt/theme/theme2.xml><?xml version="1.0" encoding="utf-8"?>
<a:theme xmlns:a="http://schemas.openxmlformats.org/drawingml/2006/main" name="Stellantis - Chapter tangerine">
  <a:themeElements>
    <a:clrScheme name="Custom 2">
      <a:dk1>
        <a:srgbClr val="272B35"/>
      </a:dk1>
      <a:lt1>
        <a:srgbClr val="FFFFFF"/>
      </a:lt1>
      <a:dk2>
        <a:srgbClr val="02418F"/>
      </a:dk2>
      <a:lt2>
        <a:srgbClr val="EEECE1"/>
      </a:lt2>
      <a:accent1>
        <a:srgbClr val="02418F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00DDCD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FS_3209183752_PPT Template with Chapters_3" id="{BDA0D328-F995-5C4B-BFAA-BE30D751D32F}" vid="{596DF8D6-0D82-F64D-888C-FB88E59797BE}"/>
    </a:ext>
  </a:extLst>
</a:theme>
</file>

<file path=ppt/theme/theme3.xml><?xml version="1.0" encoding="utf-8"?>
<a:theme xmlns:a="http://schemas.openxmlformats.org/drawingml/2006/main" name="Stellantis - Chapter mint">
  <a:themeElements>
    <a:clrScheme name="Custom 2">
      <a:dk1>
        <a:srgbClr val="272B35"/>
      </a:dk1>
      <a:lt1>
        <a:srgbClr val="FFFFFF"/>
      </a:lt1>
      <a:dk2>
        <a:srgbClr val="02418F"/>
      </a:dk2>
      <a:lt2>
        <a:srgbClr val="EEECE1"/>
      </a:lt2>
      <a:accent1>
        <a:srgbClr val="02418F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00DDCD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FS_3209183752_PPT Template with Chapters_3" id="{BDA0D328-F995-5C4B-BFAA-BE30D751D32F}" vid="{C24E84A3-DEAD-2546-A057-98216B23D55C}"/>
    </a:ext>
  </a:extLst>
</a:theme>
</file>

<file path=ppt/theme/theme4.xml><?xml version="1.0" encoding="utf-8"?>
<a:theme xmlns:a="http://schemas.openxmlformats.org/drawingml/2006/main" name="Stellantis - Chapter orange">
  <a:themeElements>
    <a:clrScheme name="SFS Updated Colors">
      <a:dk1>
        <a:srgbClr val="272B35"/>
      </a:dk1>
      <a:lt1>
        <a:srgbClr val="FFFFFF"/>
      </a:lt1>
      <a:dk2>
        <a:srgbClr val="02428F"/>
      </a:dk2>
      <a:lt2>
        <a:srgbClr val="F0F0F0"/>
      </a:lt2>
      <a:accent1>
        <a:srgbClr val="02428F"/>
      </a:accent1>
      <a:accent2>
        <a:srgbClr val="E94E24"/>
      </a:accent2>
      <a:accent3>
        <a:srgbClr val="00ADA0"/>
      </a:accent3>
      <a:accent4>
        <a:srgbClr val="F7A600"/>
      </a:accent4>
      <a:accent5>
        <a:srgbClr val="272B35"/>
      </a:accent5>
      <a:accent6>
        <a:srgbClr val="A0D3CB"/>
      </a:accent6>
      <a:hlink>
        <a:srgbClr val="243782"/>
      </a:hlink>
      <a:folHlink>
        <a:srgbClr val="272B35"/>
      </a:folHlink>
    </a:clrScheme>
    <a:fontScheme name="Stellantis PowerPoint">
      <a:majorFont>
        <a:latin typeface="Encode Sans ExpandedSemiBold"/>
        <a:ea typeface=""/>
        <a:cs typeface=""/>
      </a:majorFont>
      <a:minorFont>
        <a:latin typeface="Encode Sans Expanded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FS_3209183752_PPT Template with Chapters_3" id="{BDA0D328-F995-5C4B-BFAA-BE30D751D32F}" vid="{CCDF51F6-DFE5-4646-A7CF-1E62D0363009}"/>
    </a:ext>
  </a:extLst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SFS_PPT Template with Chapters_06-04-24</Template>
  <TotalTime>1570</TotalTime>
  <Words>2113</Words>
  <Application>Microsoft Office PowerPoint</Application>
  <PresentationFormat>Widescreen</PresentationFormat>
  <Paragraphs>488</Paragraphs>
  <Slides>38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56" baseType="lpstr">
      <vt:lpstr>Courier New</vt:lpstr>
      <vt:lpstr>Poppins</vt:lpstr>
      <vt:lpstr>Segoe UI</vt:lpstr>
      <vt:lpstr>Encode Sans SemiCondensed Medium</vt:lpstr>
      <vt:lpstr>Encode Sans</vt:lpstr>
      <vt:lpstr>Encode Sans Expanded Light</vt:lpstr>
      <vt:lpstr>Arial</vt:lpstr>
      <vt:lpstr>Encode Sans ExpandedSemiBold</vt:lpstr>
      <vt:lpstr>Times New Roman</vt:lpstr>
      <vt:lpstr>Inter</vt:lpstr>
      <vt:lpstr>Wingdings</vt:lpstr>
      <vt:lpstr>Inter SemiBold</vt:lpstr>
      <vt:lpstr>Encode Sans ExpandedLight</vt:lpstr>
      <vt:lpstr>Calibri</vt:lpstr>
      <vt:lpstr>Stellantis Financial Services</vt:lpstr>
      <vt:lpstr>Stellantis - Chapter tangerine</vt:lpstr>
      <vt:lpstr>Stellantis - Chapter mint</vt:lpstr>
      <vt:lpstr>Stellantis - Chapter orange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Infrastructure</vt:lpstr>
      <vt:lpstr>PowerPoint Presentation</vt:lpstr>
      <vt:lpstr>PowerPoint Presentation</vt:lpstr>
      <vt:lpstr>AI Rollout at SFS</vt:lpstr>
      <vt:lpstr>PowerPoint Presentation</vt:lpstr>
      <vt:lpstr>PowerPoint Presentation</vt:lpstr>
      <vt:lpstr>PowerPoint Presentation</vt:lpstr>
      <vt:lpstr>15 Findings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First Agentic Application</vt:lpstr>
      <vt:lpstr>Appendix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Nader Afshar</cp:lastModifiedBy>
  <cp:revision>1</cp:revision>
  <dcterms:modified xsi:type="dcterms:W3CDTF">2026-04-13T20:21:46Z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91df23e-ee3d-4e72-bd33-1d096ae15290_Enabled">
    <vt:lpwstr>true</vt:lpwstr>
  </property>
  <property fmtid="{D5CDD505-2E9C-101B-9397-08002B2CF9AE}" pid="3" name="MSIP_Label_791df23e-ee3d-4e72-bd33-1d096ae15290_SetDate">
    <vt:lpwstr>2026-03-26T11:58:43Z</vt:lpwstr>
  </property>
  <property fmtid="{D5CDD505-2E9C-101B-9397-08002B2CF9AE}" pid="4" name="MSIP_Label_791df23e-ee3d-4e72-bd33-1d096ae15290_Method">
    <vt:lpwstr>Standard</vt:lpwstr>
  </property>
  <property fmtid="{D5CDD505-2E9C-101B-9397-08002B2CF9AE}" pid="5" name="MSIP_Label_791df23e-ee3d-4e72-bd33-1d096ae15290_Name">
    <vt:lpwstr>General</vt:lpwstr>
  </property>
  <property fmtid="{D5CDD505-2E9C-101B-9397-08002B2CF9AE}" pid="6" name="MSIP_Label_791df23e-ee3d-4e72-bd33-1d096ae15290_SiteId">
    <vt:lpwstr>aea87219-080c-4106-b601-bed93d828f3c</vt:lpwstr>
  </property>
  <property fmtid="{D5CDD505-2E9C-101B-9397-08002B2CF9AE}" pid="7" name="MSIP_Label_791df23e-ee3d-4e72-bd33-1d096ae15290_ActionId">
    <vt:lpwstr>196d5de8-ec58-48e5-be8d-1fa9d22698e4</vt:lpwstr>
  </property>
  <property fmtid="{D5CDD505-2E9C-101B-9397-08002B2CF9AE}" pid="8" name="MSIP_Label_791df23e-ee3d-4e72-bd33-1d096ae15290_ContentBits">
    <vt:lpwstr>0</vt:lpwstr>
  </property>
  <property fmtid="{D5CDD505-2E9C-101B-9397-08002B2CF9AE}" pid="9" name="MSIP_Label_791df23e-ee3d-4e72-bd33-1d096ae15290_Tag">
    <vt:lpwstr>10, 3, 0, 1</vt:lpwstr>
  </property>
</Properties>
</file>