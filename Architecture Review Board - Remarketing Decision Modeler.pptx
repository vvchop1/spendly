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D9_1AC9E3F7.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70" r:id="rId4"/>
    <p:sldMasterId id="2147483744" r:id="rId5"/>
  </p:sldMasterIdLst>
  <p:notesMasterIdLst>
    <p:notesMasterId r:id="rId25"/>
  </p:notesMasterIdLst>
  <p:handoutMasterIdLst>
    <p:handoutMasterId r:id="rId26"/>
  </p:handoutMasterIdLst>
  <p:sldIdLst>
    <p:sldId id="462" r:id="rId6"/>
    <p:sldId id="463" r:id="rId7"/>
    <p:sldId id="483" r:id="rId8"/>
    <p:sldId id="464" r:id="rId9"/>
    <p:sldId id="485" r:id="rId10"/>
    <p:sldId id="465" r:id="rId11"/>
    <p:sldId id="467" r:id="rId12"/>
    <p:sldId id="486" r:id="rId13"/>
    <p:sldId id="468" r:id="rId14"/>
    <p:sldId id="466" r:id="rId15"/>
    <p:sldId id="469" r:id="rId16"/>
    <p:sldId id="472" r:id="rId17"/>
    <p:sldId id="470" r:id="rId18"/>
    <p:sldId id="473" r:id="rId19"/>
    <p:sldId id="475" r:id="rId20"/>
    <p:sldId id="490" r:id="rId21"/>
    <p:sldId id="488" r:id="rId22"/>
    <p:sldId id="487" r:id="rId23"/>
    <p:sldId id="489" r:id="rId24"/>
  </p:sldIdLst>
  <p:sldSz cx="12192000" cy="6858000"/>
  <p:notesSz cx="6858000" cy="9144000"/>
  <p:embeddedFontLst>
    <p:embeddedFont>
      <p:font typeface="Encode Sans" charset="0"/>
      <p:regular r:id="rId27"/>
      <p:bold r:id="rId28"/>
      <p:italic r:id="rId29"/>
      <p:boldItalic r:id="rId30"/>
    </p:embeddedFont>
    <p:embeddedFont>
      <p:font typeface="Encode Sans Expanded Light" charset="0"/>
      <p:regular r:id="rId31"/>
    </p:embeddedFont>
    <p:embeddedFont>
      <p:font typeface="Encode Sans ExpandedLight" charset="0"/>
      <p:regular r:id="rId32"/>
      <p:bold r:id="rId33"/>
      <p:italic r:id="rId34"/>
      <p:boldItalic r:id="rId35"/>
    </p:embeddedFont>
    <p:embeddedFont>
      <p:font typeface="Encode Sans ExpandedSemiBold" charset="0"/>
      <p:regular r:id="rId36"/>
      <p:bold r:id="rId37"/>
    </p:embeddedFont>
    <p:embeddedFont>
      <p:font typeface="Encode Sans SemiCondensed Medium" charset="0"/>
      <p:regular r:id="rId38"/>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ellantis" id="{F3E6774D-2F1E-47D6-ABDC-FE00908ACD1B}">
          <p14:sldIdLst>
            <p14:sldId id="462"/>
            <p14:sldId id="463"/>
            <p14:sldId id="483"/>
            <p14:sldId id="464"/>
            <p14:sldId id="485"/>
            <p14:sldId id="465"/>
            <p14:sldId id="467"/>
            <p14:sldId id="486"/>
            <p14:sldId id="468"/>
            <p14:sldId id="466"/>
            <p14:sldId id="469"/>
            <p14:sldId id="472"/>
            <p14:sldId id="470"/>
            <p14:sldId id="473"/>
            <p14:sldId id="475"/>
            <p14:sldId id="490"/>
            <p14:sldId id="488"/>
            <p14:sldId id="487"/>
            <p14:sldId id="489"/>
          </p14:sldIdLst>
        </p14:section>
      </p14:sectionLst>
    </p:ext>
    <p:ext uri="{EFAFB233-063F-42B5-8137-9DF3F51BA10A}">
      <p15:sldGuideLst xmlns:p15="http://schemas.microsoft.com/office/powerpoint/2012/main">
        <p15:guide id="1" orient="horz" pos="2160" userDrawn="1">
          <p15:clr>
            <a:srgbClr val="A4A3A4"/>
          </p15:clr>
        </p15:guide>
        <p15:guide id="3"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0C3A7B-F943-CC7A-ED64-1211CD933894}" name="Puru Naktode" initials="PN" userId="S::Puru.Naktode@stellantis-fs.com::f6d706a1-c7d7-471b-aca0-b0da8164d5ed" providerId="AD"/>
  <p188:author id="{DCF90B7D-8FA5-4C13-96A0-070B343EE6D5}" name="Phil Maternowski" initials="PM" userId="S::Phil.Maternowski@stellantis-fs.com::323aeff1-d57a-4d8c-9224-1d1e77f6284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D4CD"/>
    <a:srgbClr val="16468C"/>
    <a:srgbClr val="243782"/>
    <a:srgbClr val="E94E24"/>
    <a:srgbClr val="282B34"/>
    <a:srgbClr val="43AA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85" autoAdjust="0"/>
    <p:restoredTop sz="95706" autoAdjust="0"/>
  </p:normalViewPr>
  <p:slideViewPr>
    <p:cSldViewPr snapToGrid="0" showGuides="1">
      <p:cViewPr>
        <p:scale>
          <a:sx n="140" d="100"/>
          <a:sy n="140" d="100"/>
        </p:scale>
        <p:origin x="414" y="546"/>
      </p:cViewPr>
      <p:guideLst>
        <p:guide orient="horz" pos="2160"/>
        <p:guide pos="3840"/>
      </p:guideLst>
    </p:cSldViewPr>
  </p:slideViewPr>
  <p:outlineViewPr>
    <p:cViewPr>
      <p:scale>
        <a:sx n="75" d="100"/>
        <a:sy n="75" d="100"/>
      </p:scale>
      <p:origin x="0" y="0"/>
    </p:cViewPr>
  </p:outlineViewPr>
  <p:notesTextViewPr>
    <p:cViewPr>
      <p:scale>
        <a:sx n="3" d="2"/>
        <a:sy n="3" d="2"/>
      </p:scale>
      <p:origin x="0" y="0"/>
    </p:cViewPr>
  </p:notesTextViewPr>
  <p:sorterViewPr>
    <p:cViewPr>
      <p:scale>
        <a:sx n="100" d="100"/>
        <a:sy n="100" d="100"/>
      </p:scale>
      <p:origin x="0" y="-13134"/>
    </p:cViewPr>
  </p:sorterViewPr>
  <p:notesViewPr>
    <p:cSldViewPr snapToGrid="0">
      <p:cViewPr varScale="1">
        <p:scale>
          <a:sx n="80" d="100"/>
          <a:sy n="80" d="100"/>
        </p:scale>
        <p:origin x="1422"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3.fntdata"/><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font" Target="fonts/font12.fntdata"/></Relationships>
</file>

<file path=ppt/comments/modernComment_1D9_1AC9E3F7.xml><?xml version="1.0" encoding="utf-8"?>
<p188:cmLst xmlns:a="http://schemas.openxmlformats.org/drawingml/2006/main" xmlns:r="http://schemas.openxmlformats.org/officeDocument/2006/relationships" xmlns:p188="http://schemas.microsoft.com/office/powerpoint/2018/8/main">
  <p188:cm id="{A7FF9126-8B49-4B81-A928-EAADCA3F9A09}" authorId="{030C3A7B-F943-CC7A-ED64-1211CD933894}" created="2025-11-06T16:27:18.881">
    <pc:sldMkLst xmlns:pc="http://schemas.microsoft.com/office/powerpoint/2013/main/command">
      <pc:docMk/>
      <pc:sldMk cId="449438711" sldId="473"/>
    </pc:sldMkLst>
    <p188:txBody>
      <a:bodyPr/>
      <a:lstStyle/>
      <a:p>
        <a:r>
          <a:rPr lang="en-US"/>
          <a:t>Enhance as needed based on functionality</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875529-8ACD-4FAF-8E75-6587EA535E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A29E7F4-4C23-4236-B32C-3D68B158A6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C1C6EB-2EB3-4AB6-9663-2711F8649F9D}" type="datetimeFigureOut">
              <a:rPr lang="en-US" smtClean="0"/>
              <a:t>3/22/2026</a:t>
            </a:fld>
            <a:endParaRPr lang="en-US" dirty="0"/>
          </a:p>
        </p:txBody>
      </p:sp>
      <p:sp>
        <p:nvSpPr>
          <p:cNvPr id="4" name="Footer Placeholder 3">
            <a:extLst>
              <a:ext uri="{FF2B5EF4-FFF2-40B4-BE49-F238E27FC236}">
                <a16:creationId xmlns:a16="http://schemas.microsoft.com/office/drawing/2014/main" id="{356D39C2-FA9C-4DAD-8373-7A653BA0DE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6FF5F34-7BBE-4154-B1FF-8124298EB2E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675C2F-AF8D-4BD8-A2BA-462A7CE9688D}" type="slidenum">
              <a:rPr lang="en-US" smtClean="0"/>
              <a:t>‹#›</a:t>
            </a:fld>
            <a:endParaRPr lang="en-US" dirty="0"/>
          </a:p>
        </p:txBody>
      </p:sp>
    </p:spTree>
    <p:extLst>
      <p:ext uri="{BB962C8B-B14F-4D97-AF65-F5344CB8AC3E}">
        <p14:creationId xmlns:p14="http://schemas.microsoft.com/office/powerpoint/2010/main" val="35636185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D647E-0E65-4A14-903D-757EDF104052}" type="datetimeFigureOut">
              <a:rPr lang="fr-FR" smtClean="0"/>
              <a:t>22/03/2026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46B207-691D-4EE2-B9CC-9F376BF0DE64}" type="slidenum">
              <a:rPr lang="fr-FR" smtClean="0"/>
              <a:t>‹#›</a:t>
            </a:fld>
            <a:endParaRPr lang="fr-FR" dirty="0"/>
          </a:p>
        </p:txBody>
      </p:sp>
    </p:spTree>
    <p:extLst>
      <p:ext uri="{BB962C8B-B14F-4D97-AF65-F5344CB8AC3E}">
        <p14:creationId xmlns:p14="http://schemas.microsoft.com/office/powerpoint/2010/main" val="1600713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Addresses: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Overall project scope and complexity</a:t>
            </a:r>
          </a:p>
          <a:p>
            <a:r>
              <a:rPr lang="en-US" sz="1200" b="0" i="0" kern="1200" dirty="0">
                <a:solidFill>
                  <a:schemeClr val="tx1"/>
                </a:solidFill>
                <a:effectLst/>
                <a:latin typeface="+mn-lt"/>
                <a:ea typeface="+mn-ea"/>
                <a:cs typeface="+mn-cs"/>
              </a:rPr>
              <a:t>» Initial architecture design criteria</a:t>
            </a:r>
          </a:p>
          <a:p>
            <a:r>
              <a:rPr lang="en-US" sz="1200" b="0" i="0" kern="1200" dirty="0">
                <a:solidFill>
                  <a:schemeClr val="tx1"/>
                </a:solidFill>
                <a:effectLst/>
                <a:latin typeface="+mn-lt"/>
                <a:ea typeface="+mn-ea"/>
                <a:cs typeface="+mn-cs"/>
              </a:rPr>
              <a:t>» Inter- and intra-dependencies of the technology</a:t>
            </a:r>
          </a:p>
          <a:p>
            <a:r>
              <a:rPr lang="en-US" sz="1200" b="0" i="0" kern="1200" dirty="0">
                <a:solidFill>
                  <a:schemeClr val="tx1"/>
                </a:solidFill>
                <a:effectLst/>
                <a:latin typeface="+mn-lt"/>
                <a:ea typeface="+mn-ea"/>
                <a:cs typeface="+mn-cs"/>
              </a:rPr>
              <a:t>» Hardware, software, and vendor solutions being considered</a:t>
            </a:r>
          </a:p>
          <a:p>
            <a:r>
              <a:rPr lang="en-US" sz="1200" b="0" i="0" kern="1200" dirty="0">
                <a:solidFill>
                  <a:schemeClr val="tx1"/>
                </a:solidFill>
                <a:effectLst/>
                <a:latin typeface="+mn-lt"/>
                <a:ea typeface="+mn-ea"/>
                <a:cs typeface="+mn-cs"/>
              </a:rPr>
              <a:t>» Primary and secondary business functions implemented or impacted by the project</a:t>
            </a:r>
          </a:p>
          <a:p>
            <a:r>
              <a:rPr lang="en-US" sz="1200" b="0" i="0" kern="1200" dirty="0">
                <a:solidFill>
                  <a:schemeClr val="tx1"/>
                </a:solidFill>
                <a:effectLst/>
                <a:latin typeface="+mn-lt"/>
                <a:ea typeface="+mn-ea"/>
                <a:cs typeface="+mn-cs"/>
              </a:rPr>
              <a:t>o As-Is Business Processes / Technical Architecture </a:t>
            </a:r>
          </a:p>
          <a:p>
            <a:r>
              <a:rPr lang="en-US" sz="1200" b="0" i="0" kern="1200" dirty="0">
                <a:solidFill>
                  <a:schemeClr val="tx1"/>
                </a:solidFill>
                <a:effectLst/>
                <a:latin typeface="+mn-lt"/>
                <a:ea typeface="+mn-ea"/>
                <a:cs typeface="+mn-cs"/>
              </a:rPr>
              <a:t>o To-Be Business Processes / Technical Architecture </a:t>
            </a:r>
          </a:p>
          <a:p>
            <a:r>
              <a:rPr lang="en-US" sz="1200" b="0" i="0" kern="1200" dirty="0">
                <a:solidFill>
                  <a:schemeClr val="tx1"/>
                </a:solidFill>
                <a:effectLst/>
                <a:latin typeface="+mn-lt"/>
                <a:ea typeface="+mn-ea"/>
                <a:cs typeface="+mn-cs"/>
              </a:rPr>
              <a:t>» Currently supported business functions and processes</a:t>
            </a:r>
          </a:p>
          <a:p>
            <a:r>
              <a:rPr lang="en-US" sz="1200" b="0" i="0" kern="1200" dirty="0">
                <a:solidFill>
                  <a:schemeClr val="tx1"/>
                </a:solidFill>
                <a:effectLst/>
                <a:latin typeface="+mn-lt"/>
                <a:ea typeface="+mn-ea"/>
                <a:cs typeface="+mn-cs"/>
              </a:rPr>
              <a:t>» Opportunities to leverage and reuse existing technology assets</a:t>
            </a:r>
          </a:p>
          <a:p>
            <a:r>
              <a:rPr lang="en-US" sz="1200" b="0" i="0" kern="1200" dirty="0">
                <a:solidFill>
                  <a:schemeClr val="tx1"/>
                </a:solidFill>
                <a:effectLst/>
                <a:latin typeface="+mn-lt"/>
                <a:ea typeface="+mn-ea"/>
                <a:cs typeface="+mn-cs"/>
              </a:rPr>
              <a:t>» Other projects with similar scope and characteristics</a:t>
            </a:r>
          </a:p>
          <a:p>
            <a:r>
              <a:rPr lang="en-US" sz="1200" b="0" i="0" kern="1200" dirty="0">
                <a:solidFill>
                  <a:schemeClr val="tx1"/>
                </a:solidFill>
                <a:effectLst/>
                <a:latin typeface="+mn-lt"/>
                <a:ea typeface="+mn-ea"/>
                <a:cs typeface="+mn-cs"/>
              </a:rPr>
              <a:t>» Overall risk level</a:t>
            </a:r>
          </a:p>
          <a:p>
            <a:endParaRPr lang="en-US" dirty="0"/>
          </a:p>
        </p:txBody>
      </p:sp>
      <p:sp>
        <p:nvSpPr>
          <p:cNvPr id="4" name="Slide Number Placeholder 3"/>
          <p:cNvSpPr>
            <a:spLocks noGrp="1"/>
          </p:cNvSpPr>
          <p:nvPr>
            <p:ph type="sldNum" sz="quarter" idx="5"/>
          </p:nvPr>
        </p:nvSpPr>
        <p:spPr/>
        <p:txBody>
          <a:bodyPr/>
          <a:lstStyle/>
          <a:p>
            <a:fld id="{DA46B207-691D-4EE2-B9CC-9F376BF0DE64}" type="slidenum">
              <a:rPr lang="fr-FR" smtClean="0"/>
              <a:t>2</a:t>
            </a:fld>
            <a:endParaRPr lang="fr-FR" dirty="0"/>
          </a:p>
        </p:txBody>
      </p:sp>
    </p:spTree>
    <p:extLst>
      <p:ext uri="{BB962C8B-B14F-4D97-AF65-F5344CB8AC3E}">
        <p14:creationId xmlns:p14="http://schemas.microsoft.com/office/powerpoint/2010/main" val="3019301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46B207-691D-4EE2-B9CC-9F376BF0DE64}" type="slidenum">
              <a:rPr lang="fr-FR" smtClean="0"/>
              <a:t>11</a:t>
            </a:fld>
            <a:endParaRPr lang="fr-FR" dirty="0"/>
          </a:p>
        </p:txBody>
      </p:sp>
    </p:spTree>
    <p:extLst>
      <p:ext uri="{BB962C8B-B14F-4D97-AF65-F5344CB8AC3E}">
        <p14:creationId xmlns:p14="http://schemas.microsoft.com/office/powerpoint/2010/main" val="1214020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54637" y="2099532"/>
            <a:ext cx="10080000" cy="3240000"/>
          </a:xfrm>
        </p:spPr>
        <p:txBody>
          <a:bodyPr anchor="t"/>
          <a:lstStyle>
            <a:lvl1pPr algn="l">
              <a:lnSpc>
                <a:spcPct val="90000"/>
              </a:lnSpc>
              <a:defRPr sz="4700">
                <a:solidFill>
                  <a:schemeClr val="bg1"/>
                </a:solidFill>
                <a:latin typeface="+mn-lt"/>
              </a:defRPr>
            </a:lvl1pPr>
          </a:lstStyle>
          <a:p>
            <a:r>
              <a:rPr lang="en-US" noProof="0" dirty="0"/>
              <a:t>Click to edit Master title style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hasCustomPrompt="1"/>
          </p:nvPr>
        </p:nvSpPr>
        <p:spPr>
          <a:xfrm>
            <a:off x="1154637" y="5937816"/>
            <a:ext cx="10080000" cy="360000"/>
          </a:xfrm>
        </p:spPr>
        <p:txBody>
          <a:bodyPr anchor="t"/>
          <a:lstStyle>
            <a:lvl1pPr marL="0" indent="0" algn="l">
              <a:lnSpc>
                <a:spcPct val="90000"/>
              </a:lnSpc>
              <a:spcBef>
                <a:spcPts val="0"/>
              </a:spcBef>
              <a:buNone/>
              <a:defRPr sz="1800">
                <a:solidFill>
                  <a:schemeClr val="bg1"/>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dirty="0"/>
              <a:t>Click to edit master subtitle style</a:t>
            </a:r>
          </a:p>
        </p:txBody>
      </p:sp>
      <p:sp>
        <p:nvSpPr>
          <p:cNvPr id="14" name="Espace réservé de la date 13">
            <a:extLst>
              <a:ext uri="{FF2B5EF4-FFF2-40B4-BE49-F238E27FC236}">
                <a16:creationId xmlns:a16="http://schemas.microsoft.com/office/drawing/2014/main" id="{300CADA1-D253-4F6F-88CF-D8727A69C674}"/>
              </a:ext>
            </a:extLst>
          </p:cNvPr>
          <p:cNvSpPr>
            <a:spLocks noGrp="1"/>
          </p:cNvSpPr>
          <p:nvPr>
            <p:ph type="dt" sz="half" idx="10"/>
          </p:nvPr>
        </p:nvSpPr>
        <p:spPr>
          <a:xfrm>
            <a:off x="1154637" y="5416575"/>
            <a:ext cx="3166884" cy="468000"/>
          </a:xfrm>
        </p:spPr>
        <p:txBody>
          <a:bodyPr anchor="t"/>
          <a:lstStyle>
            <a:lvl1pPr algn="l">
              <a:defRPr lang="fr-FR" sz="2500" b="0" kern="1200" cap="all" baseline="0" dirty="0" smtClean="0">
                <a:solidFill>
                  <a:schemeClr val="bg1"/>
                </a:solidFill>
                <a:latin typeface="+mn-lt"/>
                <a:ea typeface="+mn-ea"/>
                <a:cs typeface="+mn-cs"/>
              </a:defRPr>
            </a:lvl1pPr>
          </a:lstStyle>
          <a:p>
            <a:endParaRPr lang="en-US" dirty="0">
              <a:latin typeface="+mn-lt"/>
            </a:endParaRPr>
          </a:p>
        </p:txBody>
      </p:sp>
      <p:sp>
        <p:nvSpPr>
          <p:cNvPr id="15" name="Espace réservé du pied de page 14">
            <a:extLst>
              <a:ext uri="{FF2B5EF4-FFF2-40B4-BE49-F238E27FC236}">
                <a16:creationId xmlns:a16="http://schemas.microsoft.com/office/drawing/2014/main" id="{220B2E6D-A47C-49EF-BD1D-CD4E8D91A525}"/>
              </a:ext>
            </a:extLst>
          </p:cNvPr>
          <p:cNvSpPr>
            <a:spLocks noGrp="1"/>
          </p:cNvSpPr>
          <p:nvPr>
            <p:ph type="ftr" sz="quarter" idx="11"/>
          </p:nvPr>
        </p:nvSpPr>
        <p:spPr/>
        <p:txBody>
          <a:bodyPr/>
          <a:lstStyle>
            <a:lvl1pPr>
              <a:defRPr>
                <a:solidFill>
                  <a:schemeClr val="bg1"/>
                </a:solidFill>
                <a:latin typeface="+mn-lt"/>
              </a:defRPr>
            </a:lvl1pPr>
          </a:lstStyle>
          <a:p>
            <a:endParaRPr lang="en-US" dirty="0"/>
          </a:p>
        </p:txBody>
      </p:sp>
      <p:sp>
        <p:nvSpPr>
          <p:cNvPr id="16" name="Espace réservé du numéro de diapositive 15">
            <a:extLst>
              <a:ext uri="{FF2B5EF4-FFF2-40B4-BE49-F238E27FC236}">
                <a16:creationId xmlns:a16="http://schemas.microsoft.com/office/drawing/2014/main" id="{51BEB788-E3EA-4C0F-B6FF-45518A2C529D}"/>
              </a:ext>
            </a:extLst>
          </p:cNvPr>
          <p:cNvSpPr>
            <a:spLocks noGrp="1"/>
          </p:cNvSpPr>
          <p:nvPr>
            <p:ph type="sldNum" sz="quarter" idx="12"/>
          </p:nvPr>
        </p:nvSpPr>
        <p:spPr/>
        <p:txBody>
          <a:bodyPr/>
          <a:lstStyle>
            <a:lvl1pPr>
              <a:defRPr>
                <a:solidFill>
                  <a:schemeClr val="bg1"/>
                </a:solidFill>
                <a:latin typeface="+mn-lt"/>
              </a:defRPr>
            </a:lvl1pPr>
          </a:lstStyle>
          <a:p>
            <a:fld id="{975A587B-5814-4D9B-9598-FE9CB954CB01}" type="slidenum">
              <a:rPr lang="en-US" smtClean="0"/>
              <a:pPr/>
              <a:t>‹#›</a:t>
            </a:fld>
            <a:endParaRPr lang="en-US" dirty="0"/>
          </a:p>
        </p:txBody>
      </p:sp>
    </p:spTree>
    <p:extLst>
      <p:ext uri="{BB962C8B-B14F-4D97-AF65-F5344CB8AC3E}">
        <p14:creationId xmlns:p14="http://schemas.microsoft.com/office/powerpoint/2010/main" val="2497439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Cover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54637" y="2099532"/>
            <a:ext cx="10080000" cy="3240000"/>
          </a:xfrm>
        </p:spPr>
        <p:txBody>
          <a:bodyPr anchor="t"/>
          <a:lstStyle>
            <a:lvl1pPr algn="l">
              <a:lnSpc>
                <a:spcPct val="90000"/>
              </a:lnSpc>
              <a:defRPr sz="4700">
                <a:solidFill>
                  <a:schemeClr val="tx2"/>
                </a:solidFill>
                <a:latin typeface="+mn-lt"/>
              </a:defRPr>
            </a:lvl1pPr>
          </a:lstStyle>
          <a:p>
            <a:r>
              <a:rPr lang="en-US" noProof="0" dirty="0"/>
              <a:t>Click to edit Master title style</a:t>
            </a:r>
          </a:p>
        </p:txBody>
      </p:sp>
      <p:sp>
        <p:nvSpPr>
          <p:cNvPr id="3" name="Sous-titre 2">
            <a:extLst>
              <a:ext uri="{FF2B5EF4-FFF2-40B4-BE49-F238E27FC236}">
                <a16:creationId xmlns:a16="http://schemas.microsoft.com/office/drawing/2014/main" id="{40AEA671-FC71-4FFA-B81F-CABE73D6E490}"/>
              </a:ext>
            </a:extLst>
          </p:cNvPr>
          <p:cNvSpPr>
            <a:spLocks noGrp="1"/>
          </p:cNvSpPr>
          <p:nvPr>
            <p:ph type="subTitle" idx="1" hasCustomPrompt="1"/>
          </p:nvPr>
        </p:nvSpPr>
        <p:spPr>
          <a:xfrm>
            <a:off x="1154637" y="5937816"/>
            <a:ext cx="10080000" cy="360000"/>
          </a:xfrm>
        </p:spPr>
        <p:txBody>
          <a:bodyPr anchor="t"/>
          <a:lstStyle>
            <a:lvl1pPr marL="0" indent="0" algn="l">
              <a:lnSpc>
                <a:spcPct val="90000"/>
              </a:lnSpc>
              <a:spcBef>
                <a:spcPts val="0"/>
              </a:spcBef>
              <a:buNone/>
              <a:defRPr sz="1800">
                <a:solidFill>
                  <a:schemeClr val="tx2"/>
                </a:solidFill>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dirty="0"/>
              <a:t>Click to edit master subtitle style</a:t>
            </a:r>
          </a:p>
        </p:txBody>
      </p:sp>
      <p:sp>
        <p:nvSpPr>
          <p:cNvPr id="14" name="Espace réservé de la date 13">
            <a:extLst>
              <a:ext uri="{FF2B5EF4-FFF2-40B4-BE49-F238E27FC236}">
                <a16:creationId xmlns:a16="http://schemas.microsoft.com/office/drawing/2014/main" id="{300CADA1-D253-4F6F-88CF-D8727A69C674}"/>
              </a:ext>
            </a:extLst>
          </p:cNvPr>
          <p:cNvSpPr>
            <a:spLocks noGrp="1"/>
          </p:cNvSpPr>
          <p:nvPr>
            <p:ph type="dt" sz="half" idx="10"/>
          </p:nvPr>
        </p:nvSpPr>
        <p:spPr>
          <a:xfrm>
            <a:off x="1154637" y="5425540"/>
            <a:ext cx="3166884" cy="468000"/>
          </a:xfrm>
        </p:spPr>
        <p:txBody>
          <a:bodyPr anchor="t"/>
          <a:lstStyle>
            <a:lvl1pPr algn="l">
              <a:defRPr lang="fr-FR" sz="2500" b="0" kern="1200" cap="all" baseline="0" dirty="0" smtClean="0">
                <a:solidFill>
                  <a:schemeClr val="tx2"/>
                </a:solidFill>
                <a:latin typeface="+mn-lt"/>
                <a:ea typeface="+mn-ea"/>
                <a:cs typeface="+mn-cs"/>
              </a:defRPr>
            </a:lvl1pPr>
          </a:lstStyle>
          <a:p>
            <a:endParaRPr lang="en-US" dirty="0"/>
          </a:p>
        </p:txBody>
      </p:sp>
      <p:sp>
        <p:nvSpPr>
          <p:cNvPr id="15" name="Espace réservé du pied de page 14">
            <a:extLst>
              <a:ext uri="{FF2B5EF4-FFF2-40B4-BE49-F238E27FC236}">
                <a16:creationId xmlns:a16="http://schemas.microsoft.com/office/drawing/2014/main" id="{220B2E6D-A47C-49EF-BD1D-CD4E8D91A525}"/>
              </a:ext>
            </a:extLst>
          </p:cNvPr>
          <p:cNvSpPr>
            <a:spLocks noGrp="1"/>
          </p:cNvSpPr>
          <p:nvPr>
            <p:ph type="ftr" sz="quarter" idx="11"/>
          </p:nvPr>
        </p:nvSpPr>
        <p:spPr/>
        <p:txBody>
          <a:bodyPr/>
          <a:lstStyle>
            <a:lvl1pPr>
              <a:defRPr>
                <a:solidFill>
                  <a:schemeClr val="tx2"/>
                </a:solidFill>
                <a:latin typeface="+mn-lt"/>
              </a:defRPr>
            </a:lvl1pPr>
          </a:lstStyle>
          <a:p>
            <a:endParaRPr lang="en-US" dirty="0"/>
          </a:p>
        </p:txBody>
      </p:sp>
      <p:sp>
        <p:nvSpPr>
          <p:cNvPr id="16" name="Espace réservé du numéro de diapositive 15">
            <a:extLst>
              <a:ext uri="{FF2B5EF4-FFF2-40B4-BE49-F238E27FC236}">
                <a16:creationId xmlns:a16="http://schemas.microsoft.com/office/drawing/2014/main" id="{51BEB788-E3EA-4C0F-B6FF-45518A2C529D}"/>
              </a:ext>
            </a:extLst>
          </p:cNvPr>
          <p:cNvSpPr>
            <a:spLocks noGrp="1"/>
          </p:cNvSpPr>
          <p:nvPr>
            <p:ph type="sldNum" sz="quarter" idx="12"/>
          </p:nvPr>
        </p:nvSpPr>
        <p:spPr/>
        <p:txBody>
          <a:bodyPr/>
          <a:lstStyle>
            <a:lvl1pPr>
              <a:defRPr>
                <a:solidFill>
                  <a:schemeClr val="tx2"/>
                </a:solidFill>
                <a:latin typeface="+mn-lt"/>
              </a:defRPr>
            </a:lvl1pPr>
          </a:lstStyle>
          <a:p>
            <a:fld id="{975A587B-5814-4D9B-9598-FE9CB954CB01}" type="slidenum">
              <a:rPr lang="en-US" smtClean="0"/>
              <a:pPr/>
              <a:t>‹#›</a:t>
            </a:fld>
            <a:endParaRPr lang="en-US" dirty="0"/>
          </a:p>
        </p:txBody>
      </p:sp>
    </p:spTree>
    <p:extLst>
      <p:ext uri="{BB962C8B-B14F-4D97-AF65-F5344CB8AC3E}">
        <p14:creationId xmlns:p14="http://schemas.microsoft.com/office/powerpoint/2010/main" val="1505572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commandatio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A21623-60EA-4CE6-87A1-45097200BB6B}"/>
              </a:ext>
            </a:extLst>
          </p:cNvPr>
          <p:cNvSpPr>
            <a:spLocks noGrp="1"/>
          </p:cNvSpPr>
          <p:nvPr>
            <p:ph type="title" hasCustomPrompt="1"/>
          </p:nvPr>
        </p:nvSpPr>
        <p:spPr>
          <a:xfrm>
            <a:off x="1154637" y="2066191"/>
            <a:ext cx="10440000" cy="1440000"/>
          </a:xfrm>
        </p:spPr>
        <p:txBody>
          <a:bodyPr/>
          <a:lstStyle>
            <a:lvl1pPr>
              <a:defRPr sz="3400">
                <a:solidFill>
                  <a:schemeClr val="bg1"/>
                </a:solidFill>
                <a:latin typeface="+mn-lt"/>
              </a:defRPr>
            </a:lvl1pPr>
          </a:lstStyle>
          <a:p>
            <a:r>
              <a:rPr lang="en-US" noProof="0" dirty="0"/>
              <a:t>Click to edit Master title style</a:t>
            </a:r>
          </a:p>
        </p:txBody>
      </p:sp>
      <p:sp>
        <p:nvSpPr>
          <p:cNvPr id="5" name="Espace réservé du texte 4">
            <a:extLst>
              <a:ext uri="{FF2B5EF4-FFF2-40B4-BE49-F238E27FC236}">
                <a16:creationId xmlns:a16="http://schemas.microsoft.com/office/drawing/2014/main" id="{6B7ED2FD-D4F2-4FCF-B2BC-8B40DC49DFDC}"/>
              </a:ext>
            </a:extLst>
          </p:cNvPr>
          <p:cNvSpPr>
            <a:spLocks noGrp="1"/>
          </p:cNvSpPr>
          <p:nvPr>
            <p:ph type="body" sz="quarter" idx="18" hasCustomPrompt="1"/>
          </p:nvPr>
        </p:nvSpPr>
        <p:spPr>
          <a:xfrm>
            <a:off x="1154112" y="3042000"/>
            <a:ext cx="10440000" cy="2933700"/>
          </a:xfrm>
        </p:spPr>
        <p:txBody>
          <a:bodyPr/>
          <a:lstStyle>
            <a:lvl1pPr>
              <a:defRPr>
                <a:solidFill>
                  <a:schemeClr val="bg1"/>
                </a:solidFill>
                <a:latin typeface="+mn-lt"/>
              </a:defRPr>
            </a:lvl1pPr>
            <a:lvl2pPr marL="216000" indent="-216000">
              <a:defRPr>
                <a:solidFill>
                  <a:schemeClr val="bg1"/>
                </a:solidFill>
                <a:latin typeface="+mn-lt"/>
              </a:defRPr>
            </a:lvl2pPr>
            <a:lvl3pPr>
              <a:defRPr b="0">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634359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commandations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A21623-60EA-4CE6-87A1-45097200BB6B}"/>
              </a:ext>
            </a:extLst>
          </p:cNvPr>
          <p:cNvSpPr>
            <a:spLocks noGrp="1"/>
          </p:cNvSpPr>
          <p:nvPr>
            <p:ph type="title" hasCustomPrompt="1"/>
          </p:nvPr>
        </p:nvSpPr>
        <p:spPr>
          <a:xfrm>
            <a:off x="1154637" y="2066191"/>
            <a:ext cx="10440000" cy="1440000"/>
          </a:xfrm>
        </p:spPr>
        <p:txBody>
          <a:bodyPr/>
          <a:lstStyle>
            <a:lvl1pPr>
              <a:defRPr sz="3400">
                <a:solidFill>
                  <a:schemeClr val="tx2"/>
                </a:solidFill>
                <a:latin typeface="+mn-lt"/>
              </a:defRPr>
            </a:lvl1pPr>
          </a:lstStyle>
          <a:p>
            <a:r>
              <a:rPr lang="en-US" noProof="0" dirty="0"/>
              <a:t>Click to edit Master title style</a:t>
            </a:r>
          </a:p>
        </p:txBody>
      </p:sp>
      <p:sp>
        <p:nvSpPr>
          <p:cNvPr id="5" name="Espace réservé du texte 4">
            <a:extLst>
              <a:ext uri="{FF2B5EF4-FFF2-40B4-BE49-F238E27FC236}">
                <a16:creationId xmlns:a16="http://schemas.microsoft.com/office/drawing/2014/main" id="{6B7ED2FD-D4F2-4FCF-B2BC-8B40DC49DFDC}"/>
              </a:ext>
            </a:extLst>
          </p:cNvPr>
          <p:cNvSpPr>
            <a:spLocks noGrp="1"/>
          </p:cNvSpPr>
          <p:nvPr>
            <p:ph type="body" sz="quarter" idx="18" hasCustomPrompt="1"/>
          </p:nvPr>
        </p:nvSpPr>
        <p:spPr>
          <a:xfrm>
            <a:off x="1154112" y="3042000"/>
            <a:ext cx="10440000" cy="2933700"/>
          </a:xfrm>
        </p:spPr>
        <p:txBody>
          <a:bodyPr/>
          <a:lstStyle>
            <a:lvl1pPr>
              <a:defRPr>
                <a:solidFill>
                  <a:schemeClr val="tx2"/>
                </a:solidFill>
                <a:latin typeface="+mn-lt"/>
              </a:defRPr>
            </a:lvl1pPr>
            <a:lvl2pPr marL="216000" indent="-216000">
              <a:defRPr>
                <a:solidFill>
                  <a:schemeClr val="tx2"/>
                </a:solidFill>
                <a:latin typeface="+mn-lt"/>
              </a:defRPr>
            </a:lvl2pPr>
            <a:lvl3pPr>
              <a:defRPr b="0">
                <a:solidFill>
                  <a:schemeClr val="tx2"/>
                </a:solidFill>
                <a:latin typeface="+mn-lt"/>
              </a:defRPr>
            </a:lvl3pPr>
            <a:lvl4pPr>
              <a:defRPr>
                <a:solidFill>
                  <a:schemeClr val="tx2"/>
                </a:solidFill>
                <a:latin typeface="+mn-lt"/>
              </a:defRPr>
            </a:lvl4pPr>
            <a:lvl5pPr>
              <a:defRPr>
                <a:solidFill>
                  <a:schemeClr val="tx2"/>
                </a:solidFill>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272634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4" name="Espace réservé pour une image  33">
            <a:extLst>
              <a:ext uri="{FF2B5EF4-FFF2-40B4-BE49-F238E27FC236}">
                <a16:creationId xmlns:a16="http://schemas.microsoft.com/office/drawing/2014/main" id="{370C295F-F87C-4224-8CC1-055740470C15}"/>
              </a:ext>
            </a:extLst>
          </p:cNvPr>
          <p:cNvSpPr>
            <a:spLocks noGrp="1"/>
          </p:cNvSpPr>
          <p:nvPr>
            <p:ph type="pic" idx="14" hasCustomPrompt="1"/>
          </p:nvPr>
        </p:nvSpPr>
        <p:spPr>
          <a:xfrm>
            <a:off x="3" y="3425827"/>
            <a:ext cx="12191999" cy="3432173"/>
          </a:xfrm>
          <a:prstGeom prst="rect">
            <a:avLst/>
          </a:prstGeom>
          <a:noFill/>
          <a:ln w="3175">
            <a:noFill/>
          </a:ln>
        </p:spPr>
        <p:txBody>
          <a:bodyPr wrap="square" anchor="ctr">
            <a:noAutofit/>
          </a:bodyPr>
          <a:lstStyle>
            <a:lvl1pPr marL="0" indent="0" algn="ctr">
              <a:buNone/>
              <a:defRPr sz="1200" b="0" cap="none" baseline="0">
                <a:solidFill>
                  <a:schemeClr val="tx2"/>
                </a:solidFill>
                <a:latin typeface="+mj-lt"/>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dirty="0"/>
              <a:t>Photo</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26792" y="1816075"/>
            <a:ext cx="10440000" cy="1260000"/>
          </a:xfrm>
        </p:spPr>
        <p:txBody>
          <a:bodyPr anchor="t"/>
          <a:lstStyle>
            <a:lvl1pPr algn="l">
              <a:lnSpc>
                <a:spcPct val="90000"/>
              </a:lnSpc>
              <a:defRPr sz="3800">
                <a:solidFill>
                  <a:schemeClr val="bg1"/>
                </a:solidFill>
                <a:latin typeface="+mn-lt"/>
              </a:defRPr>
            </a:lvl1pPr>
          </a:lstStyle>
          <a:p>
            <a:r>
              <a:rPr lang="en-US" noProof="0"/>
              <a:t>Click to edit Master title style</a:t>
            </a:r>
          </a:p>
        </p:txBody>
      </p:sp>
      <p:sp>
        <p:nvSpPr>
          <p:cNvPr id="14" name="Espace réservé du numéro de diapositive 13">
            <a:extLst>
              <a:ext uri="{FF2B5EF4-FFF2-40B4-BE49-F238E27FC236}">
                <a16:creationId xmlns:a16="http://schemas.microsoft.com/office/drawing/2014/main" id="{26DEE05B-3704-4A91-B3BE-6D9306C267B4}"/>
              </a:ext>
            </a:extLst>
          </p:cNvPr>
          <p:cNvSpPr>
            <a:spLocks noGrp="1"/>
          </p:cNvSpPr>
          <p:nvPr>
            <p:ph type="sldNum" sz="quarter" idx="17"/>
          </p:nvPr>
        </p:nvSpPr>
        <p:spPr>
          <a:xfrm>
            <a:off x="11370399" y="6562800"/>
            <a:ext cx="720000" cy="216000"/>
          </a:xfrm>
        </p:spPr>
        <p:txBody>
          <a:bodyPr/>
          <a:lstStyle>
            <a:lvl1pPr>
              <a:defRPr>
                <a:solidFill>
                  <a:schemeClr val="bg1"/>
                </a:solidFill>
                <a:latin typeface="+mn-lt"/>
              </a:defRPr>
            </a:lvl1pPr>
          </a:lstStyle>
          <a:p>
            <a:fld id="{975A587B-5814-4D9B-9598-FE9CB954CB01}" type="slidenum">
              <a:rPr lang="en-US" smtClean="0"/>
              <a:pPr/>
              <a:t>‹#›</a:t>
            </a:fld>
            <a:endParaRPr lang="en-US" dirty="0"/>
          </a:p>
        </p:txBody>
      </p:sp>
      <p:sp>
        <p:nvSpPr>
          <p:cNvPr id="42" name="Espace réservé du texte 41">
            <a:extLst>
              <a:ext uri="{FF2B5EF4-FFF2-40B4-BE49-F238E27FC236}">
                <a16:creationId xmlns:a16="http://schemas.microsoft.com/office/drawing/2014/main" id="{8E7EA58A-C319-4F80-9E54-D658719F8C76}"/>
              </a:ext>
            </a:extLst>
          </p:cNvPr>
          <p:cNvSpPr>
            <a:spLocks noGrp="1"/>
          </p:cNvSpPr>
          <p:nvPr>
            <p:ph type="body" sz="quarter" idx="18" hasCustomPrompt="1"/>
          </p:nvPr>
        </p:nvSpPr>
        <p:spPr>
          <a:xfrm>
            <a:off x="5271452" y="3125323"/>
            <a:ext cx="1729424" cy="330417"/>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lvl1pPr>
              <a:defRPr>
                <a:solidFill>
                  <a:schemeClr val="bg1"/>
                </a:solidFill>
              </a:defRPr>
            </a:lvl1pPr>
          </a:lstStyle>
          <a:p>
            <a:pPr lvl="0"/>
            <a:r>
              <a:rPr lang="en-US" noProof="0"/>
              <a:t> </a:t>
            </a:r>
          </a:p>
        </p:txBody>
      </p:sp>
      <p:sp>
        <p:nvSpPr>
          <p:cNvPr id="12" name="Espace réservé de la date 11">
            <a:extLst>
              <a:ext uri="{FF2B5EF4-FFF2-40B4-BE49-F238E27FC236}">
                <a16:creationId xmlns:a16="http://schemas.microsoft.com/office/drawing/2014/main" id="{59764E17-B98C-4383-8370-2690754AADC9}"/>
              </a:ext>
            </a:extLst>
          </p:cNvPr>
          <p:cNvSpPr>
            <a:spLocks noGrp="1"/>
          </p:cNvSpPr>
          <p:nvPr>
            <p:ph type="dt" sz="half" idx="15"/>
          </p:nvPr>
        </p:nvSpPr>
        <p:spPr>
          <a:xfrm>
            <a:off x="1145843" y="5802228"/>
            <a:ext cx="2880000" cy="468000"/>
          </a:xfrm>
        </p:spPr>
        <p:txBody>
          <a:bodyPr anchor="t"/>
          <a:lstStyle>
            <a:lvl1pPr>
              <a:defRPr lang="fr-FR" sz="2500" b="0" kern="1200" cap="all" baseline="0" noProof="0" dirty="0" smtClean="0">
                <a:solidFill>
                  <a:schemeClr val="bg1"/>
                </a:solidFill>
                <a:latin typeface="+mj-lt"/>
                <a:ea typeface="+mn-ea"/>
                <a:cs typeface="+mn-cs"/>
              </a:defRPr>
            </a:lvl1pPr>
          </a:lstStyle>
          <a:p>
            <a:pPr algn="l"/>
            <a:endParaRPr lang="en-US" dirty="0"/>
          </a:p>
        </p:txBody>
      </p:sp>
      <p:sp>
        <p:nvSpPr>
          <p:cNvPr id="13" name="Espace réservé du pied de page 12">
            <a:extLst>
              <a:ext uri="{FF2B5EF4-FFF2-40B4-BE49-F238E27FC236}">
                <a16:creationId xmlns:a16="http://schemas.microsoft.com/office/drawing/2014/main" id="{E74E8C3D-024A-4ED6-AA2A-C1034A8F4A17}"/>
              </a:ext>
            </a:extLst>
          </p:cNvPr>
          <p:cNvSpPr>
            <a:spLocks noGrp="1"/>
          </p:cNvSpPr>
          <p:nvPr>
            <p:ph type="ftr" sz="quarter" idx="16"/>
          </p:nvPr>
        </p:nvSpPr>
        <p:spPr>
          <a:xfrm>
            <a:off x="101601" y="6562800"/>
            <a:ext cx="4080000" cy="216000"/>
          </a:xfrm>
        </p:spPr>
        <p:txBody>
          <a:bodyPr/>
          <a:lstStyle>
            <a:lvl1pPr>
              <a:defRPr>
                <a:solidFill>
                  <a:schemeClr val="bg1"/>
                </a:solidFill>
                <a:latin typeface="+mn-lt"/>
              </a:defRPr>
            </a:lvl1pPr>
          </a:lstStyle>
          <a:p>
            <a:endParaRPr lang="en-US" dirty="0"/>
          </a:p>
        </p:txBody>
      </p:sp>
    </p:spTree>
    <p:extLst>
      <p:ext uri="{BB962C8B-B14F-4D97-AF65-F5344CB8AC3E}">
        <p14:creationId xmlns:p14="http://schemas.microsoft.com/office/powerpoint/2010/main" val="48657058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Cover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4" name="Espace réservé pour une image  33">
            <a:extLst>
              <a:ext uri="{FF2B5EF4-FFF2-40B4-BE49-F238E27FC236}">
                <a16:creationId xmlns:a16="http://schemas.microsoft.com/office/drawing/2014/main" id="{370C295F-F87C-4224-8CC1-055740470C15}"/>
              </a:ext>
            </a:extLst>
          </p:cNvPr>
          <p:cNvSpPr>
            <a:spLocks noGrp="1"/>
          </p:cNvSpPr>
          <p:nvPr>
            <p:ph type="pic" idx="14" hasCustomPrompt="1"/>
          </p:nvPr>
        </p:nvSpPr>
        <p:spPr>
          <a:xfrm>
            <a:off x="3" y="3425827"/>
            <a:ext cx="12191999" cy="3432173"/>
          </a:xfrm>
          <a:prstGeom prst="rect">
            <a:avLst/>
          </a:prstGeom>
          <a:noFill/>
          <a:ln w="3175">
            <a:noFill/>
          </a:ln>
        </p:spPr>
        <p:txBody>
          <a:bodyPr wrap="square" anchor="ctr">
            <a:noAutofit/>
          </a:bodyPr>
          <a:lstStyle>
            <a:lvl1pPr marL="0" indent="0" algn="ctr">
              <a:buNone/>
              <a:defRPr sz="1200" b="0" cap="none" baseline="0">
                <a:solidFill>
                  <a:schemeClr val="tx2"/>
                </a:solidFill>
                <a:latin typeface="+mj-lt"/>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dirty="0"/>
              <a:t>Photo</a:t>
            </a:r>
          </a:p>
        </p:txBody>
      </p:sp>
      <p:sp>
        <p:nvSpPr>
          <p:cNvPr id="2" name="Titre 1">
            <a:extLst>
              <a:ext uri="{FF2B5EF4-FFF2-40B4-BE49-F238E27FC236}">
                <a16:creationId xmlns:a16="http://schemas.microsoft.com/office/drawing/2014/main" id="{50C5EE01-F973-4120-91B8-34CAA765DBA3}"/>
              </a:ext>
            </a:extLst>
          </p:cNvPr>
          <p:cNvSpPr>
            <a:spLocks noGrp="1"/>
          </p:cNvSpPr>
          <p:nvPr>
            <p:ph type="ctrTitle" hasCustomPrompt="1"/>
          </p:nvPr>
        </p:nvSpPr>
        <p:spPr>
          <a:xfrm>
            <a:off x="1126792" y="1816075"/>
            <a:ext cx="10440000" cy="1260000"/>
          </a:xfrm>
        </p:spPr>
        <p:txBody>
          <a:bodyPr anchor="t"/>
          <a:lstStyle>
            <a:lvl1pPr algn="l">
              <a:lnSpc>
                <a:spcPct val="90000"/>
              </a:lnSpc>
              <a:defRPr sz="3800">
                <a:solidFill>
                  <a:schemeClr val="tx2"/>
                </a:solidFill>
                <a:latin typeface="+mn-lt"/>
              </a:defRPr>
            </a:lvl1pPr>
          </a:lstStyle>
          <a:p>
            <a:r>
              <a:rPr lang="en-US" noProof="0" dirty="0"/>
              <a:t>Click to edit Master title style</a:t>
            </a:r>
          </a:p>
        </p:txBody>
      </p:sp>
      <p:sp>
        <p:nvSpPr>
          <p:cNvPr id="14" name="Espace réservé du numéro de diapositive 13">
            <a:extLst>
              <a:ext uri="{FF2B5EF4-FFF2-40B4-BE49-F238E27FC236}">
                <a16:creationId xmlns:a16="http://schemas.microsoft.com/office/drawing/2014/main" id="{26DEE05B-3704-4A91-B3BE-6D9306C267B4}"/>
              </a:ext>
            </a:extLst>
          </p:cNvPr>
          <p:cNvSpPr>
            <a:spLocks noGrp="1"/>
          </p:cNvSpPr>
          <p:nvPr>
            <p:ph type="sldNum" sz="quarter" idx="17"/>
          </p:nvPr>
        </p:nvSpPr>
        <p:spPr>
          <a:xfrm>
            <a:off x="11370399" y="6562800"/>
            <a:ext cx="720000" cy="216000"/>
          </a:xfrm>
        </p:spPr>
        <p:txBody>
          <a:bodyPr/>
          <a:lstStyle>
            <a:lvl1pPr>
              <a:defRPr>
                <a:solidFill>
                  <a:schemeClr val="bg1"/>
                </a:solidFill>
                <a:latin typeface="+mn-lt"/>
              </a:defRPr>
            </a:lvl1pPr>
          </a:lstStyle>
          <a:p>
            <a:fld id="{975A587B-5814-4D9B-9598-FE9CB954CB01}" type="slidenum">
              <a:rPr lang="en-US" smtClean="0"/>
              <a:pPr/>
              <a:t>‹#›</a:t>
            </a:fld>
            <a:endParaRPr lang="en-US" dirty="0"/>
          </a:p>
        </p:txBody>
      </p:sp>
      <p:sp>
        <p:nvSpPr>
          <p:cNvPr id="42" name="Espace réservé du texte 41">
            <a:extLst>
              <a:ext uri="{FF2B5EF4-FFF2-40B4-BE49-F238E27FC236}">
                <a16:creationId xmlns:a16="http://schemas.microsoft.com/office/drawing/2014/main" id="{8E7EA58A-C319-4F80-9E54-D658719F8C76}"/>
              </a:ext>
            </a:extLst>
          </p:cNvPr>
          <p:cNvSpPr>
            <a:spLocks noGrp="1"/>
          </p:cNvSpPr>
          <p:nvPr>
            <p:ph type="body" sz="quarter" idx="18" hasCustomPrompt="1"/>
          </p:nvPr>
        </p:nvSpPr>
        <p:spPr>
          <a:xfrm>
            <a:off x="5271452" y="3125323"/>
            <a:ext cx="1729424" cy="330417"/>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lvl1pPr>
              <a:defRPr>
                <a:solidFill>
                  <a:schemeClr val="bg1"/>
                </a:solidFill>
              </a:defRPr>
            </a:lvl1pPr>
          </a:lstStyle>
          <a:p>
            <a:pPr lvl="0"/>
            <a:r>
              <a:rPr lang="en-US" noProof="0"/>
              <a:t> </a:t>
            </a:r>
          </a:p>
        </p:txBody>
      </p:sp>
      <p:sp>
        <p:nvSpPr>
          <p:cNvPr id="12" name="Espace réservé de la date 11">
            <a:extLst>
              <a:ext uri="{FF2B5EF4-FFF2-40B4-BE49-F238E27FC236}">
                <a16:creationId xmlns:a16="http://schemas.microsoft.com/office/drawing/2014/main" id="{59764E17-B98C-4383-8370-2690754AADC9}"/>
              </a:ext>
            </a:extLst>
          </p:cNvPr>
          <p:cNvSpPr>
            <a:spLocks noGrp="1"/>
          </p:cNvSpPr>
          <p:nvPr>
            <p:ph type="dt" sz="half" idx="15"/>
          </p:nvPr>
        </p:nvSpPr>
        <p:spPr>
          <a:xfrm>
            <a:off x="1145843" y="5802228"/>
            <a:ext cx="2880000" cy="468000"/>
          </a:xfrm>
        </p:spPr>
        <p:txBody>
          <a:bodyPr anchor="t"/>
          <a:lstStyle>
            <a:lvl1pPr>
              <a:defRPr lang="fr-FR" sz="2500" b="0" kern="1200" cap="all" baseline="0" noProof="0" dirty="0" smtClean="0">
                <a:solidFill>
                  <a:schemeClr val="bg1"/>
                </a:solidFill>
                <a:latin typeface="+mj-lt"/>
                <a:ea typeface="+mn-ea"/>
                <a:cs typeface="+mn-cs"/>
              </a:defRPr>
            </a:lvl1pPr>
          </a:lstStyle>
          <a:p>
            <a:pPr algn="l"/>
            <a:endParaRPr lang="en-US" dirty="0"/>
          </a:p>
        </p:txBody>
      </p:sp>
      <p:sp>
        <p:nvSpPr>
          <p:cNvPr id="13" name="Espace réservé du pied de page 12">
            <a:extLst>
              <a:ext uri="{FF2B5EF4-FFF2-40B4-BE49-F238E27FC236}">
                <a16:creationId xmlns:a16="http://schemas.microsoft.com/office/drawing/2014/main" id="{E74E8C3D-024A-4ED6-AA2A-C1034A8F4A17}"/>
              </a:ext>
            </a:extLst>
          </p:cNvPr>
          <p:cNvSpPr>
            <a:spLocks noGrp="1"/>
          </p:cNvSpPr>
          <p:nvPr>
            <p:ph type="ftr" sz="quarter" idx="16"/>
          </p:nvPr>
        </p:nvSpPr>
        <p:spPr>
          <a:xfrm>
            <a:off x="101601" y="6562800"/>
            <a:ext cx="4080000" cy="216000"/>
          </a:xfrm>
        </p:spPr>
        <p:txBody>
          <a:bodyPr/>
          <a:lstStyle>
            <a:lvl1pPr>
              <a:defRPr>
                <a:solidFill>
                  <a:schemeClr val="bg1"/>
                </a:solidFill>
                <a:latin typeface="+mn-lt"/>
              </a:defRPr>
            </a:lvl1pPr>
          </a:lstStyle>
          <a:p>
            <a:endParaRPr lang="en-US" dirty="0"/>
          </a:p>
        </p:txBody>
      </p:sp>
    </p:spTree>
    <p:extLst>
      <p:ext uri="{BB962C8B-B14F-4D97-AF65-F5344CB8AC3E}">
        <p14:creationId xmlns:p14="http://schemas.microsoft.com/office/powerpoint/2010/main" val="193129533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8FD1CB-5C99-41C9-BA86-BB740E814EC3}"/>
              </a:ext>
            </a:extLst>
          </p:cNvPr>
          <p:cNvSpPr>
            <a:spLocks noGrp="1"/>
          </p:cNvSpPr>
          <p:nvPr>
            <p:ph type="title" hasCustomPrompt="1"/>
          </p:nvPr>
        </p:nvSpPr>
        <p:spPr>
          <a:xfrm>
            <a:off x="1154637" y="2066189"/>
            <a:ext cx="10440000" cy="3600000"/>
          </a:xfrm>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3869275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1131889" y="2090899"/>
            <a:ext cx="9491287" cy="1548000"/>
          </a:xfrm>
        </p:spPr>
        <p:txBody>
          <a:bodyPr anchor="b"/>
          <a:lstStyle>
            <a:lvl1pPr>
              <a:defRPr sz="5000" b="0">
                <a:solidFill>
                  <a:schemeClr val="bg1"/>
                </a:solidFill>
                <a:latin typeface="+mn-lt"/>
              </a:defRPr>
            </a:lvl1pPr>
          </a:lstStyle>
          <a:p>
            <a:r>
              <a:rPr lang="en-US" noProof="0" dirty="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1131889" y="3709352"/>
            <a:ext cx="9491287" cy="792000"/>
          </a:xfrm>
        </p:spPr>
        <p:txBody>
          <a:bodyPr/>
          <a:lstStyle>
            <a:lvl1pPr>
              <a:defRPr sz="2900" b="0">
                <a:solidFill>
                  <a:schemeClr val="bg1"/>
                </a:solidFill>
                <a:latin typeface="+mn-lt"/>
              </a:defRPr>
            </a:lvl1pPr>
            <a:lvl2pPr>
              <a:defRPr sz="2500">
                <a:latin typeface="Encode Sans ExpandedLight" pitchFamily="2" charset="0"/>
              </a:defRPr>
            </a:lvl2pPr>
            <a:lvl3pPr>
              <a:defRPr sz="2500">
                <a:latin typeface="Encode Sans ExpandedLight" pitchFamily="2" charset="0"/>
              </a:defRPr>
            </a:lvl3pPr>
            <a:lvl4pPr>
              <a:defRPr sz="2500">
                <a:latin typeface="Encode Sans ExpandedLight" pitchFamily="2" charset="0"/>
              </a:defRPr>
            </a:lvl4pPr>
            <a:lvl5pPr>
              <a:defRPr sz="2500">
                <a:latin typeface="Encode Sans ExpandedLight" pitchFamily="2" charset="0"/>
              </a:defRPr>
            </a:lvl5pPr>
          </a:lstStyle>
          <a:p>
            <a:pPr lvl="0"/>
            <a:r>
              <a:rPr lang="en-US" noProof="0"/>
              <a:t>Click to edit master subtitle style</a:t>
            </a:r>
          </a:p>
        </p:txBody>
      </p:sp>
    </p:spTree>
    <p:extLst>
      <p:ext uri="{BB962C8B-B14F-4D97-AF65-F5344CB8AC3E}">
        <p14:creationId xmlns:p14="http://schemas.microsoft.com/office/powerpoint/2010/main" val="786392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hapt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1131889" y="2090899"/>
            <a:ext cx="9329923" cy="1548000"/>
          </a:xfrm>
        </p:spPr>
        <p:txBody>
          <a:bodyPr anchor="b"/>
          <a:lstStyle>
            <a:lvl1pPr>
              <a:defRPr sz="5000" b="0">
                <a:solidFill>
                  <a:schemeClr val="tx2"/>
                </a:solidFill>
                <a:latin typeface="+mn-lt"/>
              </a:defRPr>
            </a:lvl1pPr>
          </a:lstStyle>
          <a:p>
            <a:r>
              <a:rPr lang="en-US" noProof="0" dirty="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1131889" y="3709352"/>
            <a:ext cx="9329923" cy="792000"/>
          </a:xfrm>
        </p:spPr>
        <p:txBody>
          <a:bodyPr/>
          <a:lstStyle>
            <a:lvl1pPr>
              <a:defRPr sz="2900" b="0">
                <a:solidFill>
                  <a:schemeClr val="tx2"/>
                </a:solidFill>
                <a:latin typeface="+mn-lt"/>
              </a:defRPr>
            </a:lvl1pPr>
            <a:lvl2pPr>
              <a:defRPr sz="2500">
                <a:latin typeface="Encode Sans ExpandedLight" pitchFamily="2" charset="0"/>
              </a:defRPr>
            </a:lvl2pPr>
            <a:lvl3pPr>
              <a:defRPr sz="2500">
                <a:latin typeface="Encode Sans ExpandedLight" pitchFamily="2" charset="0"/>
              </a:defRPr>
            </a:lvl3pPr>
            <a:lvl4pPr>
              <a:defRPr sz="2500">
                <a:latin typeface="Encode Sans ExpandedLight" pitchFamily="2" charset="0"/>
              </a:defRPr>
            </a:lvl4pPr>
            <a:lvl5pPr>
              <a:defRPr sz="2500">
                <a:latin typeface="Encode Sans ExpandedLight" pitchFamily="2" charset="0"/>
              </a:defRPr>
            </a:lvl5pPr>
          </a:lstStyle>
          <a:p>
            <a:pPr lvl="0"/>
            <a:r>
              <a:rPr lang="en-US" noProof="0" dirty="0"/>
              <a:t>Click to edit master subtitle style</a:t>
            </a:r>
          </a:p>
        </p:txBody>
      </p:sp>
    </p:spTree>
    <p:extLst>
      <p:ext uri="{BB962C8B-B14F-4D97-AF65-F5344CB8AC3E}">
        <p14:creationId xmlns:p14="http://schemas.microsoft.com/office/powerpoint/2010/main" val="3813639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9" name="Espace réservé du texte 16">
            <a:extLst>
              <a:ext uri="{FF2B5EF4-FFF2-40B4-BE49-F238E27FC236}">
                <a16:creationId xmlns:a16="http://schemas.microsoft.com/office/drawing/2014/main" id="{8B5B3371-D86E-4697-92CD-5B21ECF77AC1}"/>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54864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624400"/>
            <a:ext cx="10800000" cy="3600000"/>
          </a:xfr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lvl1pPr>
              <a:defRPr/>
            </a:lvl1pPr>
          </a:lstStyle>
          <a:p>
            <a:fld id="{E6F8DE9A-7219-F94A-A75F-5F0BFCB497DF}" type="slidenum">
              <a:rPr lang="en-US" smtClean="0"/>
              <a:pPr/>
              <a:t>‹#›</a:t>
            </a:fld>
            <a:endParaRPr lang="en-US" dirty="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535088"/>
            <a:ext cx="10800000" cy="864000"/>
          </a:xfrm>
        </p:spPr>
        <p:txBody>
          <a:bodyPr/>
          <a:lstStyle/>
          <a:p>
            <a:r>
              <a:rPr lang="en-US" noProof="0"/>
              <a:t>Click to edit Master title style</a:t>
            </a:r>
          </a:p>
        </p:txBody>
      </p:sp>
    </p:spTree>
    <p:extLst>
      <p:ext uri="{BB962C8B-B14F-4D97-AF65-F5344CB8AC3E}">
        <p14:creationId xmlns:p14="http://schemas.microsoft.com/office/powerpoint/2010/main" val="2422735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s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56" y="1440919"/>
            <a:ext cx="5472000" cy="1836000"/>
          </a:xfrm>
        </p:spPr>
        <p:txBody>
          <a:bodyPr/>
          <a:lstStyle>
            <a:lvl1pPr>
              <a:defRPr/>
            </a:lvl1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13" name="Espace réservé du texte 10">
            <a:extLst>
              <a:ext uri="{FF2B5EF4-FFF2-40B4-BE49-F238E27FC236}">
                <a16:creationId xmlns:a16="http://schemas.microsoft.com/office/drawing/2014/main" id="{C616F341-424E-4ECC-B11D-0008CB10FA11}"/>
              </a:ext>
            </a:extLst>
          </p:cNvPr>
          <p:cNvSpPr>
            <a:spLocks noGrp="1"/>
          </p:cNvSpPr>
          <p:nvPr>
            <p:ph type="body" sz="quarter" idx="18" hasCustomPrompt="1"/>
          </p:nvPr>
        </p:nvSpPr>
        <p:spPr>
          <a:xfrm>
            <a:off x="6262805" y="1440919"/>
            <a:ext cx="5472000" cy="1836000"/>
          </a:xfrm>
        </p:spPr>
        <p:txBody>
          <a:bodyPr/>
          <a:lstStyle>
            <a:lvl1pPr>
              <a:defRPr/>
            </a:lvl1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Espace réservé pour une image  33">
            <a:extLst>
              <a:ext uri="{FF2B5EF4-FFF2-40B4-BE49-F238E27FC236}">
                <a16:creationId xmlns:a16="http://schemas.microsoft.com/office/drawing/2014/main" id="{4DCA1355-34B5-49FC-BA6B-273A843D5348}"/>
              </a:ext>
            </a:extLst>
          </p:cNvPr>
          <p:cNvSpPr>
            <a:spLocks noGrp="1"/>
          </p:cNvSpPr>
          <p:nvPr>
            <p:ph type="pic" idx="14" hasCustomPrompt="1"/>
          </p:nvPr>
        </p:nvSpPr>
        <p:spPr>
          <a:xfrm>
            <a:off x="642939" y="3425827"/>
            <a:ext cx="10906128" cy="2916609"/>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dirty="0"/>
              <a:t>Photo</a:t>
            </a:r>
          </a:p>
        </p:txBody>
      </p:sp>
      <p:sp>
        <p:nvSpPr>
          <p:cNvPr id="3" name="Espace réservé du texte 16">
            <a:extLst>
              <a:ext uri="{FF2B5EF4-FFF2-40B4-BE49-F238E27FC236}">
                <a16:creationId xmlns:a16="http://schemas.microsoft.com/office/drawing/2014/main" id="{F6A08636-3AC6-1095-F985-42C12366FCD0}"/>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Tree>
    <p:extLst>
      <p:ext uri="{BB962C8B-B14F-4D97-AF65-F5344CB8AC3E}">
        <p14:creationId xmlns:p14="http://schemas.microsoft.com/office/powerpoint/2010/main" val="298570598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5328000" cy="3240000"/>
          </a:xfrm>
        </p:spPr>
        <p:txBody>
          <a:bodyPr/>
          <a:lstStyle>
            <a:lvl1pPr>
              <a:defRPr sz="1900"/>
            </a:lvl1pPr>
            <a:lvl2pPr>
              <a:defRPr sz="1900"/>
            </a:lvl2pPr>
            <a:lvl3pPr>
              <a:defRPr sz="1400"/>
            </a:lvl3pPr>
            <a:lvl4pPr>
              <a:defRPr sz="1400"/>
            </a:lvl4pPr>
            <a:lvl5pPr>
              <a:defRPr sz="14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5328000" cy="1224000"/>
          </a:xfrm>
        </p:spPr>
        <p:txBody>
          <a:bodyPr/>
          <a:lstStyle>
            <a:lvl1pPr>
              <a:defRPr>
                <a:latin typeface="+mj-lt"/>
              </a:defRPr>
            </a:lvl1p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1"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dirty="0"/>
              <a:t>Photo</a:t>
            </a:r>
          </a:p>
        </p:txBody>
      </p:sp>
      <p:sp>
        <p:nvSpPr>
          <p:cNvPr id="3" name="Espace réservé du texte 16">
            <a:extLst>
              <a:ext uri="{FF2B5EF4-FFF2-40B4-BE49-F238E27FC236}">
                <a16:creationId xmlns:a16="http://schemas.microsoft.com/office/drawing/2014/main" id="{59FFF369-B1B8-0E00-4739-6073994D75C7}"/>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Tree>
    <p:extLst>
      <p:ext uri="{BB962C8B-B14F-4D97-AF65-F5344CB8AC3E}">
        <p14:creationId xmlns:p14="http://schemas.microsoft.com/office/powerpoint/2010/main" val="3021348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hite with a photo">
    <p:spTree>
      <p:nvGrpSpPr>
        <p:cNvPr id="1" name=""/>
        <p:cNvGrpSpPr/>
        <p:nvPr/>
      </p:nvGrpSpPr>
      <p:grpSpPr>
        <a:xfrm>
          <a:off x="0" y="0"/>
          <a:ext cx="0" cy="0"/>
          <a:chOff x="0" y="0"/>
          <a:chExt cx="0" cy="0"/>
        </a:xfrm>
      </p:grpSpPr>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1"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dirty="0"/>
              <a:t>Photo</a:t>
            </a:r>
          </a:p>
        </p:txBody>
      </p:sp>
      <p:sp>
        <p:nvSpPr>
          <p:cNvPr id="14" name="Titre 13">
            <a:extLst>
              <a:ext uri="{FF2B5EF4-FFF2-40B4-BE49-F238E27FC236}">
                <a16:creationId xmlns:a16="http://schemas.microsoft.com/office/drawing/2014/main" id="{8038BA85-2084-4869-B223-D5D52B6CE45D}"/>
              </a:ext>
            </a:extLst>
          </p:cNvPr>
          <p:cNvSpPr>
            <a:spLocks noGrp="1"/>
          </p:cNvSpPr>
          <p:nvPr>
            <p:ph type="title" hasCustomPrompt="1"/>
          </p:nvPr>
        </p:nvSpPr>
        <p:spPr>
          <a:xfrm>
            <a:off x="643890" y="1128410"/>
            <a:ext cx="5452111" cy="50392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dirty="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912536" y="2927612"/>
            <a:ext cx="4932000" cy="2880000"/>
          </a:xfrm>
        </p:spPr>
        <p:txBody>
          <a:bodyPr/>
          <a:lstStyle>
            <a:lvl1pPr>
              <a:defRPr sz="1900">
                <a:solidFill>
                  <a:schemeClr val="bg1"/>
                </a:solidFill>
              </a:defRPr>
            </a:lvl1pPr>
            <a:lvl2pPr>
              <a:buClr>
                <a:schemeClr val="bg1"/>
              </a:buClr>
              <a:defRPr sz="19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5475817" y="3525797"/>
            <a:ext cx="1500865" cy="286749"/>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2" name="Date Placeholder 1">
            <a:extLst>
              <a:ext uri="{FF2B5EF4-FFF2-40B4-BE49-F238E27FC236}">
                <a16:creationId xmlns:a16="http://schemas.microsoft.com/office/drawing/2014/main" id="{3316780E-B5C7-366C-016E-EE4F62AB87A8}"/>
              </a:ext>
            </a:extLst>
          </p:cNvPr>
          <p:cNvSpPr>
            <a:spLocks noGrp="1"/>
          </p:cNvSpPr>
          <p:nvPr>
            <p:ph type="dt" sz="half" idx="20"/>
          </p:nvPr>
        </p:nvSpPr>
        <p:spPr/>
        <p:txBody>
          <a:bodyPr/>
          <a:lstStyle/>
          <a:p>
            <a:endParaRPr lang="en-US" dirty="0"/>
          </a:p>
        </p:txBody>
      </p:sp>
      <p:sp>
        <p:nvSpPr>
          <p:cNvPr id="3" name="Footer Placeholder 2">
            <a:extLst>
              <a:ext uri="{FF2B5EF4-FFF2-40B4-BE49-F238E27FC236}">
                <a16:creationId xmlns:a16="http://schemas.microsoft.com/office/drawing/2014/main" id="{137AF914-2BF8-C6E8-1E66-35625448EF8B}"/>
              </a:ext>
            </a:extLst>
          </p:cNvPr>
          <p:cNvSpPr>
            <a:spLocks noGrp="1"/>
          </p:cNvSpPr>
          <p:nvPr>
            <p:ph type="ftr" sz="quarter" idx="21"/>
          </p:nvPr>
        </p:nvSpPr>
        <p:spPr/>
        <p:txBody>
          <a:bodyPr/>
          <a:lstStyle/>
          <a:p>
            <a:endParaRPr lang="en-US" dirty="0"/>
          </a:p>
        </p:txBody>
      </p:sp>
      <p:sp>
        <p:nvSpPr>
          <p:cNvPr id="5" name="Slide Number Placeholder 4">
            <a:extLst>
              <a:ext uri="{FF2B5EF4-FFF2-40B4-BE49-F238E27FC236}">
                <a16:creationId xmlns:a16="http://schemas.microsoft.com/office/drawing/2014/main" id="{A5E27D25-2D04-5AC8-0D25-35D85152DA18}"/>
              </a:ext>
            </a:extLst>
          </p:cNvPr>
          <p:cNvSpPr>
            <a:spLocks noGrp="1"/>
          </p:cNvSpPr>
          <p:nvPr>
            <p:ph type="sldNum" sz="quarter" idx="22"/>
          </p:nvPr>
        </p:nvSpPr>
        <p:spPr>
          <a:xfrm>
            <a:off x="10979875" y="6489701"/>
            <a:ext cx="720000" cy="216000"/>
          </a:xfrm>
          <a:prstGeom prst="rect">
            <a:avLst/>
          </a:prstGeom>
        </p:spPr>
        <p:txBody>
          <a:bodyPr/>
          <a:lstStyle/>
          <a:p>
            <a:fld id="{975A587B-5814-4D9B-9598-FE9CB954CB01}" type="slidenum">
              <a:rPr lang="en-US" smtClean="0"/>
              <a:pPr/>
              <a:t>‹#›</a:t>
            </a:fld>
            <a:endParaRPr lang="en-US" dirty="0"/>
          </a:p>
        </p:txBody>
      </p:sp>
      <p:sp>
        <p:nvSpPr>
          <p:cNvPr id="4" name="Espace réservé du texte 16">
            <a:extLst>
              <a:ext uri="{FF2B5EF4-FFF2-40B4-BE49-F238E27FC236}">
                <a16:creationId xmlns:a16="http://schemas.microsoft.com/office/drawing/2014/main" id="{D59D0FE5-3EF2-AA52-09EB-03BA33E7A397}"/>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Tree>
    <p:extLst>
      <p:ext uri="{BB962C8B-B14F-4D97-AF65-F5344CB8AC3E}">
        <p14:creationId xmlns:p14="http://schemas.microsoft.com/office/powerpoint/2010/main" val="255720620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with highlighting text">
    <p:spTree>
      <p:nvGrpSpPr>
        <p:cNvPr id="1" name=""/>
        <p:cNvGrpSpPr/>
        <p:nvPr/>
      </p:nvGrpSpPr>
      <p:grpSpPr>
        <a:xfrm>
          <a:off x="0" y="0"/>
          <a:ext cx="0" cy="0"/>
          <a:chOff x="0" y="0"/>
          <a:chExt cx="0" cy="0"/>
        </a:xfrm>
      </p:grpSpPr>
      <p:sp>
        <p:nvSpPr>
          <p:cNvPr id="9" name="Titre 13">
            <a:extLst>
              <a:ext uri="{FF2B5EF4-FFF2-40B4-BE49-F238E27FC236}">
                <a16:creationId xmlns:a16="http://schemas.microsoft.com/office/drawing/2014/main" id="{F8F7E18E-0CB4-E9B3-A1EB-4B8D6173751E}"/>
              </a:ext>
            </a:extLst>
          </p:cNvPr>
          <p:cNvSpPr>
            <a:spLocks noGrp="1"/>
          </p:cNvSpPr>
          <p:nvPr>
            <p:ph type="title" hasCustomPrompt="1"/>
          </p:nvPr>
        </p:nvSpPr>
        <p:spPr>
          <a:xfrm>
            <a:off x="6096000" y="1128410"/>
            <a:ext cx="5452111" cy="50392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dirty="0"/>
              <a:t>Click to edit Master title style</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43891" y="1128410"/>
            <a:ext cx="545400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dirty="0"/>
              <a:t>Photo</a:t>
            </a:r>
          </a:p>
        </p:txBody>
      </p:sp>
      <p:sp>
        <p:nvSpPr>
          <p:cNvPr id="13" name="Espace réservé du texte 12">
            <a:extLst>
              <a:ext uri="{FF2B5EF4-FFF2-40B4-BE49-F238E27FC236}">
                <a16:creationId xmlns:a16="http://schemas.microsoft.com/office/drawing/2014/main" id="{33CC8265-43A8-4733-994F-26FC35CA74D4}"/>
              </a:ext>
            </a:extLst>
          </p:cNvPr>
          <p:cNvSpPr>
            <a:spLocks noGrp="1"/>
          </p:cNvSpPr>
          <p:nvPr>
            <p:ph type="body" sz="quarter" idx="18" hasCustomPrompt="1"/>
          </p:nvPr>
        </p:nvSpPr>
        <p:spPr>
          <a:xfrm rot="5400000">
            <a:off x="5475817" y="3525797"/>
            <a:ext cx="1500865" cy="286749"/>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p>
            <a:pPr lvl="0"/>
            <a:r>
              <a:rPr lang="en-US" noProof="0"/>
              <a:t> </a:t>
            </a:r>
          </a:p>
        </p:txBody>
      </p:sp>
      <p:sp>
        <p:nvSpPr>
          <p:cNvPr id="2" name="Espace réservé du texte 16">
            <a:extLst>
              <a:ext uri="{FF2B5EF4-FFF2-40B4-BE49-F238E27FC236}">
                <a16:creationId xmlns:a16="http://schemas.microsoft.com/office/drawing/2014/main" id="{F8139ADC-F617-2842-BB11-015F2C159BC2}"/>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
        <p:nvSpPr>
          <p:cNvPr id="3" name="Espace réservé du texte 10">
            <a:extLst>
              <a:ext uri="{FF2B5EF4-FFF2-40B4-BE49-F238E27FC236}">
                <a16:creationId xmlns:a16="http://schemas.microsoft.com/office/drawing/2014/main" id="{006CE1AD-94F9-588B-B95E-BBDBC01FE493}"/>
              </a:ext>
            </a:extLst>
          </p:cNvPr>
          <p:cNvSpPr>
            <a:spLocks noGrp="1"/>
          </p:cNvSpPr>
          <p:nvPr>
            <p:ph type="body" sz="quarter" idx="13" hasCustomPrompt="1"/>
          </p:nvPr>
        </p:nvSpPr>
        <p:spPr>
          <a:xfrm>
            <a:off x="6477325" y="2927612"/>
            <a:ext cx="4932000" cy="2880000"/>
          </a:xfrm>
        </p:spPr>
        <p:txBody>
          <a:bodyPr/>
          <a:lstStyle>
            <a:lvl1pPr>
              <a:defRPr sz="1900">
                <a:solidFill>
                  <a:schemeClr val="bg1"/>
                </a:solidFill>
              </a:defRPr>
            </a:lvl1pPr>
            <a:lvl2pPr>
              <a:buClr>
                <a:schemeClr val="bg1"/>
              </a:buClr>
              <a:defRPr sz="19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4498176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in 2 frames with 2 photos">
    <p:spTree>
      <p:nvGrpSpPr>
        <p:cNvPr id="1" name=""/>
        <p:cNvGrpSpPr/>
        <p:nvPr/>
      </p:nvGrpSpPr>
      <p:grpSpPr>
        <a:xfrm>
          <a:off x="0" y="0"/>
          <a:ext cx="0" cy="0"/>
          <a:chOff x="0" y="0"/>
          <a:chExt cx="0" cy="0"/>
        </a:xfrm>
      </p:grpSpPr>
      <p:sp>
        <p:nvSpPr>
          <p:cNvPr id="20" name="Espace réservé du texte 19">
            <a:extLst>
              <a:ext uri="{FF2B5EF4-FFF2-40B4-BE49-F238E27FC236}">
                <a16:creationId xmlns:a16="http://schemas.microsoft.com/office/drawing/2014/main" id="{230AACEC-8150-4E58-B999-2C8E63E1A3E0}"/>
              </a:ext>
            </a:extLst>
          </p:cNvPr>
          <p:cNvSpPr>
            <a:spLocks noGrp="1"/>
          </p:cNvSpPr>
          <p:nvPr>
            <p:ph type="body" sz="quarter" idx="13" hasCustomPrompt="1"/>
          </p:nvPr>
        </p:nvSpPr>
        <p:spPr>
          <a:xfrm>
            <a:off x="643889" y="1128409"/>
            <a:ext cx="5292091"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buClr>
                <a:schemeClr val="bg1"/>
              </a:buClr>
              <a:defRPr sz="1900">
                <a:solidFill>
                  <a:schemeClr val="bg1"/>
                </a:solidFill>
              </a:defRPr>
            </a:lvl1pPr>
            <a:lvl2pPr>
              <a:buClr>
                <a:schemeClr val="bg1"/>
              </a:buClr>
              <a:defRPr sz="19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10" name="Espace réservé pour une image  33">
            <a:extLst>
              <a:ext uri="{FF2B5EF4-FFF2-40B4-BE49-F238E27FC236}">
                <a16:creationId xmlns:a16="http://schemas.microsoft.com/office/drawing/2014/main" id="{EB38C0A6-0F71-4D15-A062-D159A2D723C4}"/>
              </a:ext>
            </a:extLst>
          </p:cNvPr>
          <p:cNvSpPr>
            <a:spLocks noGrp="1"/>
          </p:cNvSpPr>
          <p:nvPr>
            <p:ph type="pic" idx="14" hasCustomPrompt="1"/>
          </p:nvPr>
        </p:nvSpPr>
        <p:spPr>
          <a:xfrm>
            <a:off x="796870" y="3295462"/>
            <a:ext cx="4986135" cy="270326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dirty="0"/>
              <a:t>Photo</a:t>
            </a:r>
          </a:p>
        </p:txBody>
      </p:sp>
      <p:sp>
        <p:nvSpPr>
          <p:cNvPr id="21" name="Espace réservé du texte 20">
            <a:extLst>
              <a:ext uri="{FF2B5EF4-FFF2-40B4-BE49-F238E27FC236}">
                <a16:creationId xmlns:a16="http://schemas.microsoft.com/office/drawing/2014/main" id="{BF34C298-6747-4F09-827E-E3C9685ACC9F}"/>
              </a:ext>
            </a:extLst>
          </p:cNvPr>
          <p:cNvSpPr>
            <a:spLocks noGrp="1"/>
          </p:cNvSpPr>
          <p:nvPr>
            <p:ph type="body" sz="quarter" idx="18" hasCustomPrompt="1"/>
          </p:nvPr>
        </p:nvSpPr>
        <p:spPr>
          <a:xfrm>
            <a:off x="6256021" y="1128409"/>
            <a:ext cx="5292091"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buClr>
                <a:schemeClr val="bg1"/>
              </a:buClr>
              <a:defRPr sz="1900">
                <a:solidFill>
                  <a:schemeClr val="bg1"/>
                </a:solidFill>
              </a:defRPr>
            </a:lvl1pPr>
            <a:lvl2pPr>
              <a:buClr>
                <a:schemeClr val="bg1"/>
              </a:buClr>
              <a:defRPr sz="19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8" name="Espace réservé pour une image  33">
            <a:extLst>
              <a:ext uri="{FF2B5EF4-FFF2-40B4-BE49-F238E27FC236}">
                <a16:creationId xmlns:a16="http://schemas.microsoft.com/office/drawing/2014/main" id="{F597D9F1-2155-4D83-9236-EC04A593F8AA}"/>
              </a:ext>
            </a:extLst>
          </p:cNvPr>
          <p:cNvSpPr>
            <a:spLocks noGrp="1"/>
          </p:cNvSpPr>
          <p:nvPr>
            <p:ph type="pic" idx="19" hasCustomPrompt="1"/>
          </p:nvPr>
        </p:nvSpPr>
        <p:spPr>
          <a:xfrm>
            <a:off x="6409002" y="3295462"/>
            <a:ext cx="4986135" cy="270326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dirty="0"/>
              <a:t>Photo</a:t>
            </a:r>
          </a:p>
        </p:txBody>
      </p:sp>
      <p:sp>
        <p:nvSpPr>
          <p:cNvPr id="2" name="Espace réservé du texte 16">
            <a:extLst>
              <a:ext uri="{FF2B5EF4-FFF2-40B4-BE49-F238E27FC236}">
                <a16:creationId xmlns:a16="http://schemas.microsoft.com/office/drawing/2014/main" id="{32705318-CEDD-0B8B-EBA0-C6BB38CACA27}"/>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Tree>
    <p:extLst>
      <p:ext uri="{BB962C8B-B14F-4D97-AF65-F5344CB8AC3E}">
        <p14:creationId xmlns:p14="http://schemas.microsoft.com/office/powerpoint/2010/main" val="1976137434"/>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with 2 graphs">
    <p:spTree>
      <p:nvGrpSpPr>
        <p:cNvPr id="1" name=""/>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E81FFD1A-90DF-48A1-9716-E41ABD43762E}"/>
              </a:ext>
            </a:extLst>
          </p:cNvPr>
          <p:cNvSpPr>
            <a:spLocks noGrp="1"/>
          </p:cNvSpPr>
          <p:nvPr>
            <p:ph type="body" sz="quarter" idx="18" hasCustomPrompt="1"/>
          </p:nvPr>
        </p:nvSpPr>
        <p:spPr>
          <a:xfrm>
            <a:off x="6126320" y="1128407"/>
            <a:ext cx="5462565" cy="5256000"/>
          </a:xfrm>
          <a:custGeom>
            <a:avLst/>
            <a:gdLst>
              <a:gd name="connsiteX0" fmla="*/ 0 w 5462565"/>
              <a:gd name="connsiteY0" fmla="*/ 0 h 5256000"/>
              <a:gd name="connsiteX1" fmla="*/ 5462565 w 5462565"/>
              <a:gd name="connsiteY1" fmla="*/ 0 h 5256000"/>
              <a:gd name="connsiteX2" fmla="*/ 5462565 w 5462565"/>
              <a:gd name="connsiteY2" fmla="*/ 5256000 h 5256000"/>
              <a:gd name="connsiteX3" fmla="*/ 0 w 5462565"/>
              <a:gd name="connsiteY3" fmla="*/ 5256000 h 5256000"/>
            </a:gdLst>
            <a:ahLst/>
            <a:cxnLst>
              <a:cxn ang="0">
                <a:pos x="connsiteX0" y="connsiteY0"/>
              </a:cxn>
              <a:cxn ang="0">
                <a:pos x="connsiteX1" y="connsiteY1"/>
              </a:cxn>
              <a:cxn ang="0">
                <a:pos x="connsiteX2" y="connsiteY2"/>
              </a:cxn>
              <a:cxn ang="0">
                <a:pos x="connsiteX3" y="connsiteY3"/>
              </a:cxn>
            </a:cxnLst>
            <a:rect l="l" t="t" r="r" b="b"/>
            <a:pathLst>
              <a:path w="5462565" h="5256000">
                <a:moveTo>
                  <a:pt x="0" y="0"/>
                </a:moveTo>
                <a:lnTo>
                  <a:pt x="5462565" y="0"/>
                </a:lnTo>
                <a:lnTo>
                  <a:pt x="5462565" y="5256000"/>
                </a:lnTo>
                <a:lnTo>
                  <a:pt x="0" y="5256000"/>
                </a:lnTo>
                <a:close/>
              </a:path>
            </a:pathLst>
          </a:custGeom>
          <a:solidFill>
            <a:schemeClr val="tx1">
              <a:lumMod val="10000"/>
              <a:lumOff val="90000"/>
            </a:schemeClr>
          </a:solidFill>
        </p:spPr>
        <p:txBody>
          <a:bodyPr wrap="square" lIns="216000" tIns="216000" rIns="216000" bIns="216000">
            <a:noAutofit/>
          </a:bodyPr>
          <a:lstStyle>
            <a:lvl1pPr>
              <a:defRPr sz="1900"/>
            </a:lvl1pPr>
            <a:lvl2pPr>
              <a:defRPr sz="1700"/>
            </a:lvl2pPr>
            <a:lvl3pPr>
              <a:defRPr sz="1400"/>
            </a:lvl3pPr>
            <a:lvl4pPr>
              <a:defRPr sz="1400"/>
            </a:lvl4pPr>
            <a:lvl5pPr>
              <a:defRPr sz="14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3177767"/>
            <a:ext cx="5076000" cy="3015055"/>
          </a:xfrm>
          <a:noFill/>
        </p:spPr>
        <p:txBody>
          <a:bodyPr anchor="ctr"/>
          <a:lstStyle>
            <a:lvl1pPr algn="ctr">
              <a:defRPr sz="1200" b="0"/>
            </a:lvl1pPr>
          </a:lstStyle>
          <a:p>
            <a:r>
              <a:rPr lang="en-US" noProof="0" dirty="0"/>
              <a:t>Graph</a:t>
            </a:r>
          </a:p>
        </p:txBody>
      </p:sp>
      <p:sp>
        <p:nvSpPr>
          <p:cNvPr id="21" name="Espace réservé du graphique 2">
            <a:extLst>
              <a:ext uri="{FF2B5EF4-FFF2-40B4-BE49-F238E27FC236}">
                <a16:creationId xmlns:a16="http://schemas.microsoft.com/office/drawing/2014/main" id="{EBA46C1A-FD0D-44CC-9BA2-F8724E59CBE7}"/>
              </a:ext>
            </a:extLst>
          </p:cNvPr>
          <p:cNvSpPr>
            <a:spLocks noGrp="1"/>
          </p:cNvSpPr>
          <p:nvPr>
            <p:ph type="chart" sz="quarter" idx="21" hasCustomPrompt="1"/>
          </p:nvPr>
        </p:nvSpPr>
        <p:spPr>
          <a:xfrm>
            <a:off x="6321428" y="3177766"/>
            <a:ext cx="5076000" cy="3015056"/>
          </a:xfrm>
          <a:noFill/>
        </p:spPr>
        <p:txBody>
          <a:bodyPr anchor="ctr"/>
          <a:lstStyle>
            <a:lvl1pPr algn="ctr">
              <a:defRPr sz="1200" b="0"/>
            </a:lvl1pPr>
          </a:lstStyle>
          <a:p>
            <a:r>
              <a:rPr lang="en-US" noProof="0" dirty="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04734"/>
            <a:ext cx="5076000" cy="1873032"/>
          </a:xfrm>
        </p:spPr>
        <p:txBody>
          <a:bodyPr/>
          <a:lstStyle>
            <a:lvl1pPr>
              <a:defRPr sz="1900"/>
            </a:lvl1pPr>
            <a:lvl2pPr>
              <a:defRPr sz="1700"/>
            </a:lvl2pPr>
            <a:lvl3pPr>
              <a:defRPr sz="1400"/>
            </a:lvl3pPr>
            <a:lvl4pPr>
              <a:defRPr sz="1400"/>
            </a:lvl4pPr>
            <a:lvl5pPr>
              <a:defRPr sz="14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Espace réservé du texte 16">
            <a:extLst>
              <a:ext uri="{FF2B5EF4-FFF2-40B4-BE49-F238E27FC236}">
                <a16:creationId xmlns:a16="http://schemas.microsoft.com/office/drawing/2014/main" id="{6E66B278-BF4C-D864-4FA1-150D2FC5B55A}"/>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Tree>
    <p:extLst>
      <p:ext uri="{BB962C8B-B14F-4D97-AF65-F5344CB8AC3E}">
        <p14:creationId xmlns:p14="http://schemas.microsoft.com/office/powerpoint/2010/main" val="1051756773"/>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with a graph">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1" y="3195873"/>
            <a:ext cx="11052484" cy="3104949"/>
          </a:xfrm>
          <a:noFill/>
        </p:spPr>
        <p:txBody>
          <a:bodyPr anchor="ctr"/>
          <a:lstStyle>
            <a:lvl1pPr algn="ctr">
              <a:defRPr sz="1200" b="0"/>
            </a:lvl1pPr>
          </a:lstStyle>
          <a:p>
            <a:r>
              <a:rPr lang="en-US" noProof="0" dirty="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1" y="1337161"/>
            <a:ext cx="11052484" cy="1858713"/>
          </a:xfrm>
        </p:spPr>
        <p:txBody>
          <a:bodyPr/>
          <a:lstStyle>
            <a:lvl1pPr>
              <a:defRPr sz="2400"/>
            </a:lvl1pPr>
            <a:lvl2pPr>
              <a:defRPr sz="2400"/>
            </a:lvl2pPr>
            <a:lvl3pPr>
              <a:defRPr sz="1800"/>
            </a:lvl3pPr>
            <a:lvl4pPr>
              <a:defRPr sz="1600"/>
            </a:lvl4pPr>
            <a:lvl5pPr>
              <a:defRPr sz="16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Espace réservé du texte 16">
            <a:extLst>
              <a:ext uri="{FF2B5EF4-FFF2-40B4-BE49-F238E27FC236}">
                <a16:creationId xmlns:a16="http://schemas.microsoft.com/office/drawing/2014/main" id="{FFCF7BCF-89EC-950B-6735-AE244592DCB3}"/>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Tree>
    <p:extLst>
      <p:ext uri="{BB962C8B-B14F-4D97-AF65-F5344CB8AC3E}">
        <p14:creationId xmlns:p14="http://schemas.microsoft.com/office/powerpoint/2010/main" val="2269660439"/>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with a graph and a frame ">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2" y="3186820"/>
            <a:ext cx="7019999" cy="2970140"/>
          </a:xfrm>
          <a:noFill/>
        </p:spPr>
        <p:txBody>
          <a:bodyPr anchor="ctr"/>
          <a:lstStyle>
            <a:lvl1pPr algn="ctr">
              <a:defRPr sz="1200" b="0"/>
            </a:lvl1pPr>
          </a:lstStyle>
          <a:p>
            <a:r>
              <a:rPr lang="en-US" noProof="0" dirty="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399" y="1337160"/>
            <a:ext cx="7020000" cy="1849660"/>
          </a:xfrm>
        </p:spPr>
        <p:txBody>
          <a:bodyPr/>
          <a:lstStyle>
            <a:lvl1pPr>
              <a:defRPr sz="2400"/>
            </a:lvl1pPr>
            <a:lvl2pPr>
              <a:defRPr sz="2400"/>
            </a:lvl2pPr>
            <a:lvl3pPr>
              <a:defRPr sz="1800"/>
            </a:lvl3pPr>
            <a:lvl4pPr>
              <a:defRPr sz="1600"/>
            </a:lvl4pPr>
            <a:lvl5pPr>
              <a:defRPr sz="16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Espace réservé du texte 12">
            <a:extLst>
              <a:ext uri="{FF2B5EF4-FFF2-40B4-BE49-F238E27FC236}">
                <a16:creationId xmlns:a16="http://schemas.microsoft.com/office/drawing/2014/main" id="{718BF0D1-2051-4CDC-8776-6ACE284695A6}"/>
              </a:ext>
            </a:extLst>
          </p:cNvPr>
          <p:cNvSpPr>
            <a:spLocks noGrp="1"/>
          </p:cNvSpPr>
          <p:nvPr>
            <p:ph type="body" sz="quarter" idx="18"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buClr>
                <a:schemeClr val="bg1"/>
              </a:buClr>
              <a:defRPr sz="1900">
                <a:solidFill>
                  <a:schemeClr val="bg1"/>
                </a:solidFill>
              </a:defRPr>
            </a:lvl1pPr>
            <a:lvl2pPr>
              <a:buClr>
                <a:schemeClr val="bg1"/>
              </a:buClr>
              <a:defRPr sz="19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Espace réservé du texte 16">
            <a:extLst>
              <a:ext uri="{FF2B5EF4-FFF2-40B4-BE49-F238E27FC236}">
                <a16:creationId xmlns:a16="http://schemas.microsoft.com/office/drawing/2014/main" id="{A28E251D-CD6B-50BE-AF43-C6D08A5C5916}"/>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Tree>
    <p:extLst>
      <p:ext uri="{BB962C8B-B14F-4D97-AF65-F5344CB8AC3E}">
        <p14:creationId xmlns:p14="http://schemas.microsoft.com/office/powerpoint/2010/main" val="4206371832"/>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ph with 2 texts in 2 frames">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1" y="1337161"/>
            <a:ext cx="5400000" cy="4819801"/>
          </a:xfrm>
          <a:noFill/>
        </p:spPr>
        <p:txBody>
          <a:bodyPr anchor="ctr"/>
          <a:lstStyle>
            <a:lvl1pPr algn="ctr">
              <a:defRPr sz="1200" b="0"/>
            </a:lvl1pPr>
          </a:lstStyle>
          <a:p>
            <a:r>
              <a:rPr lang="en-US" noProof="0" dirty="0"/>
              <a:t>Graph</a:t>
            </a:r>
          </a:p>
        </p:txBody>
      </p:sp>
      <p:sp>
        <p:nvSpPr>
          <p:cNvPr id="15" name="Espace réservé du texte 14">
            <a:extLst>
              <a:ext uri="{FF2B5EF4-FFF2-40B4-BE49-F238E27FC236}">
                <a16:creationId xmlns:a16="http://schemas.microsoft.com/office/drawing/2014/main" id="{9F20727D-5E83-4E0E-9FB9-68D69A7B531A}"/>
              </a:ext>
            </a:extLst>
          </p:cNvPr>
          <p:cNvSpPr>
            <a:spLocks noGrp="1"/>
          </p:cNvSpPr>
          <p:nvPr>
            <p:ph type="body" sz="quarter" idx="18" hasCustomPrompt="1"/>
          </p:nvPr>
        </p:nvSpPr>
        <p:spPr>
          <a:xfrm>
            <a:off x="6096728" y="1288069"/>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buClr>
                <a:schemeClr val="bg1"/>
              </a:buClr>
              <a:defRPr sz="1900">
                <a:solidFill>
                  <a:schemeClr val="bg1"/>
                </a:solidFill>
              </a:defRPr>
            </a:lvl1pPr>
            <a:lvl2pPr>
              <a:buClr>
                <a:schemeClr val="bg1"/>
              </a:buClr>
              <a:defRPr sz="19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Espace réservé du texte 15">
            <a:extLst>
              <a:ext uri="{FF2B5EF4-FFF2-40B4-BE49-F238E27FC236}">
                <a16:creationId xmlns:a16="http://schemas.microsoft.com/office/drawing/2014/main" id="{A7196165-27AE-443C-AF47-7B6B0DC59659}"/>
              </a:ext>
            </a:extLst>
          </p:cNvPr>
          <p:cNvSpPr>
            <a:spLocks noGrp="1"/>
          </p:cNvSpPr>
          <p:nvPr>
            <p:ph type="body" sz="quarter" idx="21" hasCustomPrompt="1"/>
          </p:nvPr>
        </p:nvSpPr>
        <p:spPr>
          <a:xfrm>
            <a:off x="6096728" y="3856009"/>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buClr>
                <a:schemeClr val="bg1"/>
              </a:buClr>
              <a:defRPr sz="1900">
                <a:solidFill>
                  <a:schemeClr val="bg1"/>
                </a:solidFill>
              </a:defRPr>
            </a:lvl1pPr>
            <a:lvl2pPr>
              <a:buClr>
                <a:schemeClr val="bg1"/>
              </a:buClr>
              <a:defRPr sz="19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Espace réservé du texte 16">
            <a:extLst>
              <a:ext uri="{FF2B5EF4-FFF2-40B4-BE49-F238E27FC236}">
                <a16:creationId xmlns:a16="http://schemas.microsoft.com/office/drawing/2014/main" id="{A7B21C42-FA4B-2DE7-64F9-8C8655CAC1E3}"/>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Tree>
    <p:extLst>
      <p:ext uri="{BB962C8B-B14F-4D97-AF65-F5344CB8AC3E}">
        <p14:creationId xmlns:p14="http://schemas.microsoft.com/office/powerpoint/2010/main" val="1650055670"/>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with highlighting numbers">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1" y="1337161"/>
            <a:ext cx="11052484" cy="1707159"/>
          </a:xfrm>
        </p:spPr>
        <p:txBody>
          <a:bodyPr/>
          <a:lstStyle>
            <a:lvl1pPr>
              <a:defRPr sz="2400"/>
            </a:lvl1pPr>
            <a:lvl2pPr>
              <a:defRPr sz="2400"/>
            </a:lvl2pPr>
            <a:lvl3pPr>
              <a:defRPr sz="1800"/>
            </a:lvl3pPr>
            <a:lvl4pPr>
              <a:defRPr sz="1600"/>
            </a:lvl4pPr>
            <a:lvl5pPr>
              <a:defRPr sz="16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Espace réservé du texte 10">
            <a:extLst>
              <a:ext uri="{FF2B5EF4-FFF2-40B4-BE49-F238E27FC236}">
                <a16:creationId xmlns:a16="http://schemas.microsoft.com/office/drawing/2014/main" id="{429BDA1B-2BC8-40BC-AA30-CF42B5D03C7A}"/>
              </a:ext>
            </a:extLst>
          </p:cNvPr>
          <p:cNvSpPr>
            <a:spLocks noGrp="1"/>
          </p:cNvSpPr>
          <p:nvPr>
            <p:ph type="body" sz="quarter" idx="18" hasCustomPrompt="1"/>
          </p:nvPr>
        </p:nvSpPr>
        <p:spPr>
          <a:xfrm>
            <a:off x="64355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dirty="0"/>
              <a:t>NN</a:t>
            </a:r>
          </a:p>
        </p:txBody>
      </p:sp>
      <p:sp>
        <p:nvSpPr>
          <p:cNvPr id="10" name="Espace réservé du texte 10">
            <a:extLst>
              <a:ext uri="{FF2B5EF4-FFF2-40B4-BE49-F238E27FC236}">
                <a16:creationId xmlns:a16="http://schemas.microsoft.com/office/drawing/2014/main" id="{72106505-DB5F-4F49-8822-4826BDEC7BCF}"/>
              </a:ext>
            </a:extLst>
          </p:cNvPr>
          <p:cNvSpPr>
            <a:spLocks noGrp="1"/>
          </p:cNvSpPr>
          <p:nvPr>
            <p:ph type="body" sz="quarter" idx="19" hasCustomPrompt="1"/>
          </p:nvPr>
        </p:nvSpPr>
        <p:spPr>
          <a:xfrm>
            <a:off x="536399"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Espace réservé du texte 10">
            <a:extLst>
              <a:ext uri="{FF2B5EF4-FFF2-40B4-BE49-F238E27FC236}">
                <a16:creationId xmlns:a16="http://schemas.microsoft.com/office/drawing/2014/main" id="{73C17576-3818-4DAF-8697-2FBB1139D9DB}"/>
              </a:ext>
            </a:extLst>
          </p:cNvPr>
          <p:cNvSpPr>
            <a:spLocks noGrp="1"/>
          </p:cNvSpPr>
          <p:nvPr>
            <p:ph type="body" sz="quarter" idx="21" hasCustomPrompt="1"/>
          </p:nvPr>
        </p:nvSpPr>
        <p:spPr>
          <a:xfrm>
            <a:off x="4409107"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5" name="Espace réservé du texte 10">
            <a:extLst>
              <a:ext uri="{FF2B5EF4-FFF2-40B4-BE49-F238E27FC236}">
                <a16:creationId xmlns:a16="http://schemas.microsoft.com/office/drawing/2014/main" id="{06D58CD4-C66A-40AB-98B4-535A07E2DB94}"/>
              </a:ext>
            </a:extLst>
          </p:cNvPr>
          <p:cNvSpPr>
            <a:spLocks noGrp="1"/>
          </p:cNvSpPr>
          <p:nvPr>
            <p:ph type="body" sz="quarter" idx="22" hasCustomPrompt="1"/>
          </p:nvPr>
        </p:nvSpPr>
        <p:spPr>
          <a:xfrm>
            <a:off x="4301948" y="3968439"/>
            <a:ext cx="3491157" cy="2340000"/>
          </a:xfrm>
        </p:spPr>
        <p:txBody>
          <a:bodyPr/>
          <a:lstStyle>
            <a:lvl1pPr>
              <a:buClr>
                <a:schemeClr val="tx2"/>
              </a:buClr>
              <a:defRPr sz="1600"/>
            </a:lvl1pPr>
            <a:lvl2pPr>
              <a:buClr>
                <a:schemeClr val="tx2"/>
              </a:buClr>
              <a:defRPr sz="1600"/>
            </a:lvl2pPr>
            <a:lvl3pPr>
              <a:buClr>
                <a:schemeClr val="tx2"/>
              </a:buClr>
              <a:defRPr sz="1400"/>
            </a:lvl3pPr>
            <a:lvl4pPr>
              <a:buClr>
                <a:schemeClr val="tx2"/>
              </a:buClr>
              <a:defRPr sz="1400"/>
            </a:lvl4pPr>
            <a:lvl5pPr>
              <a:buClr>
                <a:schemeClr val="tx2"/>
              </a:buClr>
              <a:defRPr sz="14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8" name="Espace réservé du texte 10">
            <a:extLst>
              <a:ext uri="{FF2B5EF4-FFF2-40B4-BE49-F238E27FC236}">
                <a16:creationId xmlns:a16="http://schemas.microsoft.com/office/drawing/2014/main" id="{929A8655-1F53-480F-8591-3D24D79A7B03}"/>
              </a:ext>
            </a:extLst>
          </p:cNvPr>
          <p:cNvSpPr>
            <a:spLocks noGrp="1"/>
          </p:cNvSpPr>
          <p:nvPr>
            <p:ph type="body" sz="quarter" idx="24" hasCustomPrompt="1"/>
          </p:nvPr>
        </p:nvSpPr>
        <p:spPr>
          <a:xfrm>
            <a:off x="817465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9" name="Espace réservé du texte 10">
            <a:extLst>
              <a:ext uri="{FF2B5EF4-FFF2-40B4-BE49-F238E27FC236}">
                <a16:creationId xmlns:a16="http://schemas.microsoft.com/office/drawing/2014/main" id="{2B9BEC67-6961-47E7-8313-1489F4F11B5C}"/>
              </a:ext>
            </a:extLst>
          </p:cNvPr>
          <p:cNvSpPr>
            <a:spLocks noGrp="1"/>
          </p:cNvSpPr>
          <p:nvPr>
            <p:ph type="body" sz="quarter" idx="25" hasCustomPrompt="1"/>
          </p:nvPr>
        </p:nvSpPr>
        <p:spPr>
          <a:xfrm>
            <a:off x="8067499" y="3968439"/>
            <a:ext cx="3491157" cy="2340000"/>
          </a:xfrm>
        </p:spPr>
        <p:txBody>
          <a:bodyPr/>
          <a:lstStyle>
            <a:lvl1pPr>
              <a:buClr>
                <a:schemeClr val="tx2"/>
              </a:buClr>
              <a:defRPr sz="1600"/>
            </a:lvl1pPr>
            <a:lvl2pPr>
              <a:buClr>
                <a:schemeClr val="tx2"/>
              </a:buClr>
              <a:defRPr sz="1600"/>
            </a:lvl2pPr>
            <a:lvl3pPr>
              <a:buClr>
                <a:schemeClr val="tx2"/>
              </a:buClr>
              <a:defRPr sz="1400"/>
            </a:lvl3pPr>
            <a:lvl4pPr>
              <a:buClr>
                <a:schemeClr val="tx2"/>
              </a:buClr>
              <a:defRPr sz="1400"/>
            </a:lvl4pPr>
            <a:lvl5pPr>
              <a:buClr>
                <a:schemeClr val="tx2"/>
              </a:buClr>
              <a:defRPr sz="14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Espace réservé du texte 16">
            <a:extLst>
              <a:ext uri="{FF2B5EF4-FFF2-40B4-BE49-F238E27FC236}">
                <a16:creationId xmlns:a16="http://schemas.microsoft.com/office/drawing/2014/main" id="{4B4A876D-5BC9-18A1-5915-AC5FAEFC74A3}"/>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
        <p:nvSpPr>
          <p:cNvPr id="3" name="Espace réservé du texte 41">
            <a:extLst>
              <a:ext uri="{FF2B5EF4-FFF2-40B4-BE49-F238E27FC236}">
                <a16:creationId xmlns:a16="http://schemas.microsoft.com/office/drawing/2014/main" id="{535090DB-3526-C5E0-6A7C-C166B7F08372}"/>
              </a:ext>
            </a:extLst>
          </p:cNvPr>
          <p:cNvSpPr>
            <a:spLocks noGrp="1"/>
          </p:cNvSpPr>
          <p:nvPr>
            <p:ph type="body" sz="quarter" idx="27" hasCustomPrompt="1"/>
          </p:nvPr>
        </p:nvSpPr>
        <p:spPr>
          <a:xfrm rot="10800000">
            <a:off x="1787339" y="3668328"/>
            <a:ext cx="1096434"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lvl1pPr>
              <a:defRPr>
                <a:solidFill>
                  <a:schemeClr val="bg1"/>
                </a:solidFill>
              </a:defRPr>
            </a:lvl1pPr>
          </a:lstStyle>
          <a:p>
            <a:pPr lvl="0"/>
            <a:r>
              <a:rPr lang="en-US" noProof="0"/>
              <a:t> </a:t>
            </a:r>
          </a:p>
        </p:txBody>
      </p:sp>
      <p:sp>
        <p:nvSpPr>
          <p:cNvPr id="5" name="Espace réservé du texte 41">
            <a:extLst>
              <a:ext uri="{FF2B5EF4-FFF2-40B4-BE49-F238E27FC236}">
                <a16:creationId xmlns:a16="http://schemas.microsoft.com/office/drawing/2014/main" id="{4EA82719-22E3-AC58-3A1C-CB4D5D49E51F}"/>
              </a:ext>
            </a:extLst>
          </p:cNvPr>
          <p:cNvSpPr>
            <a:spLocks noGrp="1"/>
          </p:cNvSpPr>
          <p:nvPr>
            <p:ph type="body" sz="quarter" idx="28" hasCustomPrompt="1"/>
          </p:nvPr>
        </p:nvSpPr>
        <p:spPr>
          <a:xfrm rot="10800000">
            <a:off x="5547783" y="3678867"/>
            <a:ext cx="1096434"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lvl1pPr>
              <a:defRPr>
                <a:solidFill>
                  <a:schemeClr val="bg1"/>
                </a:solidFill>
              </a:defRPr>
            </a:lvl1pPr>
          </a:lstStyle>
          <a:p>
            <a:pPr lvl="0"/>
            <a:r>
              <a:rPr lang="en-US" noProof="0"/>
              <a:t> </a:t>
            </a:r>
          </a:p>
        </p:txBody>
      </p:sp>
      <p:sp>
        <p:nvSpPr>
          <p:cNvPr id="6" name="Espace réservé du texte 41">
            <a:extLst>
              <a:ext uri="{FF2B5EF4-FFF2-40B4-BE49-F238E27FC236}">
                <a16:creationId xmlns:a16="http://schemas.microsoft.com/office/drawing/2014/main" id="{4FA1D8CF-C263-67E3-2AE2-35E5D27C7D19}"/>
              </a:ext>
            </a:extLst>
          </p:cNvPr>
          <p:cNvSpPr>
            <a:spLocks noGrp="1"/>
          </p:cNvSpPr>
          <p:nvPr>
            <p:ph type="body" sz="quarter" idx="29" hasCustomPrompt="1"/>
          </p:nvPr>
        </p:nvSpPr>
        <p:spPr>
          <a:xfrm rot="10800000">
            <a:off x="9318439" y="3683704"/>
            <a:ext cx="1096434" cy="209480"/>
          </a:xfrm>
          <a:custGeom>
            <a:avLst/>
            <a:gdLst>
              <a:gd name="connsiteX0" fmla="*/ 21781 w 1682584"/>
              <a:gd name="connsiteY0" fmla="*/ 278191 h 321468"/>
              <a:gd name="connsiteX1" fmla="*/ 43562 w 1682584"/>
              <a:gd name="connsiteY1" fmla="*/ 299829 h 321468"/>
              <a:gd name="connsiteX2" fmla="*/ 21781 w 1682584"/>
              <a:gd name="connsiteY2" fmla="*/ 321467 h 321468"/>
              <a:gd name="connsiteX3" fmla="*/ 0 w 1682584"/>
              <a:gd name="connsiteY3" fmla="*/ 299829 h 321468"/>
              <a:gd name="connsiteX4" fmla="*/ 21781 w 1682584"/>
              <a:gd name="connsiteY4" fmla="*/ 278191 h 321468"/>
              <a:gd name="connsiteX5" fmla="*/ 1659441 w 1682584"/>
              <a:gd name="connsiteY5" fmla="*/ 274986 h 321468"/>
              <a:gd name="connsiteX6" fmla="*/ 1682584 w 1682584"/>
              <a:gd name="connsiteY6" fmla="*/ 298227 h 321468"/>
              <a:gd name="connsiteX7" fmla="*/ 1659441 w 1682584"/>
              <a:gd name="connsiteY7" fmla="*/ 321468 h 321468"/>
              <a:gd name="connsiteX8" fmla="*/ 1636298 w 1682584"/>
              <a:gd name="connsiteY8" fmla="*/ 298227 h 321468"/>
              <a:gd name="connsiteX9" fmla="*/ 1659441 w 1682584"/>
              <a:gd name="connsiteY9" fmla="*/ 274986 h 321468"/>
              <a:gd name="connsiteX10" fmla="*/ 197391 w 1682584"/>
              <a:gd name="connsiteY10" fmla="*/ 263766 h 321468"/>
              <a:gd name="connsiteX11" fmla="*/ 225979 w 1682584"/>
              <a:gd name="connsiteY11" fmla="*/ 292617 h 321468"/>
              <a:gd name="connsiteX12" fmla="*/ 197391 w 1682584"/>
              <a:gd name="connsiteY12" fmla="*/ 321468 h 321468"/>
              <a:gd name="connsiteX13" fmla="*/ 168803 w 1682584"/>
              <a:gd name="connsiteY13" fmla="*/ 292617 h 321468"/>
              <a:gd name="connsiteX14" fmla="*/ 197391 w 1682584"/>
              <a:gd name="connsiteY14" fmla="*/ 263766 h 321468"/>
              <a:gd name="connsiteX15" fmla="*/ 1453881 w 1682584"/>
              <a:gd name="connsiteY15" fmla="*/ 255752 h 321468"/>
              <a:gd name="connsiteX16" fmla="*/ 1486553 w 1682584"/>
              <a:gd name="connsiteY16" fmla="*/ 288610 h 321468"/>
              <a:gd name="connsiteX17" fmla="*/ 1453881 w 1682584"/>
              <a:gd name="connsiteY17" fmla="*/ 321468 h 321468"/>
              <a:gd name="connsiteX18" fmla="*/ 1421209 w 1682584"/>
              <a:gd name="connsiteY18" fmla="*/ 288610 h 321468"/>
              <a:gd name="connsiteX19" fmla="*/ 1453881 w 1682584"/>
              <a:gd name="connsiteY19" fmla="*/ 255752 h 321468"/>
              <a:gd name="connsiteX20" fmla="*/ 1261936 w 1682584"/>
              <a:gd name="connsiteY20" fmla="*/ 236519 h 321468"/>
              <a:gd name="connsiteX21" fmla="*/ 1304137 w 1682584"/>
              <a:gd name="connsiteY21" fmla="*/ 278993 h 321468"/>
              <a:gd name="connsiteX22" fmla="*/ 1261936 w 1682584"/>
              <a:gd name="connsiteY22" fmla="*/ 321467 h 321468"/>
              <a:gd name="connsiteX23" fmla="*/ 1219735 w 1682584"/>
              <a:gd name="connsiteY23" fmla="*/ 278993 h 321468"/>
              <a:gd name="connsiteX24" fmla="*/ 1261936 w 1682584"/>
              <a:gd name="connsiteY24" fmla="*/ 236519 h 321468"/>
              <a:gd name="connsiteX25" fmla="*/ 374361 w 1682584"/>
              <a:gd name="connsiteY25" fmla="*/ 236519 h 321468"/>
              <a:gd name="connsiteX26" fmla="*/ 416562 w 1682584"/>
              <a:gd name="connsiteY26" fmla="*/ 278993 h 321468"/>
              <a:gd name="connsiteX27" fmla="*/ 374361 w 1682584"/>
              <a:gd name="connsiteY27" fmla="*/ 321467 h 321468"/>
              <a:gd name="connsiteX28" fmla="*/ 332160 w 1682584"/>
              <a:gd name="connsiteY28" fmla="*/ 278993 h 321468"/>
              <a:gd name="connsiteX29" fmla="*/ 374361 w 1682584"/>
              <a:gd name="connsiteY29" fmla="*/ 236519 h 321468"/>
              <a:gd name="connsiteX30" fmla="*/ 722858 w 1682584"/>
              <a:gd name="connsiteY30" fmla="*/ 231710 h 321468"/>
              <a:gd name="connsiteX31" fmla="*/ 767782 w 1682584"/>
              <a:gd name="connsiteY31" fmla="*/ 276589 h 321468"/>
              <a:gd name="connsiteX32" fmla="*/ 722858 w 1682584"/>
              <a:gd name="connsiteY32" fmla="*/ 321468 h 321468"/>
              <a:gd name="connsiteX33" fmla="*/ 677934 w 1682584"/>
              <a:gd name="connsiteY33" fmla="*/ 276589 h 321468"/>
              <a:gd name="connsiteX34" fmla="*/ 722858 w 1682584"/>
              <a:gd name="connsiteY34" fmla="*/ 231710 h 321468"/>
              <a:gd name="connsiteX35" fmla="*/ 1072714 w 1682584"/>
              <a:gd name="connsiteY35" fmla="*/ 223696 h 321468"/>
              <a:gd name="connsiteX36" fmla="*/ 1121721 w 1682584"/>
              <a:gd name="connsiteY36" fmla="*/ 272582 h 321468"/>
              <a:gd name="connsiteX37" fmla="*/ 1072714 w 1682584"/>
              <a:gd name="connsiteY37" fmla="*/ 321468 h 321468"/>
              <a:gd name="connsiteX38" fmla="*/ 1023707 w 1682584"/>
              <a:gd name="connsiteY38" fmla="*/ 272582 h 321468"/>
              <a:gd name="connsiteX39" fmla="*/ 1072714 w 1682584"/>
              <a:gd name="connsiteY39" fmla="*/ 223696 h 321468"/>
              <a:gd name="connsiteX40" fmla="*/ 895744 w 1682584"/>
              <a:gd name="connsiteY40" fmla="*/ 223696 h 321468"/>
              <a:gd name="connsiteX41" fmla="*/ 944751 w 1682584"/>
              <a:gd name="connsiteY41" fmla="*/ 272582 h 321468"/>
              <a:gd name="connsiteX42" fmla="*/ 895744 w 1682584"/>
              <a:gd name="connsiteY42" fmla="*/ 321468 h 321468"/>
              <a:gd name="connsiteX43" fmla="*/ 846737 w 1682584"/>
              <a:gd name="connsiteY43" fmla="*/ 272582 h 321468"/>
              <a:gd name="connsiteX44" fmla="*/ 895744 w 1682584"/>
              <a:gd name="connsiteY44" fmla="*/ 223696 h 321468"/>
              <a:gd name="connsiteX45" fmla="*/ 549970 w 1682584"/>
              <a:gd name="connsiteY45" fmla="*/ 223696 h 321468"/>
              <a:gd name="connsiteX46" fmla="*/ 598977 w 1682584"/>
              <a:gd name="connsiteY46" fmla="*/ 272582 h 321468"/>
              <a:gd name="connsiteX47" fmla="*/ 549970 w 1682584"/>
              <a:gd name="connsiteY47" fmla="*/ 321468 h 321468"/>
              <a:gd name="connsiteX48" fmla="*/ 500963 w 1682584"/>
              <a:gd name="connsiteY48" fmla="*/ 272582 h 321468"/>
              <a:gd name="connsiteX49" fmla="*/ 549970 w 1682584"/>
              <a:gd name="connsiteY49" fmla="*/ 223696 h 321468"/>
              <a:gd name="connsiteX50" fmla="*/ 1161617 w 1682584"/>
              <a:gd name="connsiteY50" fmla="*/ 130686 h 321468"/>
              <a:gd name="connsiteX51" fmla="*/ 1182454 w 1682584"/>
              <a:gd name="connsiteY51" fmla="*/ 151106 h 321468"/>
              <a:gd name="connsiteX52" fmla="*/ 1161617 w 1682584"/>
              <a:gd name="connsiteY52" fmla="*/ 171526 h 321468"/>
              <a:gd name="connsiteX53" fmla="*/ 1140780 w 1682584"/>
              <a:gd name="connsiteY53" fmla="*/ 151106 h 321468"/>
              <a:gd name="connsiteX54" fmla="*/ 1161617 w 1682584"/>
              <a:gd name="connsiteY54" fmla="*/ 130686 h 321468"/>
              <a:gd name="connsiteX55" fmla="*/ 456457 w 1682584"/>
              <a:gd name="connsiteY55" fmla="*/ 130686 h 321468"/>
              <a:gd name="connsiteX56" fmla="*/ 477294 w 1682584"/>
              <a:gd name="connsiteY56" fmla="*/ 151106 h 321468"/>
              <a:gd name="connsiteX57" fmla="*/ 456457 w 1682584"/>
              <a:gd name="connsiteY57" fmla="*/ 171526 h 321468"/>
              <a:gd name="connsiteX58" fmla="*/ 435620 w 1682584"/>
              <a:gd name="connsiteY58" fmla="*/ 151106 h 321468"/>
              <a:gd name="connsiteX59" fmla="*/ 456457 w 1682584"/>
              <a:gd name="connsiteY59" fmla="*/ 130686 h 321468"/>
              <a:gd name="connsiteX60" fmla="*/ 980145 w 1682584"/>
              <a:gd name="connsiteY60" fmla="*/ 100738 h 321468"/>
              <a:gd name="connsiteX61" fmla="*/ 1015539 w 1682584"/>
              <a:gd name="connsiteY61" fmla="*/ 136132 h 321468"/>
              <a:gd name="connsiteX62" fmla="*/ 980145 w 1682584"/>
              <a:gd name="connsiteY62" fmla="*/ 171526 h 321468"/>
              <a:gd name="connsiteX63" fmla="*/ 944751 w 1682584"/>
              <a:gd name="connsiteY63" fmla="*/ 136132 h 321468"/>
              <a:gd name="connsiteX64" fmla="*/ 980145 w 1682584"/>
              <a:gd name="connsiteY64" fmla="*/ 100738 h 321468"/>
              <a:gd name="connsiteX65" fmla="*/ 803042 w 1682584"/>
              <a:gd name="connsiteY65" fmla="*/ 100738 h 321468"/>
              <a:gd name="connsiteX66" fmla="*/ 838304 w 1682584"/>
              <a:gd name="connsiteY66" fmla="*/ 136132 h 321468"/>
              <a:gd name="connsiteX67" fmla="*/ 803042 w 1682584"/>
              <a:gd name="connsiteY67" fmla="*/ 171526 h 321468"/>
              <a:gd name="connsiteX68" fmla="*/ 767780 w 1682584"/>
              <a:gd name="connsiteY68" fmla="*/ 136132 h 321468"/>
              <a:gd name="connsiteX69" fmla="*/ 803042 w 1682584"/>
              <a:gd name="connsiteY69" fmla="*/ 100738 h 321468"/>
              <a:gd name="connsiteX70" fmla="*/ 634239 w 1682584"/>
              <a:gd name="connsiteY70" fmla="*/ 100738 h 321468"/>
              <a:gd name="connsiteX71" fmla="*/ 669501 w 1682584"/>
              <a:gd name="connsiteY71" fmla="*/ 136132 h 321468"/>
              <a:gd name="connsiteX72" fmla="*/ 634239 w 1682584"/>
              <a:gd name="connsiteY72" fmla="*/ 171526 h 321468"/>
              <a:gd name="connsiteX73" fmla="*/ 598977 w 1682584"/>
              <a:gd name="connsiteY73" fmla="*/ 136132 h 321468"/>
              <a:gd name="connsiteX74" fmla="*/ 634239 w 1682584"/>
              <a:gd name="connsiteY74" fmla="*/ 100738 h 321468"/>
              <a:gd name="connsiteX75" fmla="*/ 898467 w 1682584"/>
              <a:gd name="connsiteY75" fmla="*/ 0 h 321468"/>
              <a:gd name="connsiteX76" fmla="*/ 917526 w 1682584"/>
              <a:gd name="connsiteY76" fmla="*/ 19234 h 321468"/>
              <a:gd name="connsiteX77" fmla="*/ 898467 w 1682584"/>
              <a:gd name="connsiteY77" fmla="*/ 38468 h 321468"/>
              <a:gd name="connsiteX78" fmla="*/ 879408 w 1682584"/>
              <a:gd name="connsiteY78" fmla="*/ 19234 h 321468"/>
              <a:gd name="connsiteX79" fmla="*/ 898467 w 1682584"/>
              <a:gd name="connsiteY79" fmla="*/ 0 h 321468"/>
              <a:gd name="connsiteX80" fmla="*/ 716051 w 1682584"/>
              <a:gd name="connsiteY80" fmla="*/ 0 h 321468"/>
              <a:gd name="connsiteX81" fmla="*/ 735110 w 1682584"/>
              <a:gd name="connsiteY81" fmla="*/ 19234 h 321468"/>
              <a:gd name="connsiteX82" fmla="*/ 716051 w 1682584"/>
              <a:gd name="connsiteY82" fmla="*/ 38468 h 321468"/>
              <a:gd name="connsiteX83" fmla="*/ 696992 w 1682584"/>
              <a:gd name="connsiteY83" fmla="*/ 19234 h 321468"/>
              <a:gd name="connsiteX84" fmla="*/ 716051 w 1682584"/>
              <a:gd name="connsiteY84" fmla="*/ 0 h 32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682584" h="321468">
                <a:moveTo>
                  <a:pt x="21781" y="278191"/>
                </a:moveTo>
                <a:cubicBezTo>
                  <a:pt x="33810" y="278191"/>
                  <a:pt x="43562" y="287879"/>
                  <a:pt x="43562" y="299829"/>
                </a:cubicBezTo>
                <a:cubicBezTo>
                  <a:pt x="43562" y="311779"/>
                  <a:pt x="33810" y="321467"/>
                  <a:pt x="21781" y="321467"/>
                </a:cubicBezTo>
                <a:cubicBezTo>
                  <a:pt x="9752" y="321467"/>
                  <a:pt x="0" y="311779"/>
                  <a:pt x="0" y="299829"/>
                </a:cubicBezTo>
                <a:cubicBezTo>
                  <a:pt x="0" y="287879"/>
                  <a:pt x="9752" y="278191"/>
                  <a:pt x="21781" y="278191"/>
                </a:cubicBezTo>
                <a:close/>
                <a:moveTo>
                  <a:pt x="1659441" y="274986"/>
                </a:moveTo>
                <a:cubicBezTo>
                  <a:pt x="1672223" y="274986"/>
                  <a:pt x="1682584" y="285391"/>
                  <a:pt x="1682584" y="298227"/>
                </a:cubicBezTo>
                <a:cubicBezTo>
                  <a:pt x="1682584" y="311063"/>
                  <a:pt x="1672223" y="321468"/>
                  <a:pt x="1659441" y="321468"/>
                </a:cubicBezTo>
                <a:cubicBezTo>
                  <a:pt x="1646659" y="321468"/>
                  <a:pt x="1636298" y="311063"/>
                  <a:pt x="1636298" y="298227"/>
                </a:cubicBezTo>
                <a:cubicBezTo>
                  <a:pt x="1636298" y="285391"/>
                  <a:pt x="1646659" y="274986"/>
                  <a:pt x="1659441" y="274986"/>
                </a:cubicBezTo>
                <a:close/>
                <a:moveTo>
                  <a:pt x="197391" y="263766"/>
                </a:moveTo>
                <a:cubicBezTo>
                  <a:pt x="213180" y="263766"/>
                  <a:pt x="225979" y="276683"/>
                  <a:pt x="225979" y="292617"/>
                </a:cubicBezTo>
                <a:cubicBezTo>
                  <a:pt x="225979" y="308551"/>
                  <a:pt x="213180" y="321468"/>
                  <a:pt x="197391" y="321468"/>
                </a:cubicBezTo>
                <a:cubicBezTo>
                  <a:pt x="181602" y="321468"/>
                  <a:pt x="168803" y="308551"/>
                  <a:pt x="168803" y="292617"/>
                </a:cubicBezTo>
                <a:cubicBezTo>
                  <a:pt x="168803" y="276683"/>
                  <a:pt x="181602" y="263766"/>
                  <a:pt x="197391" y="263766"/>
                </a:cubicBezTo>
                <a:close/>
                <a:moveTo>
                  <a:pt x="1453881" y="255752"/>
                </a:moveTo>
                <a:cubicBezTo>
                  <a:pt x="1471925" y="255752"/>
                  <a:pt x="1486553" y="270463"/>
                  <a:pt x="1486553" y="288610"/>
                </a:cubicBezTo>
                <a:cubicBezTo>
                  <a:pt x="1486553" y="306757"/>
                  <a:pt x="1471925" y="321468"/>
                  <a:pt x="1453881" y="321468"/>
                </a:cubicBezTo>
                <a:cubicBezTo>
                  <a:pt x="1435837" y="321468"/>
                  <a:pt x="1421209" y="306757"/>
                  <a:pt x="1421209" y="288610"/>
                </a:cubicBezTo>
                <a:cubicBezTo>
                  <a:pt x="1421209" y="270463"/>
                  <a:pt x="1435837" y="255752"/>
                  <a:pt x="1453881" y="255752"/>
                </a:cubicBezTo>
                <a:close/>
                <a:moveTo>
                  <a:pt x="1261936" y="236519"/>
                </a:moveTo>
                <a:cubicBezTo>
                  <a:pt x="1285243" y="236519"/>
                  <a:pt x="1304137" y="255535"/>
                  <a:pt x="1304137" y="278993"/>
                </a:cubicBezTo>
                <a:cubicBezTo>
                  <a:pt x="1304137" y="302451"/>
                  <a:pt x="1285243" y="321467"/>
                  <a:pt x="1261936" y="321467"/>
                </a:cubicBezTo>
                <a:cubicBezTo>
                  <a:pt x="1238629" y="321467"/>
                  <a:pt x="1219735" y="302451"/>
                  <a:pt x="1219735" y="278993"/>
                </a:cubicBezTo>
                <a:cubicBezTo>
                  <a:pt x="1219735" y="255535"/>
                  <a:pt x="1238629" y="236519"/>
                  <a:pt x="1261936" y="236519"/>
                </a:cubicBezTo>
                <a:close/>
                <a:moveTo>
                  <a:pt x="374361" y="236519"/>
                </a:moveTo>
                <a:cubicBezTo>
                  <a:pt x="397668" y="236519"/>
                  <a:pt x="416562" y="255535"/>
                  <a:pt x="416562" y="278993"/>
                </a:cubicBezTo>
                <a:cubicBezTo>
                  <a:pt x="416562" y="302451"/>
                  <a:pt x="397668" y="321467"/>
                  <a:pt x="374361" y="321467"/>
                </a:cubicBezTo>
                <a:cubicBezTo>
                  <a:pt x="351054" y="321467"/>
                  <a:pt x="332160" y="302451"/>
                  <a:pt x="332160" y="278993"/>
                </a:cubicBezTo>
                <a:cubicBezTo>
                  <a:pt x="332160" y="255535"/>
                  <a:pt x="351054" y="236519"/>
                  <a:pt x="374361" y="236519"/>
                </a:cubicBezTo>
                <a:close/>
                <a:moveTo>
                  <a:pt x="722858" y="231710"/>
                </a:moveTo>
                <a:cubicBezTo>
                  <a:pt x="747669" y="231710"/>
                  <a:pt x="767782" y="251803"/>
                  <a:pt x="767782" y="276589"/>
                </a:cubicBezTo>
                <a:cubicBezTo>
                  <a:pt x="767782" y="301375"/>
                  <a:pt x="747669" y="321468"/>
                  <a:pt x="722858" y="321468"/>
                </a:cubicBezTo>
                <a:cubicBezTo>
                  <a:pt x="698047" y="321468"/>
                  <a:pt x="677934" y="301375"/>
                  <a:pt x="677934" y="276589"/>
                </a:cubicBezTo>
                <a:cubicBezTo>
                  <a:pt x="677934" y="251803"/>
                  <a:pt x="698047" y="231710"/>
                  <a:pt x="722858" y="231710"/>
                </a:cubicBezTo>
                <a:close/>
                <a:moveTo>
                  <a:pt x="1072714" y="223696"/>
                </a:moveTo>
                <a:cubicBezTo>
                  <a:pt x="1099780" y="223696"/>
                  <a:pt x="1121721" y="245583"/>
                  <a:pt x="1121721" y="272582"/>
                </a:cubicBezTo>
                <a:cubicBezTo>
                  <a:pt x="1121721" y="299581"/>
                  <a:pt x="1099780" y="321468"/>
                  <a:pt x="1072714" y="321468"/>
                </a:cubicBezTo>
                <a:cubicBezTo>
                  <a:pt x="1045648" y="321468"/>
                  <a:pt x="1023707" y="299581"/>
                  <a:pt x="1023707" y="272582"/>
                </a:cubicBezTo>
                <a:cubicBezTo>
                  <a:pt x="1023707" y="245583"/>
                  <a:pt x="1045648" y="223696"/>
                  <a:pt x="1072714" y="223696"/>
                </a:cubicBezTo>
                <a:close/>
                <a:moveTo>
                  <a:pt x="895744" y="223696"/>
                </a:moveTo>
                <a:cubicBezTo>
                  <a:pt x="922810" y="223696"/>
                  <a:pt x="944751" y="245583"/>
                  <a:pt x="944751" y="272582"/>
                </a:cubicBezTo>
                <a:cubicBezTo>
                  <a:pt x="944751" y="299581"/>
                  <a:pt x="922810" y="321468"/>
                  <a:pt x="895744" y="321468"/>
                </a:cubicBezTo>
                <a:cubicBezTo>
                  <a:pt x="868678" y="321468"/>
                  <a:pt x="846737" y="299581"/>
                  <a:pt x="846737" y="272582"/>
                </a:cubicBezTo>
                <a:cubicBezTo>
                  <a:pt x="846737" y="245583"/>
                  <a:pt x="868678" y="223696"/>
                  <a:pt x="895744" y="223696"/>
                </a:cubicBezTo>
                <a:close/>
                <a:moveTo>
                  <a:pt x="549970" y="223696"/>
                </a:moveTo>
                <a:cubicBezTo>
                  <a:pt x="577036" y="223696"/>
                  <a:pt x="598977" y="245583"/>
                  <a:pt x="598977" y="272582"/>
                </a:cubicBezTo>
                <a:cubicBezTo>
                  <a:pt x="598977" y="299581"/>
                  <a:pt x="577036" y="321468"/>
                  <a:pt x="549970" y="321468"/>
                </a:cubicBezTo>
                <a:cubicBezTo>
                  <a:pt x="522904" y="321468"/>
                  <a:pt x="500963" y="299581"/>
                  <a:pt x="500963" y="272582"/>
                </a:cubicBezTo>
                <a:cubicBezTo>
                  <a:pt x="500963" y="245583"/>
                  <a:pt x="522904" y="223696"/>
                  <a:pt x="549970" y="223696"/>
                </a:cubicBezTo>
                <a:close/>
                <a:moveTo>
                  <a:pt x="1161617" y="130686"/>
                </a:moveTo>
                <a:cubicBezTo>
                  <a:pt x="1173125" y="130686"/>
                  <a:pt x="1182454" y="139828"/>
                  <a:pt x="1182454" y="151106"/>
                </a:cubicBezTo>
                <a:cubicBezTo>
                  <a:pt x="1182454" y="162384"/>
                  <a:pt x="1173125" y="171526"/>
                  <a:pt x="1161617" y="171526"/>
                </a:cubicBezTo>
                <a:cubicBezTo>
                  <a:pt x="1150109" y="171526"/>
                  <a:pt x="1140780" y="162384"/>
                  <a:pt x="1140780" y="151106"/>
                </a:cubicBezTo>
                <a:cubicBezTo>
                  <a:pt x="1140780" y="139828"/>
                  <a:pt x="1150109" y="130686"/>
                  <a:pt x="1161617" y="130686"/>
                </a:cubicBezTo>
                <a:close/>
                <a:moveTo>
                  <a:pt x="456457" y="130686"/>
                </a:moveTo>
                <a:cubicBezTo>
                  <a:pt x="467965" y="130686"/>
                  <a:pt x="477294" y="139828"/>
                  <a:pt x="477294" y="151106"/>
                </a:cubicBezTo>
                <a:cubicBezTo>
                  <a:pt x="477294" y="162384"/>
                  <a:pt x="467965" y="171526"/>
                  <a:pt x="456457" y="171526"/>
                </a:cubicBezTo>
                <a:cubicBezTo>
                  <a:pt x="444949" y="171526"/>
                  <a:pt x="435620" y="162384"/>
                  <a:pt x="435620" y="151106"/>
                </a:cubicBezTo>
                <a:cubicBezTo>
                  <a:pt x="435620" y="139828"/>
                  <a:pt x="444949" y="130686"/>
                  <a:pt x="456457" y="130686"/>
                </a:cubicBezTo>
                <a:close/>
                <a:moveTo>
                  <a:pt x="980145" y="100738"/>
                </a:moveTo>
                <a:cubicBezTo>
                  <a:pt x="999693" y="100738"/>
                  <a:pt x="1015539" y="116584"/>
                  <a:pt x="1015539" y="136132"/>
                </a:cubicBezTo>
                <a:cubicBezTo>
                  <a:pt x="1015539" y="155680"/>
                  <a:pt x="999693" y="171526"/>
                  <a:pt x="980145" y="171526"/>
                </a:cubicBezTo>
                <a:cubicBezTo>
                  <a:pt x="960597" y="171526"/>
                  <a:pt x="944751" y="155680"/>
                  <a:pt x="944751" y="136132"/>
                </a:cubicBezTo>
                <a:cubicBezTo>
                  <a:pt x="944751" y="116584"/>
                  <a:pt x="960597" y="100738"/>
                  <a:pt x="980145" y="100738"/>
                </a:cubicBezTo>
                <a:close/>
                <a:moveTo>
                  <a:pt x="803042" y="100738"/>
                </a:moveTo>
                <a:cubicBezTo>
                  <a:pt x="822517" y="100738"/>
                  <a:pt x="838304" y="116584"/>
                  <a:pt x="838304" y="136132"/>
                </a:cubicBezTo>
                <a:cubicBezTo>
                  <a:pt x="838304" y="155680"/>
                  <a:pt x="822517" y="171526"/>
                  <a:pt x="803042" y="171526"/>
                </a:cubicBezTo>
                <a:cubicBezTo>
                  <a:pt x="783567" y="171526"/>
                  <a:pt x="767780" y="155680"/>
                  <a:pt x="767780" y="136132"/>
                </a:cubicBezTo>
                <a:cubicBezTo>
                  <a:pt x="767780" y="116584"/>
                  <a:pt x="783567" y="100738"/>
                  <a:pt x="803042" y="100738"/>
                </a:cubicBezTo>
                <a:close/>
                <a:moveTo>
                  <a:pt x="634239" y="100738"/>
                </a:moveTo>
                <a:cubicBezTo>
                  <a:pt x="653714" y="100738"/>
                  <a:pt x="669501" y="116584"/>
                  <a:pt x="669501" y="136132"/>
                </a:cubicBezTo>
                <a:cubicBezTo>
                  <a:pt x="669501" y="155680"/>
                  <a:pt x="653714" y="171526"/>
                  <a:pt x="634239" y="171526"/>
                </a:cubicBezTo>
                <a:cubicBezTo>
                  <a:pt x="614764" y="171526"/>
                  <a:pt x="598977" y="155680"/>
                  <a:pt x="598977" y="136132"/>
                </a:cubicBezTo>
                <a:cubicBezTo>
                  <a:pt x="598977" y="116584"/>
                  <a:pt x="614764" y="100738"/>
                  <a:pt x="634239" y="100738"/>
                </a:cubicBezTo>
                <a:close/>
                <a:moveTo>
                  <a:pt x="898467" y="0"/>
                </a:moveTo>
                <a:cubicBezTo>
                  <a:pt x="908993" y="0"/>
                  <a:pt x="917526" y="8611"/>
                  <a:pt x="917526" y="19234"/>
                </a:cubicBezTo>
                <a:cubicBezTo>
                  <a:pt x="917526" y="29857"/>
                  <a:pt x="908993" y="38468"/>
                  <a:pt x="898467" y="38468"/>
                </a:cubicBezTo>
                <a:cubicBezTo>
                  <a:pt x="887941" y="38468"/>
                  <a:pt x="879408" y="29857"/>
                  <a:pt x="879408" y="19234"/>
                </a:cubicBezTo>
                <a:cubicBezTo>
                  <a:pt x="879408" y="8611"/>
                  <a:pt x="887941" y="0"/>
                  <a:pt x="898467" y="0"/>
                </a:cubicBezTo>
                <a:close/>
                <a:moveTo>
                  <a:pt x="716051" y="0"/>
                </a:moveTo>
                <a:cubicBezTo>
                  <a:pt x="726577" y="0"/>
                  <a:pt x="735110" y="8611"/>
                  <a:pt x="735110" y="19234"/>
                </a:cubicBezTo>
                <a:cubicBezTo>
                  <a:pt x="735110" y="29857"/>
                  <a:pt x="726577" y="38468"/>
                  <a:pt x="716051" y="38468"/>
                </a:cubicBezTo>
                <a:cubicBezTo>
                  <a:pt x="705525" y="38468"/>
                  <a:pt x="696992" y="29857"/>
                  <a:pt x="696992" y="19234"/>
                </a:cubicBezTo>
                <a:cubicBezTo>
                  <a:pt x="696992" y="8611"/>
                  <a:pt x="705525" y="0"/>
                  <a:pt x="716051" y="0"/>
                </a:cubicBezTo>
                <a:close/>
              </a:path>
            </a:pathLst>
          </a:custGeom>
          <a:solidFill>
            <a:schemeClr val="tx2">
              <a:lumMod val="40000"/>
              <a:lumOff val="60000"/>
            </a:schemeClr>
          </a:solidFill>
          <a:ln w="3175">
            <a:noFill/>
          </a:ln>
        </p:spPr>
        <p:txBody>
          <a:bodyPr wrap="square">
            <a:noAutofit/>
          </a:bodyPr>
          <a:lstStyle>
            <a:lvl1pPr>
              <a:defRPr>
                <a:solidFill>
                  <a:schemeClr val="bg1"/>
                </a:solidFill>
              </a:defRPr>
            </a:lvl1pPr>
          </a:lstStyle>
          <a:p>
            <a:pPr lvl="0"/>
            <a:r>
              <a:rPr lang="en-US" noProof="0"/>
              <a:t> </a:t>
            </a:r>
          </a:p>
        </p:txBody>
      </p:sp>
    </p:spTree>
    <p:extLst>
      <p:ext uri="{BB962C8B-B14F-4D97-AF65-F5344CB8AC3E}">
        <p14:creationId xmlns:p14="http://schemas.microsoft.com/office/powerpoint/2010/main" val="3285515197"/>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in 2 columns with a frame">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dirty="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p:txBody>
          <a:bodyPr/>
          <a:lstStyle/>
          <a:p>
            <a:endParaRPr lang="en-US" b="0" noProof="0" dirty="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a:xfrm>
            <a:off x="10979875" y="6489701"/>
            <a:ext cx="720000" cy="216000"/>
          </a:xfrm>
          <a:prstGeom prst="rect">
            <a:avLst/>
          </a:prstGeom>
        </p:spPr>
        <p:txBody>
          <a:bodyPr/>
          <a:lstStyle/>
          <a:p>
            <a:fld id="{975A587B-5814-4D9B-9598-FE9CB954CB01}" type="slidenum">
              <a:rPr lang="en-US" noProof="0" smtClean="0"/>
              <a:pPr/>
              <a:t>‹#›</a:t>
            </a:fld>
            <a:endParaRPr lang="en-US" b="0" noProof="0" dirty="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2" y="1337159"/>
            <a:ext cx="7127143" cy="1296000"/>
          </a:xfrm>
        </p:spPr>
        <p:txBody>
          <a:bodyPr/>
          <a:lstStyle>
            <a:lvl1pPr>
              <a:defRPr sz="2400"/>
            </a:lvl1pPr>
            <a:lvl2pPr>
              <a:buNone/>
              <a:defRPr sz="2400"/>
            </a:lvl2pPr>
            <a:lvl3pPr>
              <a:defRPr sz="1800"/>
            </a:lvl3pPr>
            <a:lvl4pPr>
              <a:defRPr sz="1600"/>
            </a:lvl4pPr>
            <a:lvl5pPr>
              <a:defRPr sz="1600"/>
            </a:lvl5pPr>
          </a:lstStyle>
          <a:p>
            <a:pPr lvl="0"/>
            <a:r>
              <a:rPr lang="en-US" noProof="0"/>
              <a:t>Click to edit master text styles</a:t>
            </a:r>
          </a:p>
        </p:txBody>
      </p:sp>
      <p:sp>
        <p:nvSpPr>
          <p:cNvPr id="22" name="Espace réservé du texte 10">
            <a:extLst>
              <a:ext uri="{FF2B5EF4-FFF2-40B4-BE49-F238E27FC236}">
                <a16:creationId xmlns:a16="http://schemas.microsoft.com/office/drawing/2014/main" id="{66ED2081-D062-47AE-9D57-77E330A954EF}"/>
              </a:ext>
            </a:extLst>
          </p:cNvPr>
          <p:cNvSpPr>
            <a:spLocks noGrp="1"/>
          </p:cNvSpPr>
          <p:nvPr>
            <p:ph type="body" sz="quarter" idx="18" hasCustomPrompt="1"/>
          </p:nvPr>
        </p:nvSpPr>
        <p:spPr>
          <a:xfrm>
            <a:off x="536400" y="2690850"/>
            <a:ext cx="3528000" cy="3383381"/>
          </a:xfrm>
        </p:spPr>
        <p:txBody>
          <a:bodyPr/>
          <a:lstStyle>
            <a:lvl1pPr>
              <a:defRPr sz="1900"/>
            </a:lvl1pPr>
            <a:lvl2pPr>
              <a:defRPr sz="1900"/>
            </a:lvl2pPr>
            <a:lvl3pPr>
              <a:defRPr sz="1400"/>
            </a:lvl3pPr>
            <a:lvl4pPr>
              <a:defRPr sz="1400"/>
            </a:lvl4pPr>
            <a:lvl5pPr>
              <a:defRPr sz="14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3" name="Espace réservé du texte 10">
            <a:extLst>
              <a:ext uri="{FF2B5EF4-FFF2-40B4-BE49-F238E27FC236}">
                <a16:creationId xmlns:a16="http://schemas.microsoft.com/office/drawing/2014/main" id="{A24175A2-B90D-4CD9-8997-CD3D3F99148E}"/>
              </a:ext>
            </a:extLst>
          </p:cNvPr>
          <p:cNvSpPr>
            <a:spLocks noGrp="1"/>
          </p:cNvSpPr>
          <p:nvPr>
            <p:ph type="body" sz="quarter" idx="19" hasCustomPrompt="1"/>
          </p:nvPr>
        </p:nvSpPr>
        <p:spPr>
          <a:xfrm>
            <a:off x="4135543" y="2690850"/>
            <a:ext cx="3528000" cy="3383381"/>
          </a:xfrm>
        </p:spPr>
        <p:txBody>
          <a:bodyPr/>
          <a:lstStyle>
            <a:lvl1pPr>
              <a:defRPr sz="1900"/>
            </a:lvl1pPr>
            <a:lvl2pPr>
              <a:defRPr sz="1900"/>
            </a:lvl2pPr>
            <a:lvl3pPr>
              <a:defRPr sz="1400"/>
            </a:lvl3pPr>
            <a:lvl4pPr>
              <a:defRPr sz="1400"/>
            </a:lvl4pPr>
            <a:lvl5pPr>
              <a:defRPr sz="1400"/>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4" name="Espace réservé du texte 23">
            <a:extLst>
              <a:ext uri="{FF2B5EF4-FFF2-40B4-BE49-F238E27FC236}">
                <a16:creationId xmlns:a16="http://schemas.microsoft.com/office/drawing/2014/main" id="{7EDC22B2-698E-4E5B-A0AD-BAE9A52C79F4}"/>
              </a:ext>
            </a:extLst>
          </p:cNvPr>
          <p:cNvSpPr>
            <a:spLocks noGrp="1"/>
          </p:cNvSpPr>
          <p:nvPr>
            <p:ph type="body" sz="quarter" idx="20"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buClr>
                <a:schemeClr val="bg1"/>
              </a:buClr>
              <a:defRPr sz="1900">
                <a:solidFill>
                  <a:schemeClr val="bg1"/>
                </a:solidFill>
              </a:defRPr>
            </a:lvl1pPr>
            <a:lvl2pPr>
              <a:buClr>
                <a:schemeClr val="bg1"/>
              </a:buClr>
              <a:defRPr sz="19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Espace réservé du texte 16">
            <a:extLst>
              <a:ext uri="{FF2B5EF4-FFF2-40B4-BE49-F238E27FC236}">
                <a16:creationId xmlns:a16="http://schemas.microsoft.com/office/drawing/2014/main" id="{8DBA2DFB-F52A-71E9-F485-15CD5B23A92E}"/>
              </a:ext>
            </a:extLst>
          </p:cNvPr>
          <p:cNvSpPr>
            <a:spLocks noGrp="1"/>
          </p:cNvSpPr>
          <p:nvPr>
            <p:ph type="body" idx="1" hasCustomPrompt="1"/>
          </p:nvPr>
        </p:nvSpPr>
        <p:spPr>
          <a:xfrm>
            <a:off x="2" y="449849"/>
            <a:ext cx="9683261"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683261" h="335964">
                <a:moveTo>
                  <a:pt x="9609373" y="237817"/>
                </a:moveTo>
                <a:cubicBezTo>
                  <a:pt x="9622259" y="237817"/>
                  <a:pt x="9632706" y="248357"/>
                  <a:pt x="9632706" y="261358"/>
                </a:cubicBezTo>
                <a:cubicBezTo>
                  <a:pt x="9632706" y="274359"/>
                  <a:pt x="9622259" y="284899"/>
                  <a:pt x="9609373" y="284899"/>
                </a:cubicBezTo>
                <a:cubicBezTo>
                  <a:pt x="9596486" y="284899"/>
                  <a:pt x="9586041" y="274359"/>
                  <a:pt x="9586041" y="261358"/>
                </a:cubicBezTo>
                <a:cubicBezTo>
                  <a:pt x="9586041" y="248357"/>
                  <a:pt x="9596486" y="237817"/>
                  <a:pt x="9609373" y="237817"/>
                </a:cubicBezTo>
                <a:close/>
                <a:moveTo>
                  <a:pt x="9669650" y="200069"/>
                </a:moveTo>
                <a:cubicBezTo>
                  <a:pt x="9677168" y="200069"/>
                  <a:pt x="9683261" y="205817"/>
                  <a:pt x="9683261" y="212909"/>
                </a:cubicBezTo>
                <a:cubicBezTo>
                  <a:pt x="9683261" y="220001"/>
                  <a:pt x="9677168" y="225749"/>
                  <a:pt x="9669650" y="225749"/>
                </a:cubicBezTo>
                <a:cubicBezTo>
                  <a:pt x="9662132" y="225749"/>
                  <a:pt x="9656038" y="220001"/>
                  <a:pt x="9656038" y="212909"/>
                </a:cubicBezTo>
                <a:cubicBezTo>
                  <a:pt x="9656038" y="205817"/>
                  <a:pt x="9662132" y="200069"/>
                  <a:pt x="9669650" y="200069"/>
                </a:cubicBezTo>
                <a:close/>
                <a:moveTo>
                  <a:pt x="9609373" y="143445"/>
                </a:moveTo>
                <a:cubicBezTo>
                  <a:pt x="9622259" y="143445"/>
                  <a:pt x="9632706" y="153985"/>
                  <a:pt x="9632706" y="166987"/>
                </a:cubicBezTo>
                <a:cubicBezTo>
                  <a:pt x="9632706" y="179987"/>
                  <a:pt x="9622259" y="190527"/>
                  <a:pt x="9609373" y="190527"/>
                </a:cubicBezTo>
                <a:cubicBezTo>
                  <a:pt x="9596486" y="190527"/>
                  <a:pt x="9586041" y="179987"/>
                  <a:pt x="9586041" y="166987"/>
                </a:cubicBezTo>
                <a:cubicBezTo>
                  <a:pt x="9586041" y="153985"/>
                  <a:pt x="9596486" y="143445"/>
                  <a:pt x="9609373" y="143445"/>
                </a:cubicBezTo>
                <a:close/>
                <a:moveTo>
                  <a:pt x="9669650" y="101921"/>
                </a:moveTo>
                <a:cubicBezTo>
                  <a:pt x="9677168" y="101921"/>
                  <a:pt x="9683261" y="107670"/>
                  <a:pt x="9683261" y="114762"/>
                </a:cubicBezTo>
                <a:cubicBezTo>
                  <a:pt x="9683261" y="121855"/>
                  <a:pt x="9677168" y="127602"/>
                  <a:pt x="9669650" y="127602"/>
                </a:cubicBezTo>
                <a:cubicBezTo>
                  <a:pt x="9662132" y="127602"/>
                  <a:pt x="9656038" y="121855"/>
                  <a:pt x="9656038" y="114762"/>
                </a:cubicBezTo>
                <a:cubicBezTo>
                  <a:pt x="9656038" y="107670"/>
                  <a:pt x="9662132" y="101921"/>
                  <a:pt x="9669650" y="101921"/>
                </a:cubicBezTo>
                <a:close/>
                <a:moveTo>
                  <a:pt x="9609373" y="50961"/>
                </a:moveTo>
                <a:cubicBezTo>
                  <a:pt x="9622259" y="50961"/>
                  <a:pt x="9632706" y="61501"/>
                  <a:pt x="9632706" y="74501"/>
                </a:cubicBezTo>
                <a:cubicBezTo>
                  <a:pt x="9632706" y="87503"/>
                  <a:pt x="9622259" y="98043"/>
                  <a:pt x="9609373" y="98043"/>
                </a:cubicBezTo>
                <a:cubicBezTo>
                  <a:pt x="9596486" y="98043"/>
                  <a:pt x="9586041" y="87503"/>
                  <a:pt x="9586041" y="74501"/>
                </a:cubicBezTo>
                <a:cubicBezTo>
                  <a:pt x="9586041" y="61501"/>
                  <a:pt x="9596486" y="50961"/>
                  <a:pt x="9609373" y="50961"/>
                </a:cubicBezTo>
                <a:close/>
                <a:moveTo>
                  <a:pt x="0" y="0"/>
                </a:moveTo>
                <a:lnTo>
                  <a:pt x="739665" y="0"/>
                </a:lnTo>
                <a:cubicBezTo>
                  <a:pt x="2800514" y="0"/>
                  <a:pt x="5636951" y="0"/>
                  <a:pt x="9540864" y="0"/>
                </a:cubicBezTo>
                <a:cubicBezTo>
                  <a:pt x="9559315" y="0"/>
                  <a:pt x="9568541" y="13999"/>
                  <a:pt x="9568541" y="27997"/>
                </a:cubicBezTo>
                <a:cubicBezTo>
                  <a:pt x="9568541" y="41996"/>
                  <a:pt x="9559315" y="55995"/>
                  <a:pt x="9540864" y="55995"/>
                </a:cubicBezTo>
                <a:cubicBezTo>
                  <a:pt x="9531638" y="55995"/>
                  <a:pt x="9522411" y="65327"/>
                  <a:pt x="9522411" y="74659"/>
                </a:cubicBezTo>
                <a:cubicBezTo>
                  <a:pt x="9522411" y="83992"/>
                  <a:pt x="9531638" y="93323"/>
                  <a:pt x="9540864" y="97990"/>
                </a:cubicBezTo>
                <a:cubicBezTo>
                  <a:pt x="9559315" y="97990"/>
                  <a:pt x="9568541" y="107321"/>
                  <a:pt x="9568541" y="121320"/>
                </a:cubicBezTo>
                <a:cubicBezTo>
                  <a:pt x="9568541" y="135319"/>
                  <a:pt x="9559315" y="149317"/>
                  <a:pt x="9545478" y="149317"/>
                </a:cubicBezTo>
                <a:cubicBezTo>
                  <a:pt x="9545478" y="149317"/>
                  <a:pt x="9545478" y="149317"/>
                  <a:pt x="9540864" y="149317"/>
                </a:cubicBezTo>
                <a:cubicBezTo>
                  <a:pt x="9531638" y="149317"/>
                  <a:pt x="9522411" y="158650"/>
                  <a:pt x="9522411" y="167982"/>
                </a:cubicBezTo>
                <a:cubicBezTo>
                  <a:pt x="9522411" y="181981"/>
                  <a:pt x="9531638" y="191313"/>
                  <a:pt x="9540864" y="191313"/>
                </a:cubicBezTo>
                <a:cubicBezTo>
                  <a:pt x="9559315" y="191313"/>
                  <a:pt x="9568541" y="200645"/>
                  <a:pt x="9568541" y="214644"/>
                </a:cubicBezTo>
                <a:cubicBezTo>
                  <a:pt x="9568541" y="233309"/>
                  <a:pt x="9559315" y="242641"/>
                  <a:pt x="9540864" y="242641"/>
                </a:cubicBezTo>
                <a:cubicBezTo>
                  <a:pt x="9531638" y="242641"/>
                  <a:pt x="9522411" y="251972"/>
                  <a:pt x="9522411" y="265971"/>
                </a:cubicBezTo>
                <a:cubicBezTo>
                  <a:pt x="9522411" y="275305"/>
                  <a:pt x="9531638" y="284636"/>
                  <a:pt x="9540864" y="284636"/>
                </a:cubicBezTo>
                <a:cubicBezTo>
                  <a:pt x="9559315" y="284636"/>
                  <a:pt x="9568541" y="298634"/>
                  <a:pt x="9568541" y="312633"/>
                </a:cubicBezTo>
                <a:cubicBezTo>
                  <a:pt x="9568541" y="326632"/>
                  <a:pt x="9559315" y="335964"/>
                  <a:pt x="9540864" y="335964"/>
                </a:cubicBezTo>
                <a:cubicBezTo>
                  <a:pt x="9540864" y="335964"/>
                  <a:pt x="9540864" y="335964"/>
                  <a:pt x="845227" y="335964"/>
                </a:cubicBezTo>
                <a:lnTo>
                  <a:pt x="0" y="335964"/>
                </a:lnTo>
                <a:close/>
              </a:path>
            </a:pathLst>
          </a:custGeom>
          <a:solidFill>
            <a:schemeClr val="tx2"/>
          </a:solidFill>
          <a:ln w="3175">
            <a:noFill/>
          </a:ln>
        </p:spPr>
        <p:txBody>
          <a:bodyPr wrap="square" lIns="4572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dirty="0"/>
              <a:t>Click to edit master text styles</a:t>
            </a:r>
          </a:p>
        </p:txBody>
      </p:sp>
    </p:spTree>
    <p:extLst>
      <p:ext uri="{BB962C8B-B14F-4D97-AF65-F5344CB8AC3E}">
        <p14:creationId xmlns:p14="http://schemas.microsoft.com/office/powerpoint/2010/main" val="3378284386"/>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01D72-D317-48EB-8946-13EE8EFCE25B}"/>
              </a:ext>
            </a:extLst>
          </p:cNvPr>
          <p:cNvSpPr>
            <a:spLocks noGrp="1"/>
          </p:cNvSpPr>
          <p:nvPr>
            <p:ph type="title"/>
          </p:nvPr>
        </p:nvSpPr>
        <p:spPr>
          <a:xfrm>
            <a:off x="1172823" y="2971777"/>
            <a:ext cx="5400000" cy="1800000"/>
          </a:xfrm>
        </p:spPr>
        <p:txBody>
          <a:bodyPr anchor="b"/>
          <a:lstStyle>
            <a:lvl1pPr>
              <a:defRPr sz="3400" b="0">
                <a:solidFill>
                  <a:schemeClr val="bg1"/>
                </a:solidFill>
                <a:latin typeface="+mn-lt"/>
              </a:defRPr>
            </a:lvl1pPr>
          </a:lstStyle>
          <a:p>
            <a:endParaRPr lang="en-US" noProof="0" dirty="0"/>
          </a:p>
        </p:txBody>
      </p:sp>
      <p:sp>
        <p:nvSpPr>
          <p:cNvPr id="9" name="Espace réservé du texte 10">
            <a:extLst>
              <a:ext uri="{FF2B5EF4-FFF2-40B4-BE49-F238E27FC236}">
                <a16:creationId xmlns:a16="http://schemas.microsoft.com/office/drawing/2014/main" id="{121B9EDF-81A4-4116-AE20-E6C846380D2A}"/>
              </a:ext>
            </a:extLst>
          </p:cNvPr>
          <p:cNvSpPr>
            <a:spLocks noGrp="1"/>
          </p:cNvSpPr>
          <p:nvPr>
            <p:ph type="body" sz="quarter" idx="13" hasCustomPrompt="1"/>
          </p:nvPr>
        </p:nvSpPr>
        <p:spPr>
          <a:xfrm>
            <a:off x="1172823" y="4838359"/>
            <a:ext cx="5400000" cy="1296000"/>
          </a:xfrm>
        </p:spPr>
        <p:txBody>
          <a:bodyPr/>
          <a:lstStyle>
            <a:lvl1pPr>
              <a:buClr>
                <a:schemeClr val="bg1"/>
              </a:buClr>
              <a:defRPr sz="1200">
                <a:solidFill>
                  <a:schemeClr val="bg1"/>
                </a:solidFill>
                <a:latin typeface="+mj-lt"/>
              </a:defRPr>
            </a:lvl1pPr>
            <a:lvl2pPr marL="0" indent="0">
              <a:spcBef>
                <a:spcPts val="0"/>
              </a:spcBef>
              <a:buClr>
                <a:schemeClr val="bg1"/>
              </a:buClr>
              <a:buNone/>
              <a:defRPr sz="1200">
                <a:solidFill>
                  <a:schemeClr val="bg1"/>
                </a:solidFill>
              </a:defRPr>
            </a:lvl2pPr>
            <a:lvl3pPr>
              <a:buClr>
                <a:schemeClr val="bg1"/>
              </a:buClr>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Espace réservé du pied de page 4">
            <a:extLst>
              <a:ext uri="{FF2B5EF4-FFF2-40B4-BE49-F238E27FC236}">
                <a16:creationId xmlns:a16="http://schemas.microsoft.com/office/drawing/2014/main" id="{265AD0C2-8BFF-ED09-6B0E-131C8722217D}"/>
              </a:ext>
            </a:extLst>
          </p:cNvPr>
          <p:cNvSpPr>
            <a:spLocks noGrp="1"/>
          </p:cNvSpPr>
          <p:nvPr>
            <p:ph type="ftr" sz="quarter" idx="3"/>
          </p:nvPr>
        </p:nvSpPr>
        <p:spPr>
          <a:xfrm>
            <a:off x="1152502" y="6316981"/>
            <a:ext cx="4232297" cy="195579"/>
          </a:xfrm>
          <a:prstGeom prst="rect">
            <a:avLst/>
          </a:prstGeom>
        </p:spPr>
        <p:txBody>
          <a:bodyPr vert="horz" lIns="91440" tIns="45720" rIns="91440" bIns="45720" rtlCol="0" anchor="ctr">
            <a:noAutofit/>
          </a:bodyPr>
          <a:lstStyle>
            <a:lvl1pPr algn="l">
              <a:defRPr sz="900" b="0" i="0">
                <a:solidFill>
                  <a:schemeClr val="bg1">
                    <a:lumMod val="85000"/>
                  </a:schemeClr>
                </a:solidFill>
                <a:latin typeface="Encode Sans" pitchFamily="2" charset="77"/>
              </a:defRPr>
            </a:lvl1pPr>
          </a:lstStyle>
          <a:p>
            <a:r>
              <a:rPr lang="en-US" dirty="0"/>
              <a:t>© 2023 </a:t>
            </a:r>
            <a:r>
              <a:rPr lang="en-US" dirty="0" err="1"/>
              <a:t>Stellantis</a:t>
            </a:r>
            <a:r>
              <a:rPr lang="en-US" dirty="0"/>
              <a:t> Financial Services. All rights reserved. </a:t>
            </a:r>
          </a:p>
        </p:txBody>
      </p:sp>
      <p:sp>
        <p:nvSpPr>
          <p:cNvPr id="5" name="TextBox 4">
            <a:extLst>
              <a:ext uri="{FF2B5EF4-FFF2-40B4-BE49-F238E27FC236}">
                <a16:creationId xmlns:a16="http://schemas.microsoft.com/office/drawing/2014/main" id="{40C82332-69A6-FDA0-9DEE-A9E1900E5ED5}"/>
              </a:ext>
            </a:extLst>
          </p:cNvPr>
          <p:cNvSpPr txBox="1"/>
          <p:nvPr userDrawn="1"/>
        </p:nvSpPr>
        <p:spPr>
          <a:xfrm>
            <a:off x="8520186" y="5927785"/>
            <a:ext cx="2879334" cy="584775"/>
          </a:xfrm>
          <a:prstGeom prst="rect">
            <a:avLst/>
          </a:prstGeom>
          <a:noFill/>
        </p:spPr>
        <p:txBody>
          <a:bodyPr wrap="square" rtlCol="0">
            <a:spAutoFit/>
          </a:bodyPr>
          <a:lstStyle/>
          <a:p>
            <a:pPr algn="r"/>
            <a:r>
              <a:rPr lang="en-US" sz="1600" b="0" i="0" spc="0" dirty="0">
                <a:solidFill>
                  <a:schemeClr val="bg1"/>
                </a:solidFill>
                <a:latin typeface="Encode Sans Expanded Light" pitchFamily="2" charset="77"/>
              </a:rPr>
              <a:t>Helping people &amp; places flourish by mobility. </a:t>
            </a:r>
          </a:p>
        </p:txBody>
      </p:sp>
    </p:spTree>
    <p:extLst>
      <p:ext uri="{BB962C8B-B14F-4D97-AF65-F5344CB8AC3E}">
        <p14:creationId xmlns:p14="http://schemas.microsoft.com/office/powerpoint/2010/main" val="29222422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act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01D72-D317-48EB-8946-13EE8EFCE25B}"/>
              </a:ext>
            </a:extLst>
          </p:cNvPr>
          <p:cNvSpPr>
            <a:spLocks noGrp="1"/>
          </p:cNvSpPr>
          <p:nvPr>
            <p:ph type="title"/>
          </p:nvPr>
        </p:nvSpPr>
        <p:spPr>
          <a:xfrm>
            <a:off x="1172823" y="2971777"/>
            <a:ext cx="5400000" cy="1800000"/>
          </a:xfrm>
        </p:spPr>
        <p:txBody>
          <a:bodyPr anchor="b"/>
          <a:lstStyle>
            <a:lvl1pPr>
              <a:defRPr sz="3400" b="0">
                <a:solidFill>
                  <a:schemeClr val="tx2"/>
                </a:solidFill>
                <a:latin typeface="+mn-lt"/>
              </a:defRPr>
            </a:lvl1pPr>
          </a:lstStyle>
          <a:p>
            <a:endParaRPr lang="en-US" noProof="0" dirty="0"/>
          </a:p>
        </p:txBody>
      </p:sp>
      <p:sp>
        <p:nvSpPr>
          <p:cNvPr id="9" name="Espace réservé du texte 10">
            <a:extLst>
              <a:ext uri="{FF2B5EF4-FFF2-40B4-BE49-F238E27FC236}">
                <a16:creationId xmlns:a16="http://schemas.microsoft.com/office/drawing/2014/main" id="{121B9EDF-81A4-4116-AE20-E6C846380D2A}"/>
              </a:ext>
            </a:extLst>
          </p:cNvPr>
          <p:cNvSpPr>
            <a:spLocks noGrp="1"/>
          </p:cNvSpPr>
          <p:nvPr>
            <p:ph type="body" sz="quarter" idx="13" hasCustomPrompt="1"/>
          </p:nvPr>
        </p:nvSpPr>
        <p:spPr>
          <a:xfrm>
            <a:off x="1172823" y="4838359"/>
            <a:ext cx="5400000" cy="1296000"/>
          </a:xfrm>
        </p:spPr>
        <p:txBody>
          <a:bodyPr/>
          <a:lstStyle>
            <a:lvl1pPr>
              <a:defRPr sz="1200">
                <a:solidFill>
                  <a:schemeClr val="tx2"/>
                </a:solidFill>
                <a:latin typeface="+mj-lt"/>
              </a:defRPr>
            </a:lvl1pPr>
            <a:lvl2pPr marL="0" indent="0">
              <a:spcBef>
                <a:spcPts val="0"/>
              </a:spcBef>
              <a:buNone/>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Espace réservé du pied de page 4">
            <a:extLst>
              <a:ext uri="{FF2B5EF4-FFF2-40B4-BE49-F238E27FC236}">
                <a16:creationId xmlns:a16="http://schemas.microsoft.com/office/drawing/2014/main" id="{32519396-1998-9AB1-77A4-69D97EF4414F}"/>
              </a:ext>
            </a:extLst>
          </p:cNvPr>
          <p:cNvSpPr>
            <a:spLocks noGrp="1"/>
          </p:cNvSpPr>
          <p:nvPr>
            <p:ph type="ftr" sz="quarter" idx="3"/>
          </p:nvPr>
        </p:nvSpPr>
        <p:spPr>
          <a:xfrm>
            <a:off x="1152502" y="6316981"/>
            <a:ext cx="4232297" cy="195579"/>
          </a:xfrm>
          <a:prstGeom prst="rect">
            <a:avLst/>
          </a:prstGeom>
        </p:spPr>
        <p:txBody>
          <a:bodyPr vert="horz" lIns="91440" tIns="45720" rIns="91440" bIns="45720" rtlCol="0" anchor="ctr">
            <a:noAutofit/>
          </a:bodyPr>
          <a:lstStyle>
            <a:lvl1pPr algn="l">
              <a:defRPr sz="900" b="0" i="0">
                <a:solidFill>
                  <a:schemeClr val="bg1">
                    <a:lumMod val="50000"/>
                  </a:schemeClr>
                </a:solidFill>
                <a:latin typeface="Encode Sans" pitchFamily="2" charset="77"/>
              </a:defRPr>
            </a:lvl1pPr>
          </a:lstStyle>
          <a:p>
            <a:r>
              <a:rPr lang="en-US" dirty="0"/>
              <a:t>© 2023 </a:t>
            </a:r>
            <a:r>
              <a:rPr lang="en-US" dirty="0" err="1"/>
              <a:t>Stellantis</a:t>
            </a:r>
            <a:r>
              <a:rPr lang="en-US" dirty="0"/>
              <a:t> Financial Services. All rights reserved. </a:t>
            </a:r>
          </a:p>
        </p:txBody>
      </p:sp>
      <p:sp>
        <p:nvSpPr>
          <p:cNvPr id="4" name="TextBox 3">
            <a:extLst>
              <a:ext uri="{FF2B5EF4-FFF2-40B4-BE49-F238E27FC236}">
                <a16:creationId xmlns:a16="http://schemas.microsoft.com/office/drawing/2014/main" id="{D05E8F67-FF37-2E78-400B-D47D10F13170}"/>
              </a:ext>
            </a:extLst>
          </p:cNvPr>
          <p:cNvSpPr txBox="1"/>
          <p:nvPr userDrawn="1"/>
        </p:nvSpPr>
        <p:spPr>
          <a:xfrm>
            <a:off x="8489706" y="5927785"/>
            <a:ext cx="2879334" cy="584775"/>
          </a:xfrm>
          <a:prstGeom prst="rect">
            <a:avLst/>
          </a:prstGeom>
          <a:noFill/>
        </p:spPr>
        <p:txBody>
          <a:bodyPr wrap="square" rtlCol="0">
            <a:spAutoFit/>
          </a:bodyPr>
          <a:lstStyle/>
          <a:p>
            <a:pPr algn="r"/>
            <a:r>
              <a:rPr lang="en-US" sz="1600" b="0" i="0" spc="0" dirty="0">
                <a:solidFill>
                  <a:srgbClr val="243782"/>
                </a:solidFill>
                <a:latin typeface="Encode Sans Expanded Light" pitchFamily="2" charset="77"/>
              </a:rPr>
              <a:t>Helping people &amp; places flourish by mobility. </a:t>
            </a:r>
          </a:p>
        </p:txBody>
      </p:sp>
    </p:spTree>
    <p:extLst>
      <p:ext uri="{BB962C8B-B14F-4D97-AF65-F5344CB8AC3E}">
        <p14:creationId xmlns:p14="http://schemas.microsoft.com/office/powerpoint/2010/main" val="32091416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E0A8252C-B158-2040-9D23-244C1491809D}"/>
              </a:ext>
            </a:extLst>
          </p:cNvPr>
          <p:cNvSpPr>
            <a:spLocks noGrp="1"/>
          </p:cNvSpPr>
          <p:nvPr>
            <p:ph type="dt" sz="half" idx="10"/>
          </p:nvPr>
        </p:nvSpPr>
        <p:spPr/>
        <p:txBody>
          <a:bodyPr/>
          <a:lstStyle>
            <a:lvl1pPr>
              <a:defRPr/>
            </a:lvl1pPr>
          </a:lstStyle>
          <a:p>
            <a:pPr>
              <a:defRPr/>
            </a:pPr>
            <a:r>
              <a:t>September 2013</a:t>
            </a:r>
          </a:p>
        </p:txBody>
      </p:sp>
      <p:sp>
        <p:nvSpPr>
          <p:cNvPr id="4" name="Footer Placeholder 4">
            <a:extLst>
              <a:ext uri="{FF2B5EF4-FFF2-40B4-BE49-F238E27FC236}">
                <a16:creationId xmlns:a16="http://schemas.microsoft.com/office/drawing/2014/main" id="{7A965FD4-EF6B-E3D6-59CA-3CC49F8112FB}"/>
              </a:ext>
            </a:extLst>
          </p:cNvPr>
          <p:cNvSpPr>
            <a:spLocks noGrp="1"/>
          </p:cNvSpPr>
          <p:nvPr>
            <p:ph type="ftr" sz="quarter" idx="11"/>
          </p:nvPr>
        </p:nvSpPr>
        <p:spPr/>
        <p:txBody>
          <a:bodyPr/>
          <a:lstStyle>
            <a:lvl1pPr>
              <a:defRPr/>
            </a:lvl1pPr>
          </a:lstStyle>
          <a:p>
            <a:pPr>
              <a:defRPr/>
            </a:pPr>
            <a:r>
              <a:t>Confidential -- Prepared by Hitachi Consulting for GameStop</a:t>
            </a:r>
          </a:p>
        </p:txBody>
      </p:sp>
      <p:sp>
        <p:nvSpPr>
          <p:cNvPr id="5" name="Slide Number Placeholder 5">
            <a:extLst>
              <a:ext uri="{FF2B5EF4-FFF2-40B4-BE49-F238E27FC236}">
                <a16:creationId xmlns:a16="http://schemas.microsoft.com/office/drawing/2014/main" id="{8DC1423A-B359-9ED4-E19F-6535650AC86F}"/>
              </a:ext>
            </a:extLst>
          </p:cNvPr>
          <p:cNvSpPr>
            <a:spLocks noGrp="1"/>
          </p:cNvSpPr>
          <p:nvPr>
            <p:ph type="sldNum" sz="quarter" idx="12"/>
          </p:nvPr>
        </p:nvSpPr>
        <p:spPr/>
        <p:txBody>
          <a:bodyPr/>
          <a:lstStyle>
            <a:lvl1pPr>
              <a:defRPr/>
            </a:lvl1pPr>
          </a:lstStyle>
          <a:p>
            <a:fld id="{86D394EE-A631-4565-A715-B3309552E64A}" type="slidenum">
              <a:rPr lang="en-US" altLang="en-US"/>
              <a:pPr/>
              <a:t>‹#›</a:t>
            </a:fld>
            <a:endParaRPr lang="en-US" altLang="en-US"/>
          </a:p>
        </p:txBody>
      </p:sp>
    </p:spTree>
    <p:extLst>
      <p:ext uri="{BB962C8B-B14F-4D97-AF65-F5344CB8AC3E}">
        <p14:creationId xmlns:p14="http://schemas.microsoft.com/office/powerpoint/2010/main" val="17976242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03200" y="204789"/>
            <a:ext cx="7717367" cy="454025"/>
          </a:xfrm>
        </p:spPr>
        <p:txBody>
          <a:bodyPr/>
          <a:lstStyle/>
          <a:p>
            <a:r>
              <a:rPr lang="en-US"/>
              <a:t>Click to edit Master title style</a:t>
            </a:r>
          </a:p>
        </p:txBody>
      </p:sp>
      <p:sp>
        <p:nvSpPr>
          <p:cNvPr id="3" name="Table Placeholder 2"/>
          <p:cNvSpPr>
            <a:spLocks noGrp="1"/>
          </p:cNvSpPr>
          <p:nvPr>
            <p:ph type="tbl" idx="1"/>
          </p:nvPr>
        </p:nvSpPr>
        <p:spPr>
          <a:xfrm>
            <a:off x="838200" y="1825625"/>
            <a:ext cx="10515600" cy="4351338"/>
          </a:xfrm>
          <a:prstGeom prst="rect">
            <a:avLst/>
          </a:prstGeom>
        </p:spPr>
        <p:txBody>
          <a:bodyPr/>
          <a:lstStyle/>
          <a:p>
            <a:pPr lvl="0"/>
            <a:endParaRPr lang="en-US" noProof="0"/>
          </a:p>
        </p:txBody>
      </p:sp>
      <p:sp>
        <p:nvSpPr>
          <p:cNvPr id="4" name="Date Placeholder 3">
            <a:extLst>
              <a:ext uri="{FF2B5EF4-FFF2-40B4-BE49-F238E27FC236}">
                <a16:creationId xmlns:a16="http://schemas.microsoft.com/office/drawing/2014/main" id="{71220180-5958-ADF1-B2DC-BD92ED75AD6B}"/>
              </a:ext>
            </a:extLst>
          </p:cNvPr>
          <p:cNvSpPr>
            <a:spLocks noGrp="1" noChangeArrowheads="1"/>
          </p:cNvSpPr>
          <p:nvPr>
            <p:ph type="dt" idx="10"/>
          </p:nvPr>
        </p:nvSpPr>
        <p:spPr/>
        <p:txBody>
          <a:bodyPr/>
          <a:lstStyle>
            <a:lvl1pPr>
              <a:defRPr/>
            </a:lvl1pPr>
          </a:lstStyle>
          <a:p>
            <a:pPr>
              <a:defRPr/>
            </a:pPr>
            <a:endParaRPr lang="en-GB" altLang="en-US"/>
          </a:p>
        </p:txBody>
      </p:sp>
      <p:sp>
        <p:nvSpPr>
          <p:cNvPr id="5" name="Footer Placeholder 4">
            <a:extLst>
              <a:ext uri="{FF2B5EF4-FFF2-40B4-BE49-F238E27FC236}">
                <a16:creationId xmlns:a16="http://schemas.microsoft.com/office/drawing/2014/main" id="{7EE1144A-6075-5366-521F-397FFC42190F}"/>
              </a:ext>
            </a:extLst>
          </p:cNvPr>
          <p:cNvSpPr>
            <a:spLocks noGrp="1" noChangeArrowheads="1"/>
          </p:cNvSpPr>
          <p:nvPr>
            <p:ph type="ftr" idx="11"/>
          </p:nvPr>
        </p:nvSpPr>
        <p:spPr/>
        <p:txBody>
          <a:bodyPr/>
          <a:lstStyle>
            <a:lvl1pPr>
              <a:defRPr/>
            </a:lvl1pPr>
          </a:lstStyle>
          <a:p>
            <a:pPr>
              <a:defRPr/>
            </a:pPr>
            <a:r>
              <a:rPr lang="en-GB" altLang="en-US"/>
              <a:t>© 2006 Citigroup, All Rights Reserved</a:t>
            </a:r>
          </a:p>
          <a:p>
            <a:pPr>
              <a:defRPr/>
            </a:pPr>
            <a:endParaRPr lang="en-GB" altLang="en-US"/>
          </a:p>
        </p:txBody>
      </p:sp>
    </p:spTree>
    <p:extLst>
      <p:ext uri="{BB962C8B-B14F-4D97-AF65-F5344CB8AC3E}">
        <p14:creationId xmlns:p14="http://schemas.microsoft.com/office/powerpoint/2010/main" val="29141944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indent="0" algn="l">
              <a:buFont typeface="Arial" panose="020B0604020202020204" pitchFamily="34" charset="0"/>
              <a:buNone/>
              <a:defRPr/>
            </a:lvl1pPr>
          </a:lstStyle>
          <a:p>
            <a:r>
              <a:rPr lang="en-US"/>
              <a:t>Click to edit Master title style</a:t>
            </a:r>
            <a:endParaRPr lang="en-US" dirty="0"/>
          </a:p>
        </p:txBody>
      </p:sp>
      <p:sp>
        <p:nvSpPr>
          <p:cNvPr id="3" name="Content Placeholder 2"/>
          <p:cNvSpPr>
            <a:spLocks noGrp="1"/>
          </p:cNvSpPr>
          <p:nvPr>
            <p:ph sz="half" idx="1"/>
          </p:nvPr>
        </p:nvSpPr>
        <p:spPr>
          <a:xfrm>
            <a:off x="137626" y="1268027"/>
            <a:ext cx="5887493" cy="5215919"/>
          </a:xfrm>
          <a:prstGeom prst="rect">
            <a:avLst/>
          </a:prstGeom>
        </p:spPr>
        <p:txBody>
          <a:bodyPr>
            <a:normAutofit/>
          </a:bodyPr>
          <a:lstStyle>
            <a:lvl1pPr marL="169227" indent="-169227">
              <a:defRPr lang="en-US" sz="1351" kern="1200" dirty="0" smtClean="0">
                <a:solidFill>
                  <a:schemeClr val="tx1"/>
                </a:solidFill>
                <a:latin typeface="+mj-lt"/>
                <a:ea typeface="+mn-ea"/>
                <a:cs typeface="+mn-cs"/>
              </a:defRPr>
            </a:lvl1pPr>
            <a:lvl2pPr marL="431409" indent="-173993">
              <a:defRPr lang="en-US" sz="1201" kern="1200" dirty="0" smtClean="0">
                <a:solidFill>
                  <a:schemeClr val="tx1"/>
                </a:solidFill>
                <a:latin typeface="+mj-lt"/>
                <a:ea typeface="+mn-ea"/>
                <a:cs typeface="+mn-cs"/>
              </a:defRPr>
            </a:lvl2pPr>
            <a:lvl3pPr marL="686440" indent="-169227">
              <a:defRPr lang="en-US" sz="1051" kern="1200" dirty="0" smtClean="0">
                <a:solidFill>
                  <a:schemeClr val="tx1"/>
                </a:solidFill>
                <a:latin typeface="+mj-lt"/>
                <a:ea typeface="+mn-ea"/>
                <a:cs typeface="+mn-cs"/>
              </a:defRPr>
            </a:lvl3pPr>
            <a:lvl4pPr marL="939088" indent="-171610">
              <a:defRPr lang="en-US" sz="901" kern="1200" dirty="0" smtClean="0">
                <a:solidFill>
                  <a:schemeClr val="tx1"/>
                </a:solidFill>
                <a:latin typeface="+mj-lt"/>
                <a:ea typeface="+mn-ea"/>
                <a:cs typeface="+mn-cs"/>
              </a:defRPr>
            </a:lvl4pPr>
            <a:lvl5pPr marL="1206037" indent="-171610">
              <a:defRPr lang="en-US" sz="826" kern="1200" dirty="0">
                <a:solidFill>
                  <a:schemeClr val="tx1"/>
                </a:solidFill>
                <a:latin typeface="+mj-lt"/>
                <a:ea typeface="+mn-ea"/>
                <a:cs typeface="+mn-cs"/>
              </a:defRPr>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56026" y="1268027"/>
            <a:ext cx="5887493" cy="5215919"/>
          </a:xfrm>
          <a:prstGeom prst="rect">
            <a:avLst/>
          </a:prstGeom>
        </p:spPr>
        <p:txBody>
          <a:bodyPr>
            <a:normAutofit/>
          </a:bodyPr>
          <a:lstStyle>
            <a:lvl1pPr marL="169227" indent="-169227">
              <a:defRPr lang="en-US" sz="1351" kern="1200" dirty="0" smtClean="0">
                <a:solidFill>
                  <a:schemeClr val="tx1"/>
                </a:solidFill>
                <a:latin typeface="+mj-lt"/>
                <a:ea typeface="+mn-ea"/>
                <a:cs typeface="+mn-cs"/>
              </a:defRPr>
            </a:lvl1pPr>
            <a:lvl2pPr marL="431409" indent="-173993">
              <a:defRPr lang="en-US" sz="1201" kern="1200" dirty="0" smtClean="0">
                <a:solidFill>
                  <a:schemeClr val="tx1"/>
                </a:solidFill>
                <a:latin typeface="+mj-lt"/>
                <a:ea typeface="+mn-ea"/>
                <a:cs typeface="+mn-cs"/>
              </a:defRPr>
            </a:lvl2pPr>
            <a:lvl3pPr marL="686440" indent="-169227">
              <a:defRPr lang="en-US" sz="1051" kern="1200" dirty="0" smtClean="0">
                <a:solidFill>
                  <a:schemeClr val="tx1"/>
                </a:solidFill>
                <a:latin typeface="+mj-lt"/>
                <a:ea typeface="+mn-ea"/>
                <a:cs typeface="+mn-cs"/>
              </a:defRPr>
            </a:lvl3pPr>
            <a:lvl4pPr marL="939088" indent="-171610">
              <a:defRPr lang="en-US" sz="901" kern="1200" dirty="0" smtClean="0">
                <a:solidFill>
                  <a:schemeClr val="tx1"/>
                </a:solidFill>
                <a:latin typeface="+mj-lt"/>
                <a:ea typeface="+mn-ea"/>
                <a:cs typeface="+mn-cs"/>
              </a:defRPr>
            </a:lvl4pPr>
            <a:lvl5pPr marL="1206037" indent="-171610">
              <a:defRPr lang="en-US" sz="826" kern="1200" dirty="0">
                <a:solidFill>
                  <a:schemeClr val="tx1"/>
                </a:solidFill>
                <a:latin typeface="+mj-lt"/>
                <a:ea typeface="+mn-ea"/>
                <a:cs typeface="+mn-cs"/>
              </a:defRPr>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B29675FC-7770-AF01-3B5C-81A36E3A729A}"/>
              </a:ext>
            </a:extLst>
          </p:cNvPr>
          <p:cNvSpPr>
            <a:spLocks noGrp="1"/>
          </p:cNvSpPr>
          <p:nvPr>
            <p:ph type="dt" sz="half" idx="10"/>
          </p:nvPr>
        </p:nvSpPr>
        <p:spPr/>
        <p:txBody>
          <a:bodyPr/>
          <a:lstStyle>
            <a:lvl1pPr>
              <a:defRPr/>
            </a:lvl1pPr>
          </a:lstStyle>
          <a:p>
            <a:pPr>
              <a:defRPr/>
            </a:pPr>
            <a:r>
              <a:t>September 2013</a:t>
            </a:r>
          </a:p>
        </p:txBody>
      </p:sp>
      <p:sp>
        <p:nvSpPr>
          <p:cNvPr id="6" name="Footer Placeholder 4">
            <a:extLst>
              <a:ext uri="{FF2B5EF4-FFF2-40B4-BE49-F238E27FC236}">
                <a16:creationId xmlns:a16="http://schemas.microsoft.com/office/drawing/2014/main" id="{F3836D9B-2914-1CD2-08B0-E229250E3B4E}"/>
              </a:ext>
            </a:extLst>
          </p:cNvPr>
          <p:cNvSpPr>
            <a:spLocks noGrp="1"/>
          </p:cNvSpPr>
          <p:nvPr>
            <p:ph type="ftr" sz="quarter" idx="11"/>
          </p:nvPr>
        </p:nvSpPr>
        <p:spPr/>
        <p:txBody>
          <a:bodyPr/>
          <a:lstStyle>
            <a:lvl1pPr>
              <a:defRPr/>
            </a:lvl1pPr>
          </a:lstStyle>
          <a:p>
            <a:pPr>
              <a:defRPr/>
            </a:pPr>
            <a:r>
              <a:t>Confidential -- Prepared by Hitachi Consulting for GameStop</a:t>
            </a:r>
          </a:p>
        </p:txBody>
      </p:sp>
      <p:sp>
        <p:nvSpPr>
          <p:cNvPr id="7" name="Slide Number Placeholder 5">
            <a:extLst>
              <a:ext uri="{FF2B5EF4-FFF2-40B4-BE49-F238E27FC236}">
                <a16:creationId xmlns:a16="http://schemas.microsoft.com/office/drawing/2014/main" id="{60DECF12-3DF9-C60D-4076-3E4CC0AF67D0}"/>
              </a:ext>
            </a:extLst>
          </p:cNvPr>
          <p:cNvSpPr>
            <a:spLocks noGrp="1"/>
          </p:cNvSpPr>
          <p:nvPr>
            <p:ph type="sldNum" sz="quarter" idx="12"/>
          </p:nvPr>
        </p:nvSpPr>
        <p:spPr/>
        <p:txBody>
          <a:bodyPr/>
          <a:lstStyle>
            <a:lvl1pPr>
              <a:defRPr/>
            </a:lvl1pPr>
          </a:lstStyle>
          <a:p>
            <a:fld id="{6CDE1FA9-061C-49DD-AE32-22F9B013B63A}" type="slidenum">
              <a:rPr lang="en-US" altLang="en-US"/>
              <a:pPr/>
              <a:t>‹#›</a:t>
            </a:fld>
            <a:endParaRPr lang="en-US" altLang="en-US"/>
          </a:p>
        </p:txBody>
      </p:sp>
    </p:spTree>
    <p:extLst>
      <p:ext uri="{BB962C8B-B14F-4D97-AF65-F5344CB8AC3E}">
        <p14:creationId xmlns:p14="http://schemas.microsoft.com/office/powerpoint/2010/main" val="3324188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21" Type="http://schemas.openxmlformats.org/officeDocument/2006/relationships/image" Target="../media/image6.png"/><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1154637" y="2066191"/>
            <a:ext cx="10440000" cy="1440000"/>
          </a:xfrm>
          <a:prstGeom prst="rect">
            <a:avLst/>
          </a:prstGeom>
        </p:spPr>
        <p:txBody>
          <a:bodyPr vert="horz" lIns="91440" tIns="45720" rIns="91440" bIns="45720" rtlCol="0" anchor="t">
            <a:noAutofit/>
          </a:bodyPr>
          <a:lstStyle/>
          <a:p>
            <a:r>
              <a:rPr lang="fr-FR" noProof="0" dirty="0"/>
              <a:t>Modifiez le style du titre</a:t>
            </a:r>
            <a:endParaRPr lang="en-US" noProof="0" dirty="0"/>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1154637" y="3042548"/>
            <a:ext cx="10440000" cy="2412102"/>
          </a:xfrm>
          <a:prstGeom prst="rect">
            <a:avLst/>
          </a:prstGeom>
        </p:spPr>
        <p:txBody>
          <a:bodyPr vert="horz" lIns="91440" tIns="45720" rIns="91440" bIns="45720" rtlCol="0">
            <a:no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en-US" noProof="0" dirty="0"/>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4776000" y="6562800"/>
            <a:ext cx="2640000" cy="216000"/>
          </a:xfrm>
          <a:prstGeom prst="rect">
            <a:avLst/>
          </a:prstGeom>
        </p:spPr>
        <p:txBody>
          <a:bodyPr vert="horz" lIns="91440" tIns="45720" rIns="91440" bIns="45720" rtlCol="0" anchor="ctr">
            <a:noAutofit/>
          </a:bodyPr>
          <a:lstStyle>
            <a:lvl1pPr algn="ctr">
              <a:defRPr sz="1000" b="0" cap="all" baseline="0">
                <a:solidFill>
                  <a:schemeClr val="bg1"/>
                </a:solidFill>
                <a:latin typeface="+mj-lt"/>
              </a:defRPr>
            </a:lvl1pPr>
          </a:lstStyle>
          <a:p>
            <a:endParaRPr lang="en-US" dirty="0">
              <a:latin typeface="+mj-lt"/>
            </a:endParaRPr>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01601" y="6562800"/>
            <a:ext cx="4080000" cy="216000"/>
          </a:xfrm>
          <a:prstGeom prst="rect">
            <a:avLst/>
          </a:prstGeom>
        </p:spPr>
        <p:txBody>
          <a:bodyPr vert="horz" lIns="91440" tIns="45720" rIns="91440" bIns="45720" rtlCol="0" anchor="ctr">
            <a:noAutofit/>
          </a:bodyPr>
          <a:lstStyle>
            <a:lvl1pPr algn="l">
              <a:defRPr sz="800">
                <a:solidFill>
                  <a:schemeClr val="bg1"/>
                </a:solidFill>
                <a:latin typeface="+mn-lt"/>
              </a:defRPr>
            </a:lvl1pPr>
          </a:lstStyle>
          <a:p>
            <a:endParaRPr lang="en-US" dirty="0"/>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370399" y="6562800"/>
            <a:ext cx="720000" cy="216000"/>
          </a:xfrm>
          <a:prstGeom prst="rect">
            <a:avLst/>
          </a:prstGeom>
        </p:spPr>
        <p:txBody>
          <a:bodyPr vert="horz" lIns="91440" tIns="45720" rIns="91440" bIns="45720" rtlCol="0" anchor="ctr">
            <a:noAutofit/>
          </a:bodyPr>
          <a:lstStyle>
            <a:lvl1pPr algn="r">
              <a:defRPr sz="800">
                <a:solidFill>
                  <a:schemeClr val="bg1"/>
                </a:solidFill>
                <a:latin typeface="+mn-lt"/>
              </a:defRPr>
            </a:lvl1pPr>
          </a:lstStyle>
          <a:p>
            <a:fld id="{975A587B-5814-4D9B-9598-FE9CB954CB01}" type="slidenum">
              <a:rPr lang="en-US" smtClean="0"/>
              <a:pPr/>
              <a:t>‹#›</a:t>
            </a:fld>
            <a:endParaRPr lang="en-US" dirty="0"/>
          </a:p>
        </p:txBody>
      </p:sp>
    </p:spTree>
    <p:extLst>
      <p:ext uri="{BB962C8B-B14F-4D97-AF65-F5344CB8AC3E}">
        <p14:creationId xmlns:p14="http://schemas.microsoft.com/office/powerpoint/2010/main" val="348741771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76" r:id="rId3"/>
    <p:sldLayoutId id="2147483741" r:id="rId4"/>
    <p:sldLayoutId id="2147483674" r:id="rId5"/>
    <p:sldLayoutId id="2147483742" r:id="rId6"/>
    <p:sldLayoutId id="2147483677" r:id="rId7"/>
  </p:sldLayoutIdLst>
  <p:hf hdr="0"/>
  <p:txStyles>
    <p:titleStyle>
      <a:lvl1pPr algn="l" defTabSz="685800" rtl="0" eaLnBrk="1" latinLnBrk="0" hangingPunct="1">
        <a:lnSpc>
          <a:spcPct val="95000"/>
        </a:lnSpc>
        <a:spcBef>
          <a:spcPct val="0"/>
        </a:spcBef>
        <a:buNone/>
        <a:defRPr sz="4700" kern="1200" cap="all" baseline="0">
          <a:solidFill>
            <a:schemeClr val="bg1"/>
          </a:solidFill>
          <a:latin typeface="+mn-lt"/>
          <a:ea typeface="+mj-ea"/>
          <a:cs typeface="+mj-cs"/>
        </a:defRPr>
      </a:lvl1pPr>
    </p:titleStyle>
    <p:bodyStyle>
      <a:lvl1pPr marL="0" indent="0" algn="l" defTabSz="685800" rtl="0" eaLnBrk="1" latinLnBrk="0" hangingPunct="1">
        <a:lnSpc>
          <a:spcPct val="105000"/>
        </a:lnSpc>
        <a:spcBef>
          <a:spcPts val="0"/>
        </a:spcBef>
        <a:buFont typeface="+mj-lt"/>
        <a:buNone/>
        <a:defRPr sz="2500" b="0" kern="1200" cap="none" baseline="0">
          <a:solidFill>
            <a:schemeClr val="bg1"/>
          </a:solidFill>
          <a:latin typeface="+mn-lt"/>
          <a:ea typeface="+mn-ea"/>
          <a:cs typeface="+mn-cs"/>
        </a:defRPr>
      </a:lvl1pPr>
      <a:lvl2pPr marL="216000" indent="-216000" algn="l" defTabSz="685800" rtl="0" eaLnBrk="1" latinLnBrk="0" hangingPunct="1">
        <a:lnSpc>
          <a:spcPct val="105000"/>
        </a:lnSpc>
        <a:spcBef>
          <a:spcPts val="0"/>
        </a:spcBef>
        <a:buFont typeface="Arial" panose="020B0604020202020204" pitchFamily="34" charset="0"/>
        <a:buChar char="•"/>
        <a:defRPr sz="2500" kern="1200">
          <a:solidFill>
            <a:schemeClr val="bg1"/>
          </a:solidFill>
          <a:latin typeface="+mn-lt"/>
          <a:ea typeface="+mn-ea"/>
          <a:cs typeface="+mn-cs"/>
        </a:defRPr>
      </a:lvl2pPr>
      <a:lvl3pPr marL="0" indent="0" algn="l" defTabSz="685800" rtl="0" eaLnBrk="1" latinLnBrk="0" hangingPunct="1">
        <a:lnSpc>
          <a:spcPct val="105000"/>
        </a:lnSpc>
        <a:spcBef>
          <a:spcPts val="0"/>
        </a:spcBef>
        <a:buSzPct val="120000"/>
        <a:buFont typeface="Encode Sans" pitchFamily="2" charset="0"/>
        <a:buNone/>
        <a:defRPr sz="1500" b="0" kern="1200">
          <a:solidFill>
            <a:schemeClr val="bg1"/>
          </a:solidFill>
          <a:latin typeface="+mn-lt"/>
          <a:ea typeface="+mn-ea"/>
          <a:cs typeface="+mn-cs"/>
        </a:defRPr>
      </a:lvl3pPr>
      <a:lvl4pPr marL="0" indent="-180000" algn="l" defTabSz="685800" rtl="0" eaLnBrk="1" latinLnBrk="0" hangingPunct="1">
        <a:lnSpc>
          <a:spcPct val="105000"/>
        </a:lnSpc>
        <a:spcBef>
          <a:spcPts val="0"/>
        </a:spcBef>
        <a:buFont typeface="Arial" panose="020B0604020202020204" pitchFamily="34" charset="0"/>
        <a:buChar char="•"/>
        <a:defRPr sz="1500" kern="1200">
          <a:solidFill>
            <a:schemeClr val="bg1"/>
          </a:solidFill>
          <a:latin typeface="+mn-lt"/>
          <a:ea typeface="+mn-ea"/>
          <a:cs typeface="+mn-cs"/>
        </a:defRPr>
      </a:lvl4pPr>
      <a:lvl5pPr marL="0" indent="0" algn="l" defTabSz="685800" rtl="0" eaLnBrk="1" latinLnBrk="0" hangingPunct="1">
        <a:lnSpc>
          <a:spcPct val="105000"/>
        </a:lnSpc>
        <a:spcBef>
          <a:spcPts val="0"/>
        </a:spcBef>
        <a:buFont typeface="Arial" panose="020B0604020202020204" pitchFamily="34" charset="0"/>
        <a:buNone/>
        <a:defRPr sz="13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45081" y="1535088"/>
            <a:ext cx="10800000" cy="864000"/>
          </a:xfrm>
          <a:prstGeom prst="rect">
            <a:avLst/>
          </a:prstGeom>
        </p:spPr>
        <p:txBody>
          <a:bodyPr vert="horz" lIns="91440" tIns="45720" rIns="91440" bIns="45720" rtlCol="0" anchor="t">
            <a:noAutofit/>
          </a:bodyPr>
          <a:lstStyle/>
          <a:p>
            <a:r>
              <a:rPr lang="en-US" noProof="0" dirty="0"/>
              <a:t>Click to edit Master title style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45081" y="2624771"/>
            <a:ext cx="10800000" cy="3600000"/>
          </a:xfrm>
          <a:prstGeom prst="rect">
            <a:avLst/>
          </a:prstGeom>
        </p:spPr>
        <p:txBody>
          <a:bodyPr vert="horz" lIns="91440" tIns="45720" rIns="91440" bIns="4572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546100" y="6489701"/>
            <a:ext cx="1288737" cy="216000"/>
          </a:xfrm>
          <a:prstGeom prst="rect">
            <a:avLst/>
          </a:prstGeom>
        </p:spPr>
        <p:txBody>
          <a:bodyPr vert="horz" lIns="91440" tIns="45720" rIns="91440" bIns="45720" rtlCol="0" anchor="ctr">
            <a:noAutofit/>
          </a:bodyPr>
          <a:lstStyle>
            <a:lvl1pPr algn="l">
              <a:defRPr sz="900" b="0">
                <a:solidFill>
                  <a:schemeClr val="tx2"/>
                </a:solidFill>
                <a:latin typeface="+mn-lt"/>
              </a:defRPr>
            </a:lvl1pPr>
          </a:lstStyle>
          <a:p>
            <a:endParaRPr lang="en-US" dirty="0"/>
          </a:p>
        </p:txBody>
      </p:sp>
      <p:sp>
        <p:nvSpPr>
          <p:cNvPr id="5" name="Espace réservé du pied de page 4">
            <a:extLst>
              <a:ext uri="{FF2B5EF4-FFF2-40B4-BE49-F238E27FC236}">
                <a16:creationId xmlns:a16="http://schemas.microsoft.com/office/drawing/2014/main" id="{16B74129-F7BE-4703-924F-ACEA71B2544C}"/>
              </a:ext>
            </a:extLst>
          </p:cNvPr>
          <p:cNvSpPr>
            <a:spLocks noGrp="1"/>
          </p:cNvSpPr>
          <p:nvPr>
            <p:ph type="ftr" sz="quarter" idx="3"/>
          </p:nvPr>
        </p:nvSpPr>
        <p:spPr>
          <a:xfrm>
            <a:off x="1834837" y="6489701"/>
            <a:ext cx="2838764" cy="216000"/>
          </a:xfrm>
          <a:prstGeom prst="rect">
            <a:avLst/>
          </a:prstGeom>
        </p:spPr>
        <p:txBody>
          <a:bodyPr vert="horz" lIns="91440" tIns="45720" rIns="91440" bIns="45720" rtlCol="0" anchor="ctr">
            <a:noAutofit/>
          </a:bodyPr>
          <a:lstStyle>
            <a:lvl1pPr algn="l">
              <a:defRPr sz="900" b="0">
                <a:solidFill>
                  <a:schemeClr val="tx2"/>
                </a:solidFill>
                <a:latin typeface="+mn-lt"/>
              </a:defRPr>
            </a:lvl1pPr>
          </a:lstStyle>
          <a:p>
            <a:endParaRPr lang="en-US" dirty="0"/>
          </a:p>
        </p:txBody>
      </p:sp>
      <p:pic>
        <p:nvPicPr>
          <p:cNvPr id="9" name="Picture 8" descr="Text&#10;&#10;Description automatically generated">
            <a:extLst>
              <a:ext uri="{FF2B5EF4-FFF2-40B4-BE49-F238E27FC236}">
                <a16:creationId xmlns:a16="http://schemas.microsoft.com/office/drawing/2014/main" id="{E9189E7E-002A-45E4-8AB6-64269A0A2F81}"/>
              </a:ext>
            </a:extLst>
          </p:cNvPr>
          <p:cNvPicPr>
            <a:picLocks noChangeAspect="1"/>
          </p:cNvPicPr>
          <p:nvPr userDrawn="1"/>
        </p:nvPicPr>
        <p:blipFill>
          <a:blip r:embed="rId21"/>
          <a:stretch>
            <a:fillRect/>
          </a:stretch>
        </p:blipFill>
        <p:spPr>
          <a:xfrm>
            <a:off x="9928551" y="175351"/>
            <a:ext cx="1901952" cy="782285"/>
          </a:xfrm>
          <a:prstGeom prst="rect">
            <a:avLst/>
          </a:prstGeom>
        </p:spPr>
      </p:pic>
      <p:sp>
        <p:nvSpPr>
          <p:cNvPr id="7" name="Espace réservé du pied de page 4">
            <a:extLst>
              <a:ext uri="{FF2B5EF4-FFF2-40B4-BE49-F238E27FC236}">
                <a16:creationId xmlns:a16="http://schemas.microsoft.com/office/drawing/2014/main" id="{0A10D6EE-E036-1314-CCB1-8E7A25C89DF1}"/>
              </a:ext>
            </a:extLst>
          </p:cNvPr>
          <p:cNvSpPr txBox="1">
            <a:spLocks/>
          </p:cNvSpPr>
          <p:nvPr userDrawn="1"/>
        </p:nvSpPr>
        <p:spPr>
          <a:xfrm>
            <a:off x="4567877" y="6489701"/>
            <a:ext cx="2838764" cy="216000"/>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900" b="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0" i="0" dirty="0">
                <a:solidFill>
                  <a:schemeClr val="bg1">
                    <a:lumMod val="75000"/>
                  </a:schemeClr>
                </a:solidFill>
                <a:latin typeface="Encode Sans SemiCondensed Medium" pitchFamily="2" charset="77"/>
              </a:rPr>
              <a:t>CONFIDENTIAL</a:t>
            </a:r>
          </a:p>
        </p:txBody>
      </p:sp>
      <p:sp>
        <p:nvSpPr>
          <p:cNvPr id="10" name="Slide Number Placeholder 9">
            <a:extLst>
              <a:ext uri="{FF2B5EF4-FFF2-40B4-BE49-F238E27FC236}">
                <a16:creationId xmlns:a16="http://schemas.microsoft.com/office/drawing/2014/main" id="{3D60303F-50ED-FE01-BC8E-3965A4FB620F}"/>
              </a:ext>
            </a:extLst>
          </p:cNvPr>
          <p:cNvSpPr>
            <a:spLocks noGrp="1"/>
          </p:cNvSpPr>
          <p:nvPr>
            <p:ph type="sldNum" sz="quarter" idx="4"/>
          </p:nvPr>
        </p:nvSpPr>
        <p:spPr>
          <a:xfrm>
            <a:off x="8156601" y="6356350"/>
            <a:ext cx="3651199"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CD6E0B1-2721-2A4A-A2E1-12ABC90E50CC}" type="slidenum">
              <a:rPr lang="en-US" smtClean="0"/>
              <a:pPr/>
              <a:t>‹#›</a:t>
            </a:fld>
            <a:endParaRPr lang="en-US" dirty="0"/>
          </a:p>
        </p:txBody>
      </p:sp>
    </p:spTree>
    <p:extLst>
      <p:ext uri="{BB962C8B-B14F-4D97-AF65-F5344CB8AC3E}">
        <p14:creationId xmlns:p14="http://schemas.microsoft.com/office/powerpoint/2010/main" val="1320363147"/>
      </p:ext>
    </p:extLst>
  </p:cSld>
  <p:clrMap bg1="lt1" tx1="dk1" bg2="lt2" tx2="dk2" accent1="accent1" accent2="accent2" accent3="accent3" accent4="accent4" accent5="accent5" accent6="accent6" hlink="hlink" folHlink="folHlink"/>
  <p:sldLayoutIdLst>
    <p:sldLayoutId id="2147483745" r:id="rId1"/>
    <p:sldLayoutId id="2147483761" r:id="rId2"/>
    <p:sldLayoutId id="2147483747" r:id="rId3"/>
    <p:sldLayoutId id="2147483746"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60" r:id="rId15"/>
    <p:sldLayoutId id="2147483762" r:id="rId16"/>
    <p:sldLayoutId id="2147483763" r:id="rId17"/>
    <p:sldLayoutId id="2147483764" r:id="rId18"/>
    <p:sldLayoutId id="2147483765" r:id="rId19"/>
  </p:sldLayoutIdLst>
  <p:hf hdr="0"/>
  <p:txStyles>
    <p:titleStyle>
      <a:lvl1pPr algn="l" defTabSz="685800" rtl="0" eaLnBrk="1" latinLnBrk="0" hangingPunct="1">
        <a:lnSpc>
          <a:spcPct val="95000"/>
        </a:lnSpc>
        <a:spcBef>
          <a:spcPct val="0"/>
        </a:spcBef>
        <a:buNone/>
        <a:defRPr sz="2600" b="0" kern="1200" cap="all" baseline="0">
          <a:solidFill>
            <a:schemeClr val="tx2"/>
          </a:solidFill>
          <a:latin typeface="+mj-lt"/>
          <a:ea typeface="+mj-ea"/>
          <a:cs typeface="+mj-cs"/>
        </a:defRPr>
      </a:lvl1pPr>
    </p:titleStyle>
    <p:bodyStyle>
      <a:lvl1pPr marL="0" indent="0" algn="l" defTabSz="685800" rtl="0" eaLnBrk="1" latinLnBrk="0" hangingPunct="1">
        <a:lnSpc>
          <a:spcPct val="105000"/>
        </a:lnSpc>
        <a:spcBef>
          <a:spcPts val="0"/>
        </a:spcBef>
        <a:buFont typeface="Arial" panose="020B0604020202020204" pitchFamily="34" charset="0"/>
        <a:buNone/>
        <a:defRPr sz="1600" b="0" kern="1200">
          <a:solidFill>
            <a:schemeClr val="tx2"/>
          </a:solidFill>
          <a:latin typeface="+mj-lt"/>
          <a:ea typeface="+mn-ea"/>
          <a:cs typeface="+mn-cs"/>
        </a:defRPr>
      </a:lvl1pPr>
      <a:lvl2pPr marL="216000" indent="-216000" algn="l" defTabSz="685800" rtl="0" eaLnBrk="1" latinLnBrk="0" hangingPunct="1">
        <a:lnSpc>
          <a:spcPct val="105000"/>
        </a:lnSpc>
        <a:spcBef>
          <a:spcPts val="700"/>
        </a:spcBef>
        <a:buClr>
          <a:schemeClr val="tx2"/>
        </a:buClr>
        <a:buFont typeface="Arial" panose="020B0604020202020204" pitchFamily="34" charset="0"/>
        <a:buChar char="•"/>
        <a:defRPr sz="1600" kern="1200">
          <a:solidFill>
            <a:schemeClr val="tx2"/>
          </a:solidFill>
          <a:latin typeface="+mn-lt"/>
          <a:ea typeface="+mn-ea"/>
          <a:cs typeface="+mn-cs"/>
        </a:defRPr>
      </a:lvl2pPr>
      <a:lvl3pPr marL="216000" indent="0" algn="l" defTabSz="685800" rtl="0" eaLnBrk="1" latinLnBrk="0" hangingPunct="1">
        <a:lnSpc>
          <a:spcPct val="105000"/>
        </a:lnSpc>
        <a:spcBef>
          <a:spcPts val="700"/>
        </a:spcBef>
        <a:buClr>
          <a:schemeClr val="tx2"/>
        </a:buClr>
        <a:buSzPct val="120000"/>
        <a:buFont typeface="Encode Sans" pitchFamily="2" charset="0"/>
        <a:buNone/>
        <a:defRPr sz="1400" b="0" kern="1200">
          <a:solidFill>
            <a:schemeClr val="accent1"/>
          </a:solidFill>
          <a:latin typeface="+mn-lt"/>
          <a:ea typeface="+mn-ea"/>
          <a:cs typeface="+mn-cs"/>
        </a:defRPr>
      </a:lvl3pPr>
      <a:lvl4pPr marL="216000" indent="0" algn="l" defTabSz="685800" rtl="0" eaLnBrk="1" latinLnBrk="0" hangingPunct="1">
        <a:lnSpc>
          <a:spcPct val="105000"/>
        </a:lnSpc>
        <a:spcBef>
          <a:spcPts val="400"/>
        </a:spcBef>
        <a:buClr>
          <a:schemeClr val="tx2"/>
        </a:buClr>
        <a:buFont typeface="Encode Sans" pitchFamily="2" charset="0"/>
        <a:buNone/>
        <a:defRPr sz="1400" b="0" kern="1200">
          <a:solidFill>
            <a:schemeClr val="accent1"/>
          </a:solidFill>
          <a:latin typeface="+mj-lt"/>
          <a:ea typeface="+mn-ea"/>
          <a:cs typeface="+mn-cs"/>
        </a:defRPr>
      </a:lvl4pPr>
      <a:lvl5pPr marL="360000" indent="-144000" algn="l" defTabSz="685800" rtl="0" eaLnBrk="1" latinLnBrk="0" hangingPunct="1">
        <a:lnSpc>
          <a:spcPct val="105000"/>
        </a:lnSpc>
        <a:spcBef>
          <a:spcPts val="400"/>
        </a:spcBef>
        <a:buClr>
          <a:schemeClr val="tx2"/>
        </a:buClr>
        <a:buFont typeface="Arial" panose="020B0604020202020204" pitchFamily="34" charset="0"/>
        <a:buChar char="•"/>
        <a:defRPr sz="14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lucid.app/lucidchart/356752bb-4f7e-47fb-9d30-e26d35d1573a/edit?invitationId=inv_1a65fe7c-87ea-41c8-ba25-d9339c2e10b2&amp;page=0_0" TargetMode="Externa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hyperlink" Target="https://lucid.app/lucidchart/52371bba-2c99-4e09-b52c-77d319d8d381/edit?invitationId=inv_06935f10-495c-4190-b4b9-946ba01faa2a&amp;page=0_0" TargetMode="External"/><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D9_1AC9E3F7.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BD4CA60-16AB-AF25-A72A-0830BF2412F9}"/>
              </a:ext>
            </a:extLst>
          </p:cNvPr>
          <p:cNvSpPr>
            <a:spLocks noGrp="1"/>
          </p:cNvSpPr>
          <p:nvPr>
            <p:ph type="ctrTitle"/>
          </p:nvPr>
        </p:nvSpPr>
        <p:spPr/>
        <p:txBody>
          <a:bodyPr/>
          <a:lstStyle/>
          <a:p>
            <a:pPr algn="ctr"/>
            <a:r>
              <a:rPr lang="en-US" dirty="0"/>
              <a:t>Enterprise Architecture Review BOARD </a:t>
            </a:r>
          </a:p>
        </p:txBody>
      </p:sp>
      <p:sp>
        <p:nvSpPr>
          <p:cNvPr id="11" name="Subtitle 10">
            <a:extLst>
              <a:ext uri="{FF2B5EF4-FFF2-40B4-BE49-F238E27FC236}">
                <a16:creationId xmlns:a16="http://schemas.microsoft.com/office/drawing/2014/main" id="{975B06C5-68AD-1DFC-87BE-9C42F00B2331}"/>
              </a:ext>
            </a:extLst>
          </p:cNvPr>
          <p:cNvSpPr>
            <a:spLocks noGrp="1"/>
          </p:cNvSpPr>
          <p:nvPr>
            <p:ph type="subTitle" idx="1"/>
          </p:nvPr>
        </p:nvSpPr>
        <p:spPr/>
        <p:txBody>
          <a:bodyPr/>
          <a:lstStyle/>
          <a:p>
            <a:r>
              <a:rPr lang="en-US" dirty="0"/>
              <a:t>Program Name: Remarketing Decision Modeler</a:t>
            </a:r>
          </a:p>
        </p:txBody>
      </p:sp>
      <p:sp>
        <p:nvSpPr>
          <p:cNvPr id="6" name="Slide Number Placeholder 5">
            <a:extLst>
              <a:ext uri="{FF2B5EF4-FFF2-40B4-BE49-F238E27FC236}">
                <a16:creationId xmlns:a16="http://schemas.microsoft.com/office/drawing/2014/main" id="{46A36C16-E378-1A88-4591-D79CD9C85C24}"/>
              </a:ext>
            </a:extLst>
          </p:cNvPr>
          <p:cNvSpPr>
            <a:spLocks noGrp="1"/>
          </p:cNvSpPr>
          <p:nvPr>
            <p:ph type="sldNum" sz="quarter" idx="12"/>
          </p:nvPr>
        </p:nvSpPr>
        <p:spPr/>
        <p:txBody>
          <a:bodyPr/>
          <a:lstStyle/>
          <a:p>
            <a:fld id="{E6F8DE9A-7219-F94A-A75F-5F0BFCB497DF}" type="slidenum">
              <a:rPr lang="en-US" smtClean="0"/>
              <a:pPr/>
              <a:t>1</a:t>
            </a:fld>
            <a:endParaRPr lang="en-US" dirty="0"/>
          </a:p>
        </p:txBody>
      </p:sp>
    </p:spTree>
    <p:extLst>
      <p:ext uri="{BB962C8B-B14F-4D97-AF65-F5344CB8AC3E}">
        <p14:creationId xmlns:p14="http://schemas.microsoft.com/office/powerpoint/2010/main" val="209615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5CD420-72C5-B873-EB48-38903CEB8DE8}"/>
              </a:ext>
            </a:extLst>
          </p:cNvPr>
          <p:cNvSpPr>
            <a:spLocks noGrp="1"/>
          </p:cNvSpPr>
          <p:nvPr>
            <p:ph type="body" idx="1"/>
          </p:nvPr>
        </p:nvSpPr>
        <p:spPr/>
        <p:txBody>
          <a:bodyPr/>
          <a:lstStyle/>
          <a:p>
            <a:r>
              <a:rPr lang="en-US" dirty="0"/>
              <a:t>Enterprise Architecture</a:t>
            </a:r>
          </a:p>
        </p:txBody>
      </p:sp>
      <p:sp>
        <p:nvSpPr>
          <p:cNvPr id="3" name="Text Placeholder 2">
            <a:extLst>
              <a:ext uri="{FF2B5EF4-FFF2-40B4-BE49-F238E27FC236}">
                <a16:creationId xmlns:a16="http://schemas.microsoft.com/office/drawing/2014/main" id="{21C3915E-0523-449D-C4DF-FFBFC426EC2B}"/>
              </a:ext>
            </a:extLst>
          </p:cNvPr>
          <p:cNvSpPr>
            <a:spLocks noGrp="1"/>
          </p:cNvSpPr>
          <p:nvPr>
            <p:ph type="body" sz="quarter" idx="13"/>
          </p:nvPr>
        </p:nvSpPr>
        <p:spPr>
          <a:xfrm>
            <a:off x="536399" y="1661835"/>
            <a:ext cx="11163475" cy="4592316"/>
          </a:xfrm>
        </p:spPr>
        <p:txBody>
          <a:bodyPr/>
          <a:lstStyle/>
          <a:p>
            <a:pPr marL="285750" indent="-285750">
              <a:buFont typeface="Wingdings" panose="05000000000000000000" pitchFamily="2" charset="2"/>
              <a:buChar char="Ø"/>
            </a:pPr>
            <a:r>
              <a:rPr lang="en-US" sz="1200" dirty="0">
                <a:latin typeface="+mn-lt"/>
                <a:cs typeface="Arial" panose="020B0604020202020204" pitchFamily="34" charset="0"/>
              </a:rPr>
              <a:t>The Architecture Review Board (ARB) ensures all technology solutions align with the organization’s strategic goals, architectural policy frameworks, principles, standards, security policies, and best practices. The ARB evaluates proposed projects and solutions, provides guidance, and ensures consistency across IT initiatives to minimize risks, reduce redundancy, facilitate scalability, re-use, convergence and optimize investments.</a:t>
            </a:r>
          </a:p>
          <a:p>
            <a:pPr marL="285750" indent="-285750">
              <a:buFont typeface="Wingdings" panose="05000000000000000000" pitchFamily="2" charset="2"/>
              <a:buChar char="Ø"/>
            </a:pPr>
            <a:r>
              <a:rPr lang="en-US" sz="1200" dirty="0">
                <a:latin typeface="+mn-lt"/>
                <a:cs typeface="Arial" panose="020B0604020202020204" pitchFamily="34" charset="0"/>
              </a:rPr>
              <a:t>The ARB also ensures technology standards are reviewed to remain current and relevant to the organization, as well as assess requests for new technology tools, services, and processes related to the creation, deployment, and management of solutions.</a:t>
            </a:r>
          </a:p>
          <a:p>
            <a:pPr marL="285750" indent="-285750">
              <a:buFont typeface="Wingdings" panose="05000000000000000000" pitchFamily="2" charset="2"/>
              <a:buChar char="Ø"/>
            </a:pPr>
            <a:r>
              <a:rPr lang="en-US" sz="1200" dirty="0">
                <a:latin typeface="+mn-lt"/>
                <a:cs typeface="Arial" panose="020B0604020202020204" pitchFamily="34" charset="0"/>
              </a:rPr>
              <a:t>The term Standards is broad in scope and intended to constrain design and development choices and practices to minimize cost, complexity, risk, and improve speed of delivery. It includes but is not limited to design patterns, development and testing practices, tools, platforms, services, and processes used to build, deploy, and manage solutions.</a:t>
            </a:r>
          </a:p>
          <a:p>
            <a:pPr marL="577850" lvl="1" indent="-234950" defTabSz="686440" fontAlgn="auto">
              <a:lnSpc>
                <a:spcPct val="150000"/>
              </a:lnSpc>
              <a:spcBef>
                <a:spcPct val="0"/>
              </a:spcBef>
              <a:spcAft>
                <a:spcPts val="0"/>
              </a:spcAft>
              <a:buClr>
                <a:srgbClr val="000000"/>
              </a:buClr>
              <a:buSzPct val="100000"/>
              <a:buFont typeface="Arial" panose="020B0604020202020204" pitchFamily="34" charset="0"/>
              <a:buChar char="•"/>
              <a:defRPr/>
            </a:pPr>
            <a:endParaRPr lang="en-US" altLang="en-US" sz="1200" dirty="0"/>
          </a:p>
          <a:p>
            <a:r>
              <a:rPr lang="en-CA" sz="1200" b="1" dirty="0">
                <a:latin typeface="+mn-lt"/>
                <a:cs typeface="Arial" panose="020B0604020202020204" pitchFamily="34" charset="0"/>
              </a:rPr>
              <a:t>Objectives</a:t>
            </a:r>
            <a:endParaRPr lang="en-US" sz="1200" b="1" dirty="0">
              <a:latin typeface="+mn-lt"/>
              <a:cs typeface="Arial" panose="020B0604020202020204" pitchFamily="34" charset="0"/>
            </a:endParaRPr>
          </a:p>
          <a:p>
            <a:pPr marL="171450" lvl="0" indent="-171450">
              <a:buFont typeface="Wingdings" panose="05000000000000000000" pitchFamily="2" charset="2"/>
              <a:buChar char="ü"/>
            </a:pPr>
            <a:r>
              <a:rPr lang="en-CA" sz="1200" b="1" dirty="0">
                <a:latin typeface="+mn-lt"/>
                <a:cs typeface="Arial" panose="020B0604020202020204" pitchFamily="34" charset="0"/>
              </a:rPr>
              <a:t>Alignment</a:t>
            </a:r>
            <a:r>
              <a:rPr lang="en-CA" sz="1200" dirty="0">
                <a:latin typeface="+mn-lt"/>
                <a:cs typeface="Arial" panose="020B0604020202020204" pitchFamily="34" charset="0"/>
              </a:rPr>
              <a:t>: Ensure IT solutions adhere to enterprise architecture policy, frameworks, goals, principles, standards and business objectives.</a:t>
            </a:r>
            <a:endParaRPr lang="en-US" sz="1200" dirty="0">
              <a:latin typeface="+mn-lt"/>
              <a:cs typeface="Arial" panose="020B0604020202020204" pitchFamily="34" charset="0"/>
            </a:endParaRPr>
          </a:p>
          <a:p>
            <a:pPr marL="171450" lvl="0" indent="-171450">
              <a:buFont typeface="Wingdings" panose="05000000000000000000" pitchFamily="2" charset="2"/>
              <a:buChar char="ü"/>
            </a:pPr>
            <a:r>
              <a:rPr lang="en-CA" sz="1200" b="1" dirty="0">
                <a:latin typeface="+mn-lt"/>
                <a:cs typeface="Arial" panose="020B0604020202020204" pitchFamily="34" charset="0"/>
              </a:rPr>
              <a:t>Standardization</a:t>
            </a:r>
            <a:r>
              <a:rPr lang="en-CA" sz="1200" dirty="0">
                <a:latin typeface="+mn-lt"/>
                <a:cs typeface="Arial" panose="020B0604020202020204" pitchFamily="34" charset="0"/>
              </a:rPr>
              <a:t>: Promote the use of approved technologies, frameworks, development practices and design patterns; approving any variances with business and architecture justification.  </a:t>
            </a:r>
            <a:endParaRPr lang="en-US" sz="1200" dirty="0">
              <a:latin typeface="+mn-lt"/>
              <a:cs typeface="Arial" panose="020B0604020202020204" pitchFamily="34" charset="0"/>
            </a:endParaRPr>
          </a:p>
          <a:p>
            <a:pPr marL="171450" lvl="0" indent="-171450">
              <a:buFont typeface="Wingdings" panose="05000000000000000000" pitchFamily="2" charset="2"/>
              <a:buChar char="ü"/>
            </a:pPr>
            <a:r>
              <a:rPr lang="en-CA" sz="1200" b="1" dirty="0">
                <a:latin typeface="+mn-lt"/>
                <a:cs typeface="Arial" panose="020B0604020202020204" pitchFamily="34" charset="0"/>
              </a:rPr>
              <a:t>Risk Mitigation</a:t>
            </a:r>
            <a:r>
              <a:rPr lang="en-CA" sz="1200" dirty="0">
                <a:latin typeface="+mn-lt"/>
                <a:cs typeface="Arial" panose="020B0604020202020204" pitchFamily="34" charset="0"/>
              </a:rPr>
              <a:t>: Identify and address technical, security, and compliance risks early in the project lifecycle.</a:t>
            </a:r>
            <a:endParaRPr lang="en-US" sz="1200" dirty="0">
              <a:latin typeface="+mn-lt"/>
              <a:cs typeface="Arial" panose="020B0604020202020204" pitchFamily="34" charset="0"/>
            </a:endParaRPr>
          </a:p>
          <a:p>
            <a:pPr marL="171450" lvl="0" indent="-171450">
              <a:buFont typeface="Wingdings" panose="05000000000000000000" pitchFamily="2" charset="2"/>
              <a:buChar char="ü"/>
            </a:pPr>
            <a:r>
              <a:rPr lang="en-CA" sz="1200" b="1" dirty="0">
                <a:latin typeface="+mn-lt"/>
                <a:cs typeface="Arial" panose="020B0604020202020204" pitchFamily="34" charset="0"/>
              </a:rPr>
              <a:t>Complexity Mitigation:  </a:t>
            </a:r>
            <a:r>
              <a:rPr lang="en-CA" sz="1200" dirty="0">
                <a:latin typeface="+mn-lt"/>
                <a:cs typeface="Arial" panose="020B0604020202020204" pitchFamily="34" charset="0"/>
              </a:rPr>
              <a:t>Identify and minimize complexity in the form of design patterns, duplicate technologies, integrations, and adherence to standards and best practices.</a:t>
            </a:r>
            <a:endParaRPr lang="en-US" sz="1200" dirty="0">
              <a:latin typeface="+mn-lt"/>
              <a:cs typeface="Arial" panose="020B0604020202020204" pitchFamily="34" charset="0"/>
            </a:endParaRPr>
          </a:p>
          <a:p>
            <a:pPr marL="171450" lvl="0" indent="-171450">
              <a:buFont typeface="Wingdings" panose="05000000000000000000" pitchFamily="2" charset="2"/>
              <a:buChar char="ü"/>
            </a:pPr>
            <a:r>
              <a:rPr lang="en-CA" sz="1200" b="1" dirty="0">
                <a:latin typeface="+mn-lt"/>
                <a:cs typeface="Arial" panose="020B0604020202020204" pitchFamily="34" charset="0"/>
              </a:rPr>
              <a:t>Cost Efficiency</a:t>
            </a:r>
            <a:r>
              <a:rPr lang="en-CA" sz="1200" dirty="0">
                <a:latin typeface="+mn-lt"/>
                <a:cs typeface="Arial" panose="020B0604020202020204" pitchFamily="34" charset="0"/>
              </a:rPr>
              <a:t>: Continuous focus on lifecycle total cost of ownership of systems and solutions, adaptability to changing business needs, and the overall architecture.</a:t>
            </a:r>
            <a:endParaRPr lang="en-US" sz="1200" dirty="0">
              <a:latin typeface="+mn-lt"/>
              <a:cs typeface="Arial" panose="020B0604020202020204" pitchFamily="34" charset="0"/>
            </a:endParaRPr>
          </a:p>
          <a:p>
            <a:pPr marL="171450" lvl="0" indent="-171450">
              <a:buFont typeface="Wingdings" panose="05000000000000000000" pitchFamily="2" charset="2"/>
              <a:buChar char="ü"/>
            </a:pPr>
            <a:r>
              <a:rPr lang="en-CA" sz="1200" b="1" dirty="0">
                <a:latin typeface="+mn-lt"/>
                <a:cs typeface="Arial" panose="020B0604020202020204" pitchFamily="34" charset="0"/>
              </a:rPr>
              <a:t>Governance</a:t>
            </a:r>
            <a:r>
              <a:rPr lang="en-CA" sz="1200" dirty="0">
                <a:latin typeface="+mn-lt"/>
                <a:cs typeface="Arial" panose="020B0604020202020204" pitchFamily="34" charset="0"/>
              </a:rPr>
              <a:t>: Provide oversight and approval for solution approach to new projects and work requests, changes to architecture standards or variances from standards.</a:t>
            </a:r>
            <a:endParaRPr lang="en-US" sz="1200" dirty="0">
              <a:latin typeface="+mn-lt"/>
              <a:cs typeface="Arial" panose="020B0604020202020204" pitchFamily="34" charset="0"/>
            </a:endParaRPr>
          </a:p>
          <a:p>
            <a:pPr marL="171450" lvl="0" indent="-171450">
              <a:buFont typeface="Wingdings" panose="05000000000000000000" pitchFamily="2" charset="2"/>
              <a:buChar char="ü"/>
            </a:pPr>
            <a:r>
              <a:rPr lang="en-CA" sz="1200" b="1" dirty="0">
                <a:latin typeface="+mn-lt"/>
                <a:cs typeface="Arial" panose="020B0604020202020204" pitchFamily="34" charset="0"/>
              </a:rPr>
              <a:t>Issue Management</a:t>
            </a:r>
            <a:r>
              <a:rPr lang="en-CA" sz="1200" dirty="0">
                <a:latin typeface="+mn-lt"/>
                <a:cs typeface="Arial" panose="020B0604020202020204" pitchFamily="34" charset="0"/>
              </a:rPr>
              <a:t>: Provide a forum for discussing and resolving architectural issues.</a:t>
            </a:r>
            <a:endParaRPr lang="en-US" sz="1200" dirty="0">
              <a:latin typeface="+mn-lt"/>
              <a:cs typeface="Arial" panose="020B0604020202020204" pitchFamily="34" charset="0"/>
            </a:endParaRPr>
          </a:p>
          <a:p>
            <a:pPr marL="577850" lvl="1" indent="-234950" defTabSz="686440" fontAlgn="auto">
              <a:lnSpc>
                <a:spcPct val="150000"/>
              </a:lnSpc>
              <a:spcBef>
                <a:spcPct val="0"/>
              </a:spcBef>
              <a:spcAft>
                <a:spcPts val="0"/>
              </a:spcAft>
              <a:buClr>
                <a:srgbClr val="000000"/>
              </a:buClr>
              <a:buSzPct val="100000"/>
              <a:buFont typeface="Arial" panose="020B0604020202020204" pitchFamily="34" charset="0"/>
              <a:buChar char="•"/>
              <a:defRPr/>
            </a:pPr>
            <a:endParaRPr lang="en-US" altLang="en-US" sz="1200" i="1" dirty="0"/>
          </a:p>
          <a:p>
            <a:endParaRPr lang="en-US" sz="1200" dirty="0"/>
          </a:p>
        </p:txBody>
      </p:sp>
      <p:sp>
        <p:nvSpPr>
          <p:cNvPr id="4" name="Date Placeholder 3">
            <a:extLst>
              <a:ext uri="{FF2B5EF4-FFF2-40B4-BE49-F238E27FC236}">
                <a16:creationId xmlns:a16="http://schemas.microsoft.com/office/drawing/2014/main" id="{03F993E1-3F43-930C-B780-B66CA2A6F95E}"/>
              </a:ext>
            </a:extLst>
          </p:cNvPr>
          <p:cNvSpPr>
            <a:spLocks noGrp="1"/>
          </p:cNvSpPr>
          <p:nvPr>
            <p:ph type="dt" sz="half" idx="15"/>
          </p:nvPr>
        </p:nvSpPr>
        <p:spPr/>
        <p:txBody>
          <a:bodyPr/>
          <a:lstStyle/>
          <a:p>
            <a:r>
              <a:rPr lang="en-US" b="0" noProof="0" dirty="0"/>
              <a:t>01/25/2026</a:t>
            </a:r>
          </a:p>
        </p:txBody>
      </p:sp>
      <p:sp>
        <p:nvSpPr>
          <p:cNvPr id="5" name="Footer Placeholder 4">
            <a:extLst>
              <a:ext uri="{FF2B5EF4-FFF2-40B4-BE49-F238E27FC236}">
                <a16:creationId xmlns:a16="http://schemas.microsoft.com/office/drawing/2014/main" id="{1D9A8689-0100-750B-DE76-4BA89890C049}"/>
              </a:ext>
            </a:extLst>
          </p:cNvPr>
          <p:cNvSpPr>
            <a:spLocks noGrp="1"/>
          </p:cNvSpPr>
          <p:nvPr>
            <p:ph type="ftr" sz="quarter" idx="16"/>
          </p:nvPr>
        </p:nvSpPr>
        <p:spPr/>
        <p:txBody>
          <a:bodyPr/>
          <a:lstStyle/>
          <a:p>
            <a:r>
              <a:rPr lang="en-US" b="0" noProof="0" dirty="0"/>
              <a:t>Remarketing Decision Engine</a:t>
            </a:r>
          </a:p>
        </p:txBody>
      </p:sp>
      <p:sp>
        <p:nvSpPr>
          <p:cNvPr id="6" name="Slide Number Placeholder 5">
            <a:extLst>
              <a:ext uri="{FF2B5EF4-FFF2-40B4-BE49-F238E27FC236}">
                <a16:creationId xmlns:a16="http://schemas.microsoft.com/office/drawing/2014/main" id="{A274CB9D-9F42-4670-D03A-92881B63F591}"/>
              </a:ext>
            </a:extLst>
          </p:cNvPr>
          <p:cNvSpPr>
            <a:spLocks noGrp="1"/>
          </p:cNvSpPr>
          <p:nvPr>
            <p:ph type="sldNum" sz="quarter" idx="17"/>
          </p:nvPr>
        </p:nvSpPr>
        <p:spPr/>
        <p:txBody>
          <a:bodyPr/>
          <a:lstStyle/>
          <a:p>
            <a:fld id="{E6F8DE9A-7219-F94A-A75F-5F0BFCB497DF}" type="slidenum">
              <a:rPr lang="en-US" smtClean="0"/>
              <a:pPr/>
              <a:t>2</a:t>
            </a:fld>
            <a:endParaRPr lang="en-US" dirty="0"/>
          </a:p>
        </p:txBody>
      </p:sp>
      <p:sp>
        <p:nvSpPr>
          <p:cNvPr id="7" name="Title 6">
            <a:extLst>
              <a:ext uri="{FF2B5EF4-FFF2-40B4-BE49-F238E27FC236}">
                <a16:creationId xmlns:a16="http://schemas.microsoft.com/office/drawing/2014/main" id="{70571FE5-0C90-97B1-34A8-D431F52D2610}"/>
              </a:ext>
            </a:extLst>
          </p:cNvPr>
          <p:cNvSpPr>
            <a:spLocks noGrp="1"/>
          </p:cNvSpPr>
          <p:nvPr>
            <p:ph type="title"/>
          </p:nvPr>
        </p:nvSpPr>
        <p:spPr>
          <a:xfrm>
            <a:off x="536400" y="1140453"/>
            <a:ext cx="10800000" cy="443904"/>
          </a:xfrm>
        </p:spPr>
        <p:txBody>
          <a:bodyPr/>
          <a:lstStyle/>
          <a:p>
            <a:r>
              <a:rPr lang="en-US" sz="2400" dirty="0">
                <a:cs typeface="Arial" panose="020B0604020202020204" pitchFamily="34" charset="0"/>
              </a:rPr>
              <a:t>Architecture Review Board (ARB)</a:t>
            </a:r>
            <a:endParaRPr lang="en-US" sz="2400" dirty="0"/>
          </a:p>
        </p:txBody>
      </p:sp>
    </p:spTree>
    <p:extLst>
      <p:ext uri="{BB962C8B-B14F-4D97-AF65-F5344CB8AC3E}">
        <p14:creationId xmlns:p14="http://schemas.microsoft.com/office/powerpoint/2010/main" val="827377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CDDE80-15E2-A89E-51E9-414C34D825C9}"/>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8D8167B1-5E8A-5B1A-2616-FE625996596C}"/>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9DA0DA0D-0B59-CEA5-8883-0B8FEE5652E8}"/>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54A0EE15-BFCC-9C05-0FA7-D064D6E5431A}"/>
              </a:ext>
            </a:extLst>
          </p:cNvPr>
          <p:cNvSpPr>
            <a:spLocks noGrp="1"/>
          </p:cNvSpPr>
          <p:nvPr>
            <p:ph type="sldNum" sz="quarter" idx="17"/>
          </p:nvPr>
        </p:nvSpPr>
        <p:spPr/>
        <p:txBody>
          <a:bodyPr/>
          <a:lstStyle/>
          <a:p>
            <a:fld id="{E6F8DE9A-7219-F94A-A75F-5F0BFCB497DF}" type="slidenum">
              <a:rPr lang="en-US" smtClean="0"/>
              <a:pPr/>
              <a:t>3</a:t>
            </a:fld>
            <a:endParaRPr lang="en-US" dirty="0"/>
          </a:p>
        </p:txBody>
      </p:sp>
      <p:sp>
        <p:nvSpPr>
          <p:cNvPr id="7" name="Title 6">
            <a:extLst>
              <a:ext uri="{FF2B5EF4-FFF2-40B4-BE49-F238E27FC236}">
                <a16:creationId xmlns:a16="http://schemas.microsoft.com/office/drawing/2014/main" id="{68CE0E56-8189-CC15-29C6-C7C9CBF7CF46}"/>
              </a:ext>
            </a:extLst>
          </p:cNvPr>
          <p:cNvSpPr>
            <a:spLocks noGrp="1"/>
          </p:cNvSpPr>
          <p:nvPr>
            <p:ph type="title"/>
          </p:nvPr>
        </p:nvSpPr>
        <p:spPr>
          <a:xfrm>
            <a:off x="392088" y="886798"/>
            <a:ext cx="10800000" cy="467135"/>
          </a:xfrm>
        </p:spPr>
        <p:txBody>
          <a:bodyPr/>
          <a:lstStyle/>
          <a:p>
            <a:r>
              <a:rPr lang="en-US" dirty="0"/>
              <a:t>Members</a:t>
            </a:r>
          </a:p>
        </p:txBody>
      </p:sp>
      <p:graphicFrame>
        <p:nvGraphicFramePr>
          <p:cNvPr id="10" name="Table 9">
            <a:extLst>
              <a:ext uri="{FF2B5EF4-FFF2-40B4-BE49-F238E27FC236}">
                <a16:creationId xmlns:a16="http://schemas.microsoft.com/office/drawing/2014/main" id="{962F7050-E618-1C00-CAD9-459BF4551FE5}"/>
              </a:ext>
            </a:extLst>
          </p:cNvPr>
          <p:cNvGraphicFramePr>
            <a:graphicFrameLocks noGrp="1"/>
          </p:cNvGraphicFramePr>
          <p:nvPr>
            <p:extLst>
              <p:ext uri="{D42A27DB-BD31-4B8C-83A1-F6EECF244321}">
                <p14:modId xmlns:p14="http://schemas.microsoft.com/office/powerpoint/2010/main" val="601224176"/>
              </p:ext>
            </p:extLst>
          </p:nvPr>
        </p:nvGraphicFramePr>
        <p:xfrm>
          <a:off x="492125" y="1336266"/>
          <a:ext cx="11099800" cy="5436174"/>
        </p:xfrm>
        <a:graphic>
          <a:graphicData uri="http://schemas.openxmlformats.org/drawingml/2006/table">
            <a:tbl>
              <a:tblPr firstRow="1" firstCol="1" bandRow="1">
                <a:tableStyleId>{5C22544A-7EE6-4342-B048-85BDC9FD1C3A}</a:tableStyleId>
              </a:tblPr>
              <a:tblGrid>
                <a:gridCol w="3201730">
                  <a:extLst>
                    <a:ext uri="{9D8B030D-6E8A-4147-A177-3AD203B41FA5}">
                      <a16:colId xmlns:a16="http://schemas.microsoft.com/office/drawing/2014/main" val="3489531858"/>
                    </a:ext>
                  </a:extLst>
                </a:gridCol>
                <a:gridCol w="3202914">
                  <a:extLst>
                    <a:ext uri="{9D8B030D-6E8A-4147-A177-3AD203B41FA5}">
                      <a16:colId xmlns:a16="http://schemas.microsoft.com/office/drawing/2014/main" val="1766182592"/>
                    </a:ext>
                  </a:extLst>
                </a:gridCol>
                <a:gridCol w="4695156">
                  <a:extLst>
                    <a:ext uri="{9D8B030D-6E8A-4147-A177-3AD203B41FA5}">
                      <a16:colId xmlns:a16="http://schemas.microsoft.com/office/drawing/2014/main" val="2701110522"/>
                    </a:ext>
                  </a:extLst>
                </a:gridCol>
              </a:tblGrid>
              <a:tr h="323153">
                <a:tc>
                  <a:txBody>
                    <a:bodyPr/>
                    <a:lstStyle/>
                    <a:p>
                      <a:pPr marL="0" marR="0" algn="ctr">
                        <a:lnSpc>
                          <a:spcPct val="115000"/>
                        </a:lnSpc>
                        <a:spcAft>
                          <a:spcPts val="1000"/>
                        </a:spcAft>
                        <a:buNone/>
                      </a:pPr>
                      <a:r>
                        <a:rPr lang="en-US" sz="1200" dirty="0">
                          <a:effectLst/>
                        </a:rPr>
                        <a:t>Name</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gn="ctr">
                        <a:lnSpc>
                          <a:spcPct val="115000"/>
                        </a:lnSpc>
                        <a:spcAft>
                          <a:spcPts val="1000"/>
                        </a:spcAft>
                        <a:buNone/>
                      </a:pPr>
                      <a:r>
                        <a:rPr lang="en-US" sz="1200" dirty="0">
                          <a:effectLst/>
                        </a:rPr>
                        <a:t>Focus Area</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gn="ctr">
                        <a:lnSpc>
                          <a:spcPct val="115000"/>
                        </a:lnSpc>
                        <a:spcAft>
                          <a:spcPts val="1000"/>
                        </a:spcAft>
                        <a:buNone/>
                      </a:pPr>
                      <a:r>
                        <a:rPr lang="en-US" sz="1200" dirty="0">
                          <a:effectLst/>
                        </a:rPr>
                        <a:t>Roles and Responsibilities</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extLst>
                  <a:ext uri="{0D108BD9-81ED-4DB2-BD59-A6C34878D82A}">
                    <a16:rowId xmlns:a16="http://schemas.microsoft.com/office/drawing/2014/main" val="3397754354"/>
                  </a:ext>
                </a:extLst>
              </a:tr>
              <a:tr h="807476">
                <a:tc>
                  <a:txBody>
                    <a:bodyPr/>
                    <a:lstStyle/>
                    <a:p>
                      <a:pPr marL="0" marR="0">
                        <a:lnSpc>
                          <a:spcPct val="115000"/>
                        </a:lnSpc>
                        <a:spcAft>
                          <a:spcPts val="1000"/>
                        </a:spcAft>
                        <a:buNone/>
                      </a:pPr>
                      <a:r>
                        <a:rPr lang="en-US" sz="1000" b="0" dirty="0">
                          <a:effectLst/>
                        </a:rPr>
                        <a:t>Larry Burgess</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US" sz="1000" dirty="0">
                          <a:effectLst/>
                        </a:rPr>
                        <a:t>Enterprise Architecture</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CA" sz="1000" dirty="0">
                          <a:effectLst/>
                        </a:rPr>
                        <a:t>Chair: Responsible for setting the agenda and ensuring meeting and informational material is received by all members prior to meetings. Chairing the committee meetings and ensuring objectives of each meeting are achieved. </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extLst>
                  <a:ext uri="{0D108BD9-81ED-4DB2-BD59-A6C34878D82A}">
                    <a16:rowId xmlns:a16="http://schemas.microsoft.com/office/drawing/2014/main" val="343088610"/>
                  </a:ext>
                </a:extLst>
              </a:tr>
              <a:tr h="246610">
                <a:tc>
                  <a:txBody>
                    <a:bodyPr/>
                    <a:lstStyle/>
                    <a:p>
                      <a:pPr marL="0" marR="0">
                        <a:lnSpc>
                          <a:spcPct val="115000"/>
                        </a:lnSpc>
                        <a:spcAft>
                          <a:spcPts val="1000"/>
                        </a:spcAft>
                        <a:buNone/>
                      </a:pPr>
                      <a:r>
                        <a:rPr lang="en-US" sz="1000" b="0" dirty="0">
                          <a:effectLst/>
                        </a:rPr>
                        <a:t>Tony Grogan</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US" sz="1000" dirty="0">
                          <a:effectLst/>
                        </a:rPr>
                        <a:t>Infrastructure</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CA" sz="1000">
                          <a:effectLst/>
                        </a:rPr>
                        <a:t>Vice chair: Responsible for acting as the chair in the chair’s absence. </a:t>
                      </a:r>
                      <a:endParaRPr lang="en-US" sz="100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extLst>
                  <a:ext uri="{0D108BD9-81ED-4DB2-BD59-A6C34878D82A}">
                    <a16:rowId xmlns:a16="http://schemas.microsoft.com/office/drawing/2014/main" val="2751017034"/>
                  </a:ext>
                </a:extLst>
              </a:tr>
              <a:tr h="573867">
                <a:tc>
                  <a:txBody>
                    <a:bodyPr/>
                    <a:lstStyle/>
                    <a:p>
                      <a:pPr marL="0" marR="0">
                        <a:lnSpc>
                          <a:spcPct val="115000"/>
                        </a:lnSpc>
                        <a:spcAft>
                          <a:spcPts val="1000"/>
                        </a:spcAft>
                        <a:buNone/>
                      </a:pPr>
                      <a:r>
                        <a:rPr lang="en-US" sz="1000" b="0" dirty="0">
                          <a:effectLst/>
                        </a:rPr>
                        <a:t>Mike Calaway</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US" sz="1000" dirty="0">
                          <a:effectLst/>
                        </a:rPr>
                        <a:t>CISO and Compliance</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CA" sz="1000">
                          <a:effectLst/>
                        </a:rPr>
                        <a:t>Secretary: Document meeting minutes and decisions, which includes timely posting of EA artifacts produced by the governing body to the repository. </a:t>
                      </a:r>
                      <a:endParaRPr lang="en-US" sz="100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extLst>
                  <a:ext uri="{0D108BD9-81ED-4DB2-BD59-A6C34878D82A}">
                    <a16:rowId xmlns:a16="http://schemas.microsoft.com/office/drawing/2014/main" val="247314877"/>
                  </a:ext>
                </a:extLst>
              </a:tr>
              <a:tr h="332526">
                <a:tc>
                  <a:txBody>
                    <a:bodyPr/>
                    <a:lstStyle/>
                    <a:p>
                      <a:pPr marL="0" marR="0">
                        <a:lnSpc>
                          <a:spcPct val="115000"/>
                        </a:lnSpc>
                        <a:spcAft>
                          <a:spcPts val="1000"/>
                        </a:spcAft>
                        <a:buNone/>
                      </a:pPr>
                      <a:r>
                        <a:rPr lang="en-US" sz="1000" b="0">
                          <a:effectLst/>
                        </a:rPr>
                        <a:t>Bobby Goodwin/Tobin West</a:t>
                      </a:r>
                      <a:endParaRPr lang="en-US" sz="1000" b="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US" sz="1000" dirty="0">
                          <a:effectLst/>
                        </a:rPr>
                        <a:t>Data Management</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rowSpan="4">
                  <a:txBody>
                    <a:bodyPr/>
                    <a:lstStyle/>
                    <a:p>
                      <a:pPr marL="0" marR="0">
                        <a:lnSpc>
                          <a:spcPct val="115000"/>
                        </a:lnSpc>
                        <a:spcAft>
                          <a:spcPts val="1000"/>
                        </a:spcAft>
                        <a:buNone/>
                      </a:pPr>
                      <a:r>
                        <a:rPr lang="en-CA" sz="1000">
                          <a:effectLst/>
                        </a:rPr>
                        <a:t>Voting members: The members that will vote on the projects and standards brought up to the body. </a:t>
                      </a:r>
                      <a:endParaRPr lang="en-US" sz="100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extLst>
                  <a:ext uri="{0D108BD9-81ED-4DB2-BD59-A6C34878D82A}">
                    <a16:rowId xmlns:a16="http://schemas.microsoft.com/office/drawing/2014/main" val="3977556209"/>
                  </a:ext>
                </a:extLst>
              </a:tr>
              <a:tr h="340258">
                <a:tc>
                  <a:txBody>
                    <a:bodyPr/>
                    <a:lstStyle/>
                    <a:p>
                      <a:pPr marL="0" marR="0">
                        <a:lnSpc>
                          <a:spcPct val="115000"/>
                        </a:lnSpc>
                        <a:spcAft>
                          <a:spcPts val="1000"/>
                        </a:spcAft>
                        <a:buNone/>
                      </a:pPr>
                      <a:r>
                        <a:rPr lang="en-US" sz="1000" b="0" dirty="0">
                          <a:effectLst/>
                        </a:rPr>
                        <a:t>Mike </a:t>
                      </a:r>
                      <a:r>
                        <a:rPr lang="en-US" sz="1000" b="0" dirty="0" err="1">
                          <a:effectLst/>
                        </a:rPr>
                        <a:t>Mckiggan</a:t>
                      </a:r>
                      <a:r>
                        <a:rPr lang="en-US" sz="1000" b="0" dirty="0">
                          <a:effectLst/>
                        </a:rPr>
                        <a:t>/Deepak </a:t>
                      </a:r>
                      <a:r>
                        <a:rPr lang="en-US" sz="1000" b="0" dirty="0" err="1">
                          <a:effectLst/>
                        </a:rPr>
                        <a:t>Khemchandani</a:t>
                      </a:r>
                      <a:r>
                        <a:rPr lang="en-US" sz="1000" b="0" dirty="0">
                          <a:effectLst/>
                        </a:rPr>
                        <a:t>/Chris Grimes</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US" sz="1000" dirty="0">
                          <a:effectLst/>
                        </a:rPr>
                        <a:t>Project Management Office</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vMerge="1">
                  <a:txBody>
                    <a:bodyPr/>
                    <a:lstStyle/>
                    <a:p>
                      <a:endParaRPr lang="en-US"/>
                    </a:p>
                  </a:txBody>
                  <a:tcPr/>
                </a:tc>
                <a:extLst>
                  <a:ext uri="{0D108BD9-81ED-4DB2-BD59-A6C34878D82A}">
                    <a16:rowId xmlns:a16="http://schemas.microsoft.com/office/drawing/2014/main" val="3967678885"/>
                  </a:ext>
                </a:extLst>
              </a:tr>
              <a:tr h="332526">
                <a:tc>
                  <a:txBody>
                    <a:bodyPr/>
                    <a:lstStyle/>
                    <a:p>
                      <a:pPr marL="0" marR="0">
                        <a:lnSpc>
                          <a:spcPct val="115000"/>
                        </a:lnSpc>
                        <a:spcAft>
                          <a:spcPts val="1000"/>
                        </a:spcAft>
                        <a:buNone/>
                      </a:pPr>
                      <a:r>
                        <a:rPr lang="en-US" sz="1000" b="0" dirty="0">
                          <a:effectLst/>
                        </a:rPr>
                        <a:t>Herb Williams</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US" sz="1000" dirty="0">
                          <a:effectLst/>
                        </a:rPr>
                        <a:t>Solution Delivery</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vMerge="1">
                  <a:txBody>
                    <a:bodyPr/>
                    <a:lstStyle/>
                    <a:p>
                      <a:endParaRPr lang="en-US"/>
                    </a:p>
                  </a:txBody>
                  <a:tcPr/>
                </a:tc>
                <a:extLst>
                  <a:ext uri="{0D108BD9-81ED-4DB2-BD59-A6C34878D82A}">
                    <a16:rowId xmlns:a16="http://schemas.microsoft.com/office/drawing/2014/main" val="3942463947"/>
                  </a:ext>
                </a:extLst>
              </a:tr>
              <a:tr h="332526">
                <a:tc>
                  <a:txBody>
                    <a:bodyPr/>
                    <a:lstStyle/>
                    <a:p>
                      <a:pPr marL="0" marR="0">
                        <a:lnSpc>
                          <a:spcPct val="115000"/>
                        </a:lnSpc>
                        <a:spcAft>
                          <a:spcPts val="1000"/>
                        </a:spcAft>
                        <a:buNone/>
                      </a:pPr>
                      <a:r>
                        <a:rPr lang="en-US" sz="1000" b="0" dirty="0">
                          <a:effectLst/>
                        </a:rPr>
                        <a:t>Ryan Miller</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US" sz="1000" dirty="0">
                          <a:effectLst/>
                        </a:rPr>
                        <a:t>Product Management</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vMerge="1">
                  <a:txBody>
                    <a:bodyPr/>
                    <a:lstStyle/>
                    <a:p>
                      <a:endParaRPr lang="en-US"/>
                    </a:p>
                  </a:txBody>
                  <a:tcPr/>
                </a:tc>
                <a:extLst>
                  <a:ext uri="{0D108BD9-81ED-4DB2-BD59-A6C34878D82A}">
                    <a16:rowId xmlns:a16="http://schemas.microsoft.com/office/drawing/2014/main" val="232160332"/>
                  </a:ext>
                </a:extLst>
              </a:tr>
              <a:tr h="153535">
                <a:tc gridSpan="3">
                  <a:txBody>
                    <a:bodyPr/>
                    <a:lstStyle/>
                    <a:p>
                      <a:pPr marL="0" marR="0" algn="ctr">
                        <a:lnSpc>
                          <a:spcPct val="115000"/>
                        </a:lnSpc>
                        <a:spcAft>
                          <a:spcPts val="1000"/>
                        </a:spcAft>
                        <a:buNone/>
                      </a:pPr>
                      <a:r>
                        <a:rPr lang="en-US" sz="1200" b="0" dirty="0">
                          <a:effectLst/>
                        </a:rPr>
                        <a:t>Parties Requesting Architecture Review</a:t>
                      </a:r>
                      <a:endParaRPr lang="en-US" sz="12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37507806"/>
                  </a:ext>
                </a:extLst>
              </a:tr>
              <a:tr h="690671">
                <a:tc>
                  <a:txBody>
                    <a:bodyPr/>
                    <a:lstStyle/>
                    <a:p>
                      <a:pPr marL="0" marR="0">
                        <a:lnSpc>
                          <a:spcPct val="115000"/>
                        </a:lnSpc>
                        <a:spcAft>
                          <a:spcPts val="1000"/>
                        </a:spcAft>
                        <a:buNone/>
                      </a:pPr>
                      <a:r>
                        <a:rPr lang="en-US" sz="1000" b="0" dirty="0">
                          <a:effectLst/>
                        </a:rPr>
                        <a:t>Product Manager or </a:t>
                      </a:r>
                      <a:br>
                        <a:rPr lang="en-US" sz="1000" b="0" dirty="0">
                          <a:effectLst/>
                        </a:rPr>
                      </a:br>
                      <a:r>
                        <a:rPr lang="en-US" sz="1000" b="0" dirty="0">
                          <a:effectLst/>
                        </a:rPr>
                        <a:t>Project Manager</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US" sz="1000" dirty="0">
                          <a:effectLst/>
                        </a:rPr>
                        <a:t>Responsible for ensuring review materials are prepared and distributed to the ARB prior to the meeting.</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rowSpan="4">
                  <a:txBody>
                    <a:bodyPr/>
                    <a:lstStyle/>
                    <a:p>
                      <a:pPr marL="0" marR="0">
                        <a:lnSpc>
                          <a:spcPct val="115000"/>
                        </a:lnSpc>
                        <a:spcAft>
                          <a:spcPts val="1000"/>
                        </a:spcAft>
                        <a:buNone/>
                      </a:pPr>
                      <a:r>
                        <a:rPr lang="en-US" sz="1000" dirty="0">
                          <a:effectLst/>
                        </a:rPr>
                        <a:t>Collectively the requesting parties represent the stakeholders of the project.</a:t>
                      </a:r>
                    </a:p>
                    <a:p>
                      <a:pPr marL="0" marR="0">
                        <a:lnSpc>
                          <a:spcPct val="115000"/>
                        </a:lnSpc>
                        <a:spcAft>
                          <a:spcPts val="1000"/>
                        </a:spcAft>
                        <a:buNone/>
                      </a:pPr>
                      <a:r>
                        <a:rPr lang="en-US" sz="1000" dirty="0">
                          <a:effectLst/>
                        </a:rPr>
                        <a:t> </a:t>
                      </a:r>
                    </a:p>
                    <a:p>
                      <a:pPr marL="0" marR="0">
                        <a:lnSpc>
                          <a:spcPct val="115000"/>
                        </a:lnSpc>
                        <a:spcAft>
                          <a:spcPts val="1000"/>
                        </a:spcAft>
                        <a:buNone/>
                      </a:pPr>
                      <a:r>
                        <a:rPr lang="en-US" sz="1000" dirty="0">
                          <a:effectLst/>
                        </a:rPr>
                        <a:t>At a minimum the prepared materials should address the business problem, proposed solution, related business functions and processes</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extLst>
                  <a:ext uri="{0D108BD9-81ED-4DB2-BD59-A6C34878D82A}">
                    <a16:rowId xmlns:a16="http://schemas.microsoft.com/office/drawing/2014/main" val="1547331807"/>
                  </a:ext>
                </a:extLst>
              </a:tr>
              <a:tr h="332526">
                <a:tc>
                  <a:txBody>
                    <a:bodyPr/>
                    <a:lstStyle/>
                    <a:p>
                      <a:pPr marL="0" marR="0">
                        <a:lnSpc>
                          <a:spcPct val="115000"/>
                        </a:lnSpc>
                        <a:spcAft>
                          <a:spcPts val="1000"/>
                        </a:spcAft>
                        <a:buNone/>
                      </a:pPr>
                      <a:r>
                        <a:rPr lang="en-US" sz="1000" b="0" dirty="0">
                          <a:effectLst/>
                        </a:rPr>
                        <a:t>Product Owner</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rowSpan="2">
                  <a:txBody>
                    <a:bodyPr/>
                    <a:lstStyle/>
                    <a:p>
                      <a:pPr marL="0" marR="0">
                        <a:lnSpc>
                          <a:spcPct val="115000"/>
                        </a:lnSpc>
                        <a:spcAft>
                          <a:spcPts val="1000"/>
                        </a:spcAft>
                        <a:buNone/>
                      </a:pPr>
                      <a:r>
                        <a:rPr lang="en-US" sz="1000" dirty="0">
                          <a:effectLst/>
                        </a:rPr>
                        <a:t>Responsible for preparing the materials to be reviewed.  Product Owner and Architect will collaborate as needed in preparing materials.</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vMerge="1">
                  <a:txBody>
                    <a:bodyPr/>
                    <a:lstStyle/>
                    <a:p>
                      <a:endParaRPr lang="en-US"/>
                    </a:p>
                  </a:txBody>
                  <a:tcPr/>
                </a:tc>
                <a:extLst>
                  <a:ext uri="{0D108BD9-81ED-4DB2-BD59-A6C34878D82A}">
                    <a16:rowId xmlns:a16="http://schemas.microsoft.com/office/drawing/2014/main" val="3448444838"/>
                  </a:ext>
                </a:extLst>
              </a:tr>
              <a:tr h="474950">
                <a:tc>
                  <a:txBody>
                    <a:bodyPr/>
                    <a:lstStyle/>
                    <a:p>
                      <a:pPr marL="0" marR="0">
                        <a:lnSpc>
                          <a:spcPct val="115000"/>
                        </a:lnSpc>
                        <a:spcAft>
                          <a:spcPts val="1000"/>
                        </a:spcAft>
                        <a:buNone/>
                      </a:pPr>
                      <a:r>
                        <a:rPr lang="en-US" sz="1000" b="0" dirty="0">
                          <a:effectLst/>
                        </a:rPr>
                        <a:t>Solution Architect/ Domain Architect</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955137871"/>
                  </a:ext>
                </a:extLst>
              </a:tr>
              <a:tr h="457061">
                <a:tc>
                  <a:txBody>
                    <a:bodyPr/>
                    <a:lstStyle/>
                    <a:p>
                      <a:pPr marL="0" marR="0">
                        <a:lnSpc>
                          <a:spcPct val="115000"/>
                        </a:lnSpc>
                        <a:spcAft>
                          <a:spcPts val="1000"/>
                        </a:spcAft>
                        <a:buNone/>
                      </a:pPr>
                      <a:r>
                        <a:rPr lang="en-US" sz="1000" b="0" dirty="0">
                          <a:effectLst/>
                        </a:rPr>
                        <a:t>Business SME</a:t>
                      </a:r>
                      <a:endParaRPr lang="en-US" sz="1000" b="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a:txBody>
                    <a:bodyPr/>
                    <a:lstStyle/>
                    <a:p>
                      <a:pPr marL="0" marR="0">
                        <a:lnSpc>
                          <a:spcPct val="115000"/>
                        </a:lnSpc>
                        <a:spcAft>
                          <a:spcPts val="1000"/>
                        </a:spcAft>
                        <a:buNone/>
                      </a:pPr>
                      <a:r>
                        <a:rPr lang="en-US" sz="1000" dirty="0">
                          <a:effectLst/>
                        </a:rPr>
                        <a:t>Provide input related to the business processes and problem statement the project will solve.</a:t>
                      </a:r>
                      <a:endParaRPr lang="en-US" sz="1000" dirty="0">
                        <a:effectLst/>
                        <a:latin typeface="Arial" panose="020B0604020202020204" pitchFamily="34" charset="0"/>
                        <a:ea typeface="Calibri" panose="020F0502020204030204" pitchFamily="34" charset="0"/>
                        <a:cs typeface="Arial" panose="020B0604020202020204" pitchFamily="34" charset="0"/>
                      </a:endParaRPr>
                    </a:p>
                  </a:txBody>
                  <a:tcPr marL="32228" marR="32228" marT="0" marB="0" anchor="ctr"/>
                </a:tc>
                <a:tc vMerge="1">
                  <a:txBody>
                    <a:bodyPr/>
                    <a:lstStyle/>
                    <a:p>
                      <a:endParaRPr lang="en-US"/>
                    </a:p>
                  </a:txBody>
                  <a:tcPr/>
                </a:tc>
                <a:extLst>
                  <a:ext uri="{0D108BD9-81ED-4DB2-BD59-A6C34878D82A}">
                    <a16:rowId xmlns:a16="http://schemas.microsoft.com/office/drawing/2014/main" val="2072690242"/>
                  </a:ext>
                </a:extLst>
              </a:tr>
            </a:tbl>
          </a:graphicData>
        </a:graphic>
      </p:graphicFrame>
    </p:spTree>
    <p:extLst>
      <p:ext uri="{BB962C8B-B14F-4D97-AF65-F5344CB8AC3E}">
        <p14:creationId xmlns:p14="http://schemas.microsoft.com/office/powerpoint/2010/main" val="2412609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05AE-3250-08A7-155D-783EF804BC5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7D16C41-1899-948D-F350-7154365307A3}"/>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E8A55D74-99A3-ADBC-2E2B-A71CDDDB08F2}"/>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0CD9511E-0825-FD95-49AA-DA148630BDDE}"/>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1EA34F69-7335-011F-2C32-35C9FB9ADA4B}"/>
              </a:ext>
            </a:extLst>
          </p:cNvPr>
          <p:cNvSpPr>
            <a:spLocks noGrp="1"/>
          </p:cNvSpPr>
          <p:nvPr>
            <p:ph type="sldNum" sz="quarter" idx="17"/>
          </p:nvPr>
        </p:nvSpPr>
        <p:spPr/>
        <p:txBody>
          <a:bodyPr/>
          <a:lstStyle/>
          <a:p>
            <a:fld id="{E6F8DE9A-7219-F94A-A75F-5F0BFCB497DF}" type="slidenum">
              <a:rPr lang="en-US" smtClean="0"/>
              <a:pPr/>
              <a:t>4</a:t>
            </a:fld>
            <a:endParaRPr lang="en-US" dirty="0"/>
          </a:p>
        </p:txBody>
      </p:sp>
      <p:sp>
        <p:nvSpPr>
          <p:cNvPr id="10" name="TextBox 9">
            <a:extLst>
              <a:ext uri="{FF2B5EF4-FFF2-40B4-BE49-F238E27FC236}">
                <a16:creationId xmlns:a16="http://schemas.microsoft.com/office/drawing/2014/main" id="{0DB2A9C4-B874-0F57-A8FC-142D83553252}"/>
              </a:ext>
            </a:extLst>
          </p:cNvPr>
          <p:cNvSpPr txBox="1"/>
          <p:nvPr/>
        </p:nvSpPr>
        <p:spPr>
          <a:xfrm>
            <a:off x="473672" y="975784"/>
            <a:ext cx="8869504" cy="369332"/>
          </a:xfrm>
          <a:prstGeom prst="rect">
            <a:avLst/>
          </a:prstGeom>
          <a:noFill/>
        </p:spPr>
        <p:txBody>
          <a:bodyPr wrap="square" rtlCol="0">
            <a:spAutoFit/>
          </a:bodyPr>
          <a:lstStyle/>
          <a:p>
            <a:r>
              <a:rPr lang="en-US" b="1" dirty="0">
                <a:solidFill>
                  <a:srgbClr val="002060"/>
                </a:solidFill>
              </a:rPr>
              <a:t>Project/Work Effort : Remarketing – Decision Modeler  - Overview</a:t>
            </a:r>
          </a:p>
        </p:txBody>
      </p:sp>
      <p:graphicFrame>
        <p:nvGraphicFramePr>
          <p:cNvPr id="13" name="Table 12">
            <a:extLst>
              <a:ext uri="{FF2B5EF4-FFF2-40B4-BE49-F238E27FC236}">
                <a16:creationId xmlns:a16="http://schemas.microsoft.com/office/drawing/2014/main" id="{C0F674B1-9180-8E92-C0F3-4E1AEA43F3AD}"/>
              </a:ext>
            </a:extLst>
          </p:cNvPr>
          <p:cNvGraphicFramePr>
            <a:graphicFrameLocks noGrp="1"/>
          </p:cNvGraphicFramePr>
          <p:nvPr>
            <p:extLst>
              <p:ext uri="{D42A27DB-BD31-4B8C-83A1-F6EECF244321}">
                <p14:modId xmlns:p14="http://schemas.microsoft.com/office/powerpoint/2010/main" val="3040174378"/>
              </p:ext>
            </p:extLst>
          </p:nvPr>
        </p:nvGraphicFramePr>
        <p:xfrm>
          <a:off x="546101" y="1406652"/>
          <a:ext cx="10793774" cy="1298480"/>
        </p:xfrm>
        <a:graphic>
          <a:graphicData uri="http://schemas.openxmlformats.org/drawingml/2006/table">
            <a:tbl>
              <a:tblPr firstRow="1" bandRow="1">
                <a:tableStyleId>{5C22544A-7EE6-4342-B048-85BDC9FD1C3A}</a:tableStyleId>
              </a:tblPr>
              <a:tblGrid>
                <a:gridCol w="2433450">
                  <a:extLst>
                    <a:ext uri="{9D8B030D-6E8A-4147-A177-3AD203B41FA5}">
                      <a16:colId xmlns:a16="http://schemas.microsoft.com/office/drawing/2014/main" val="404806364"/>
                    </a:ext>
                  </a:extLst>
                </a:gridCol>
                <a:gridCol w="2067659">
                  <a:extLst>
                    <a:ext uri="{9D8B030D-6E8A-4147-A177-3AD203B41FA5}">
                      <a16:colId xmlns:a16="http://schemas.microsoft.com/office/drawing/2014/main" val="832928491"/>
                    </a:ext>
                  </a:extLst>
                </a:gridCol>
                <a:gridCol w="1599293">
                  <a:extLst>
                    <a:ext uri="{9D8B030D-6E8A-4147-A177-3AD203B41FA5}">
                      <a16:colId xmlns:a16="http://schemas.microsoft.com/office/drawing/2014/main" val="1905760804"/>
                    </a:ext>
                  </a:extLst>
                </a:gridCol>
                <a:gridCol w="1485060">
                  <a:extLst>
                    <a:ext uri="{9D8B030D-6E8A-4147-A177-3AD203B41FA5}">
                      <a16:colId xmlns:a16="http://schemas.microsoft.com/office/drawing/2014/main" val="377205104"/>
                    </a:ext>
                  </a:extLst>
                </a:gridCol>
                <a:gridCol w="1462212">
                  <a:extLst>
                    <a:ext uri="{9D8B030D-6E8A-4147-A177-3AD203B41FA5}">
                      <a16:colId xmlns:a16="http://schemas.microsoft.com/office/drawing/2014/main" val="784290907"/>
                    </a:ext>
                  </a:extLst>
                </a:gridCol>
                <a:gridCol w="1746100">
                  <a:extLst>
                    <a:ext uri="{9D8B030D-6E8A-4147-A177-3AD203B41FA5}">
                      <a16:colId xmlns:a16="http://schemas.microsoft.com/office/drawing/2014/main" val="2875496410"/>
                    </a:ext>
                  </a:extLst>
                </a:gridCol>
              </a:tblGrid>
              <a:tr h="589820">
                <a:tc>
                  <a:txBody>
                    <a:bodyPr/>
                    <a:lstStyle/>
                    <a:p>
                      <a:r>
                        <a:rPr lang="en-US" sz="1100" dirty="0"/>
                        <a:t>Business Unit</a:t>
                      </a:r>
                    </a:p>
                  </a:txBody>
                  <a:tcPr/>
                </a:tc>
                <a:tc>
                  <a:txBody>
                    <a:bodyPr/>
                    <a:lstStyle/>
                    <a:p>
                      <a:r>
                        <a:rPr lang="en-US" sz="1100" dirty="0"/>
                        <a:t>Project Sponsor</a:t>
                      </a:r>
                    </a:p>
                  </a:txBody>
                  <a:tcPr/>
                </a:tc>
                <a:tc>
                  <a:txBody>
                    <a:bodyPr/>
                    <a:lstStyle/>
                    <a:p>
                      <a:r>
                        <a:rPr lang="en-US" sz="1100" dirty="0"/>
                        <a:t>Project lead</a:t>
                      </a:r>
                    </a:p>
                  </a:txBody>
                  <a:tcPr/>
                </a:tc>
                <a:tc>
                  <a:txBody>
                    <a:bodyPr/>
                    <a:lstStyle/>
                    <a:p>
                      <a:r>
                        <a:rPr lang="en-US" sz="1100" dirty="0"/>
                        <a:t>Estimated Budget</a:t>
                      </a:r>
                    </a:p>
                  </a:txBody>
                  <a:tcPr/>
                </a:tc>
                <a:tc>
                  <a:txBody>
                    <a:bodyPr/>
                    <a:lstStyle/>
                    <a:p>
                      <a:r>
                        <a:rPr lang="en-US" sz="1100" dirty="0"/>
                        <a:t>Expected Start Date </a:t>
                      </a:r>
                    </a:p>
                  </a:txBody>
                  <a:tcPr/>
                </a:tc>
                <a:tc>
                  <a:txBody>
                    <a:bodyPr/>
                    <a:lstStyle/>
                    <a:p>
                      <a:r>
                        <a:rPr lang="en-US" sz="1100" dirty="0"/>
                        <a:t>Expected Completion Date</a:t>
                      </a:r>
                    </a:p>
                  </a:txBody>
                  <a:tcPr/>
                </a:tc>
                <a:extLst>
                  <a:ext uri="{0D108BD9-81ED-4DB2-BD59-A6C34878D82A}">
                    <a16:rowId xmlns:a16="http://schemas.microsoft.com/office/drawing/2014/main" val="3597217663"/>
                  </a:ext>
                </a:extLst>
              </a:tr>
              <a:tr h="499078">
                <a:tc>
                  <a:txBody>
                    <a:bodyPr/>
                    <a:lstStyle/>
                    <a:p>
                      <a:r>
                        <a:rPr lang="en-US" dirty="0"/>
                        <a:t>Remarketing</a:t>
                      </a:r>
                    </a:p>
                  </a:txBody>
                  <a:tcPr/>
                </a:tc>
                <a:tc>
                  <a:txBody>
                    <a:bodyPr/>
                    <a:lstStyle/>
                    <a:p>
                      <a:r>
                        <a:rPr lang="en-US" dirty="0"/>
                        <a:t>Dan Heinrich</a:t>
                      </a:r>
                    </a:p>
                  </a:txBody>
                  <a:tcPr/>
                </a:tc>
                <a:tc>
                  <a:txBody>
                    <a:bodyPr/>
                    <a:lstStyle/>
                    <a:p>
                      <a:r>
                        <a:rPr lang="en-US" dirty="0"/>
                        <a:t>Tricia Reed</a:t>
                      </a:r>
                    </a:p>
                  </a:txBody>
                  <a:tcPr/>
                </a:tc>
                <a:tc>
                  <a:txBody>
                    <a:bodyPr/>
                    <a:lstStyle/>
                    <a:p>
                      <a:endParaRPr lang="en-US" dirty="0"/>
                    </a:p>
                  </a:txBody>
                  <a:tcPr/>
                </a:tc>
                <a:tc>
                  <a:txBody>
                    <a:bodyPr/>
                    <a:lstStyle/>
                    <a:p>
                      <a:r>
                        <a:rPr lang="en-US" dirty="0"/>
                        <a:t>TBD – after discovery final gate review</a:t>
                      </a:r>
                    </a:p>
                  </a:txBody>
                  <a:tcPr/>
                </a:tc>
                <a:tc>
                  <a:txBody>
                    <a:bodyPr/>
                    <a:lstStyle/>
                    <a:p>
                      <a:r>
                        <a:rPr lang="en-US" dirty="0"/>
                        <a:t>TDB</a:t>
                      </a:r>
                    </a:p>
                  </a:txBody>
                  <a:tcPr/>
                </a:tc>
                <a:extLst>
                  <a:ext uri="{0D108BD9-81ED-4DB2-BD59-A6C34878D82A}">
                    <a16:rowId xmlns:a16="http://schemas.microsoft.com/office/drawing/2014/main" val="585182957"/>
                  </a:ext>
                </a:extLst>
              </a:tr>
            </a:tbl>
          </a:graphicData>
        </a:graphic>
      </p:graphicFrame>
      <p:graphicFrame>
        <p:nvGraphicFramePr>
          <p:cNvPr id="3" name="Table 2">
            <a:extLst>
              <a:ext uri="{FF2B5EF4-FFF2-40B4-BE49-F238E27FC236}">
                <a16:creationId xmlns:a16="http://schemas.microsoft.com/office/drawing/2014/main" id="{15BFA363-2723-932E-CFCF-1A6E8246EA8E}"/>
              </a:ext>
            </a:extLst>
          </p:cNvPr>
          <p:cNvGraphicFramePr>
            <a:graphicFrameLocks noGrp="1"/>
          </p:cNvGraphicFramePr>
          <p:nvPr>
            <p:extLst>
              <p:ext uri="{D42A27DB-BD31-4B8C-83A1-F6EECF244321}">
                <p14:modId xmlns:p14="http://schemas.microsoft.com/office/powerpoint/2010/main" val="3839298233"/>
              </p:ext>
            </p:extLst>
          </p:nvPr>
        </p:nvGraphicFramePr>
        <p:xfrm>
          <a:off x="585372" y="3420221"/>
          <a:ext cx="10754503" cy="3429000"/>
        </p:xfrm>
        <a:graphic>
          <a:graphicData uri="http://schemas.openxmlformats.org/drawingml/2006/table">
            <a:tbl>
              <a:tblPr firstRow="1" bandRow="1">
                <a:tableStyleId>{5C22544A-7EE6-4342-B048-85BDC9FD1C3A}</a:tableStyleId>
              </a:tblPr>
              <a:tblGrid>
                <a:gridCol w="4527226">
                  <a:extLst>
                    <a:ext uri="{9D8B030D-6E8A-4147-A177-3AD203B41FA5}">
                      <a16:colId xmlns:a16="http://schemas.microsoft.com/office/drawing/2014/main" val="1685318670"/>
                    </a:ext>
                  </a:extLst>
                </a:gridCol>
                <a:gridCol w="1997738">
                  <a:extLst>
                    <a:ext uri="{9D8B030D-6E8A-4147-A177-3AD203B41FA5}">
                      <a16:colId xmlns:a16="http://schemas.microsoft.com/office/drawing/2014/main" val="404806364"/>
                    </a:ext>
                  </a:extLst>
                </a:gridCol>
                <a:gridCol w="1697443">
                  <a:extLst>
                    <a:ext uri="{9D8B030D-6E8A-4147-A177-3AD203B41FA5}">
                      <a16:colId xmlns:a16="http://schemas.microsoft.com/office/drawing/2014/main" val="832928491"/>
                    </a:ext>
                  </a:extLst>
                </a:gridCol>
                <a:gridCol w="1312938">
                  <a:extLst>
                    <a:ext uri="{9D8B030D-6E8A-4147-A177-3AD203B41FA5}">
                      <a16:colId xmlns:a16="http://schemas.microsoft.com/office/drawing/2014/main" val="1905760804"/>
                    </a:ext>
                  </a:extLst>
                </a:gridCol>
                <a:gridCol w="1219158">
                  <a:extLst>
                    <a:ext uri="{9D8B030D-6E8A-4147-A177-3AD203B41FA5}">
                      <a16:colId xmlns:a16="http://schemas.microsoft.com/office/drawing/2014/main" val="377205104"/>
                    </a:ext>
                  </a:extLst>
                </a:gridCol>
              </a:tblGrid>
              <a:tr h="367284">
                <a:tc>
                  <a:txBody>
                    <a:bodyPr/>
                    <a:lstStyle/>
                    <a:p>
                      <a:r>
                        <a:rPr lang="en-US" sz="1100" dirty="0"/>
                        <a:t>Business Objective</a:t>
                      </a:r>
                    </a:p>
                  </a:txBody>
                  <a:tcPr/>
                </a:tc>
                <a:tc>
                  <a:txBody>
                    <a:bodyPr/>
                    <a:lstStyle/>
                    <a:p>
                      <a:r>
                        <a:rPr lang="en-US" sz="1100" dirty="0"/>
                        <a:t>Strategic Alignment</a:t>
                      </a:r>
                    </a:p>
                  </a:txBody>
                  <a:tcPr/>
                </a:tc>
                <a:tc>
                  <a:txBody>
                    <a:bodyPr/>
                    <a:lstStyle/>
                    <a:p>
                      <a:r>
                        <a:rPr lang="en-US" sz="1100" dirty="0"/>
                        <a:t>Key Stakeholders</a:t>
                      </a:r>
                    </a:p>
                  </a:txBody>
                  <a:tcPr/>
                </a:tc>
                <a:tc>
                  <a:txBody>
                    <a:bodyPr/>
                    <a:lstStyle/>
                    <a:p>
                      <a:r>
                        <a:rPr lang="en-US" sz="1100" dirty="0"/>
                        <a:t>Expected Business Outcomes</a:t>
                      </a:r>
                    </a:p>
                  </a:txBody>
                  <a:tcPr/>
                </a:tc>
                <a:tc>
                  <a:txBody>
                    <a:bodyPr/>
                    <a:lstStyle/>
                    <a:p>
                      <a:r>
                        <a:rPr lang="en-US" sz="1100" dirty="0"/>
                        <a:t>Success Metrics</a:t>
                      </a:r>
                    </a:p>
                  </a:txBody>
                  <a:tcPr/>
                </a:tc>
                <a:extLst>
                  <a:ext uri="{0D108BD9-81ED-4DB2-BD59-A6C34878D82A}">
                    <a16:rowId xmlns:a16="http://schemas.microsoft.com/office/drawing/2014/main" val="3597217663"/>
                  </a:ext>
                </a:extLst>
              </a:tr>
              <a:tr h="700596">
                <a:tc>
                  <a:txBody>
                    <a:bodyPr/>
                    <a:lstStyle/>
                    <a:p>
                      <a:r>
                        <a:rPr lang="en-US" sz="1200" b="0" i="0" kern="1200" dirty="0">
                          <a:solidFill>
                            <a:schemeClr val="dk1"/>
                          </a:solidFill>
                          <a:effectLst/>
                          <a:latin typeface="+mn-lt"/>
                          <a:ea typeface="+mn-ea"/>
                          <a:cs typeface="+mn-cs"/>
                        </a:rPr>
                        <a:t>To create a robust, scalable, and intelligent remarketing eco-system that evolves over time to meet business needs.</a:t>
                      </a:r>
                    </a:p>
                    <a:p>
                      <a:pPr marL="228600" indent="-228600">
                        <a:buFont typeface="+mj-lt"/>
                        <a:buAutoNum type="arabicPeriod"/>
                      </a:pPr>
                      <a:r>
                        <a:rPr lang="en-US" sz="1100" b="0" i="0" kern="1200" dirty="0">
                          <a:solidFill>
                            <a:schemeClr val="dk1"/>
                          </a:solidFill>
                          <a:effectLst/>
                          <a:latin typeface="+mn-lt"/>
                          <a:ea typeface="+mn-ea"/>
                          <a:cs typeface="+mn-cs"/>
                        </a:rPr>
                        <a:t>Remarketing Automation and Optimization: For MVP, focus on automation through data integration and initial business rule configuration in the Decision Engine to replace the Market Price in </a:t>
                      </a:r>
                      <a:r>
                        <a:rPr lang="en-US" sz="1100" b="0" i="0" kern="1200" dirty="0" err="1">
                          <a:solidFill>
                            <a:schemeClr val="dk1"/>
                          </a:solidFill>
                          <a:effectLst/>
                          <a:latin typeface="+mn-lt"/>
                          <a:ea typeface="+mn-ea"/>
                          <a:cs typeface="+mn-cs"/>
                        </a:rPr>
                        <a:t>MarketHUB</a:t>
                      </a:r>
                      <a:r>
                        <a:rPr lang="en-US" sz="1100" b="0" i="0" kern="1200" dirty="0">
                          <a:solidFill>
                            <a:schemeClr val="dk1"/>
                          </a:solidFill>
                          <a:effectLst/>
                          <a:latin typeface="+mn-lt"/>
                          <a:ea typeface="+mn-ea"/>
                          <a:cs typeface="+mn-cs"/>
                        </a:rPr>
                        <a:t> with model driven price</a:t>
                      </a:r>
                    </a:p>
                    <a:p>
                      <a:pPr marL="228600" indent="-228600">
                        <a:buFont typeface="+mj-lt"/>
                        <a:buAutoNum type="arabicPeriod"/>
                      </a:pPr>
                      <a:r>
                        <a:rPr lang="en-US" sz="1100" b="0" i="0" kern="1200" dirty="0">
                          <a:solidFill>
                            <a:schemeClr val="dk1"/>
                          </a:solidFill>
                          <a:effectLst/>
                          <a:latin typeface="+mn-lt"/>
                          <a:ea typeface="+mn-ea"/>
                          <a:cs typeface="+mn-cs"/>
                        </a:rPr>
                        <a:t>Platform Efficiency and Scalability: Leverage Stellantis's familiarity with the FICO platform to ensure efficient and scalable solutions.</a:t>
                      </a:r>
                    </a:p>
                    <a:p>
                      <a:pPr marL="228600" indent="-228600">
                        <a:buFont typeface="+mj-lt"/>
                        <a:buAutoNum type="arabicPeriod"/>
                      </a:pPr>
                      <a:r>
                        <a:rPr lang="en-US" sz="1100" b="0" i="0" kern="1200" dirty="0">
                          <a:solidFill>
                            <a:schemeClr val="dk1"/>
                          </a:solidFill>
                          <a:effectLst/>
                          <a:latin typeface="+mn-lt"/>
                          <a:ea typeface="+mn-ea"/>
                          <a:cs typeface="+mn-cs"/>
                        </a:rPr>
                        <a:t>Standing up FICO system and Connection to Existing SFS Platform: MVP includes standing up the Decision Engine, configuring initial rules, and integrating with EDW and Salesforce for VIN-level price.</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0" i="0" kern="1200" dirty="0">
                          <a:solidFill>
                            <a:schemeClr val="dk1"/>
                          </a:solidFill>
                          <a:effectLst/>
                          <a:latin typeface="+mn-lt"/>
                          <a:ea typeface="+mn-ea"/>
                          <a:cs typeface="+mn-cs"/>
                        </a:rPr>
                        <a:t>To maximize overall net profit by selling the inventory at a best price</a:t>
                      </a:r>
                      <a:endParaRPr lang="en-US" sz="12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Dan Heinrich</a:t>
                      </a:r>
                    </a:p>
                    <a:p>
                      <a:r>
                        <a:rPr lang="en-US" sz="1200" b="0" i="0" kern="1200" dirty="0">
                          <a:solidFill>
                            <a:schemeClr val="dk1"/>
                          </a:solidFill>
                          <a:effectLst/>
                          <a:latin typeface="+mn-lt"/>
                          <a:ea typeface="+mn-ea"/>
                          <a:cs typeface="+mn-cs"/>
                        </a:rPr>
                        <a:t>Rene Abdalah-Herrera</a:t>
                      </a:r>
                    </a:p>
                    <a:p>
                      <a:r>
                        <a:rPr lang="en-US" sz="1200" dirty="0"/>
                        <a:t>Eric Gray</a:t>
                      </a:r>
                    </a:p>
                  </a:txBody>
                  <a:tcPr/>
                </a:tc>
                <a:tc>
                  <a:txBody>
                    <a:bodyPr/>
                    <a:lstStyle/>
                    <a:p>
                      <a:endParaRPr lang="en-US" sz="1200" dirty="0"/>
                    </a:p>
                  </a:txBody>
                  <a:tcPr/>
                </a:tc>
                <a:tc>
                  <a:txBody>
                    <a:bodyPr/>
                    <a:lstStyle/>
                    <a:p>
                      <a:r>
                        <a:rPr lang="en-US" sz="1200" dirty="0"/>
                        <a:t>Key metrics or performance indicators (KPI's) that will NOT be measured for this project</a:t>
                      </a:r>
                    </a:p>
                    <a:p>
                      <a:r>
                        <a:rPr lang="en-US" sz="1200" dirty="0"/>
                        <a:t>Reason: This is a piece of the larger </a:t>
                      </a:r>
                      <a:r>
                        <a:rPr lang="en-US" sz="1200" dirty="0" err="1"/>
                        <a:t>MarketHub</a:t>
                      </a:r>
                      <a:r>
                        <a:rPr lang="en-US" sz="1200" dirty="0"/>
                        <a:t> KPI's and success</a:t>
                      </a:r>
                    </a:p>
                    <a:p>
                      <a:endParaRPr lang="en-US" sz="1200" dirty="0"/>
                    </a:p>
                  </a:txBody>
                  <a:tcPr/>
                </a:tc>
                <a:extLst>
                  <a:ext uri="{0D108BD9-81ED-4DB2-BD59-A6C34878D82A}">
                    <a16:rowId xmlns:a16="http://schemas.microsoft.com/office/drawing/2014/main" val="585182957"/>
                  </a:ext>
                </a:extLst>
              </a:tr>
            </a:tbl>
          </a:graphicData>
        </a:graphic>
      </p:graphicFrame>
      <p:sp>
        <p:nvSpPr>
          <p:cNvPr id="7" name="TextBox 6">
            <a:extLst>
              <a:ext uri="{FF2B5EF4-FFF2-40B4-BE49-F238E27FC236}">
                <a16:creationId xmlns:a16="http://schemas.microsoft.com/office/drawing/2014/main" id="{CC320A3C-D2FE-A280-B350-3E6191C0F4ED}"/>
              </a:ext>
            </a:extLst>
          </p:cNvPr>
          <p:cNvSpPr txBox="1"/>
          <p:nvPr/>
        </p:nvSpPr>
        <p:spPr>
          <a:xfrm>
            <a:off x="517639" y="2996484"/>
            <a:ext cx="8869504" cy="369332"/>
          </a:xfrm>
          <a:prstGeom prst="rect">
            <a:avLst/>
          </a:prstGeom>
          <a:noFill/>
        </p:spPr>
        <p:txBody>
          <a:bodyPr wrap="square" rtlCol="0">
            <a:spAutoFit/>
          </a:bodyPr>
          <a:lstStyle/>
          <a:p>
            <a:r>
              <a:rPr lang="en-US" b="1" dirty="0">
                <a:solidFill>
                  <a:srgbClr val="002060"/>
                </a:solidFill>
              </a:rPr>
              <a:t>Business Alignment</a:t>
            </a:r>
          </a:p>
        </p:txBody>
      </p:sp>
    </p:spTree>
    <p:extLst>
      <p:ext uri="{BB962C8B-B14F-4D97-AF65-F5344CB8AC3E}">
        <p14:creationId xmlns:p14="http://schemas.microsoft.com/office/powerpoint/2010/main" val="2679174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36DB-9020-12B5-B0E9-33CF2D554F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860D731-92C7-9BA6-A873-4290C8AB7808}"/>
              </a:ext>
            </a:extLst>
          </p:cNvPr>
          <p:cNvSpPr>
            <a:spLocks noGrp="1"/>
          </p:cNvSpPr>
          <p:nvPr>
            <p:ph type="body" idx="1"/>
          </p:nvPr>
        </p:nvSpPr>
        <p:spPr/>
        <p:txBody>
          <a:bodyPr/>
          <a:lstStyle/>
          <a:p>
            <a:r>
              <a:rPr lang="en-US"/>
              <a:t>Enterprise Architecture</a:t>
            </a:r>
          </a:p>
        </p:txBody>
      </p:sp>
      <p:sp>
        <p:nvSpPr>
          <p:cNvPr id="4" name="Date Placeholder 3">
            <a:extLst>
              <a:ext uri="{FF2B5EF4-FFF2-40B4-BE49-F238E27FC236}">
                <a16:creationId xmlns:a16="http://schemas.microsoft.com/office/drawing/2014/main" id="{73EAC7FA-4D1C-8A3C-93DC-A20AC9ADCA9A}"/>
              </a:ext>
            </a:extLst>
          </p:cNvPr>
          <p:cNvSpPr>
            <a:spLocks noGrp="1"/>
          </p:cNvSpPr>
          <p:nvPr>
            <p:ph type="dt" sz="half" idx="15"/>
          </p:nvPr>
        </p:nvSpPr>
        <p:spPr/>
        <p:txBody>
          <a:bodyPr/>
          <a:lstStyle/>
          <a:p>
            <a:endParaRPr lang="en-US" b="0" noProof="0"/>
          </a:p>
        </p:txBody>
      </p:sp>
      <p:sp>
        <p:nvSpPr>
          <p:cNvPr id="5" name="Footer Placeholder 4">
            <a:extLst>
              <a:ext uri="{FF2B5EF4-FFF2-40B4-BE49-F238E27FC236}">
                <a16:creationId xmlns:a16="http://schemas.microsoft.com/office/drawing/2014/main" id="{E38975FE-F20E-A597-35E6-6600C43C042C}"/>
              </a:ext>
            </a:extLst>
          </p:cNvPr>
          <p:cNvSpPr>
            <a:spLocks noGrp="1"/>
          </p:cNvSpPr>
          <p:nvPr>
            <p:ph type="ftr" sz="quarter" idx="16"/>
          </p:nvPr>
        </p:nvSpPr>
        <p:spPr/>
        <p:txBody>
          <a:bodyPr/>
          <a:lstStyle/>
          <a:p>
            <a:endParaRPr lang="en-US" b="0" noProof="0"/>
          </a:p>
        </p:txBody>
      </p:sp>
      <p:sp>
        <p:nvSpPr>
          <p:cNvPr id="6" name="Slide Number Placeholder 5">
            <a:extLst>
              <a:ext uri="{FF2B5EF4-FFF2-40B4-BE49-F238E27FC236}">
                <a16:creationId xmlns:a16="http://schemas.microsoft.com/office/drawing/2014/main" id="{2BC1DDBB-6944-0A20-E34A-D93B438932DE}"/>
              </a:ext>
            </a:extLst>
          </p:cNvPr>
          <p:cNvSpPr>
            <a:spLocks noGrp="1"/>
          </p:cNvSpPr>
          <p:nvPr>
            <p:ph type="sldNum" sz="quarter" idx="17"/>
          </p:nvPr>
        </p:nvSpPr>
        <p:spPr/>
        <p:txBody>
          <a:bodyPr/>
          <a:lstStyle/>
          <a:p>
            <a:fld id="{E6F8DE9A-7219-F94A-A75F-5F0BFCB497DF}" type="slidenum">
              <a:rPr lang="en-US" smtClean="0"/>
              <a:pPr/>
              <a:t>5</a:t>
            </a:fld>
            <a:endParaRPr lang="en-US"/>
          </a:p>
        </p:txBody>
      </p:sp>
      <p:sp>
        <p:nvSpPr>
          <p:cNvPr id="10" name="TextBox 9">
            <a:extLst>
              <a:ext uri="{FF2B5EF4-FFF2-40B4-BE49-F238E27FC236}">
                <a16:creationId xmlns:a16="http://schemas.microsoft.com/office/drawing/2014/main" id="{0730D506-E6B0-326C-D1ED-DECE26D6BAF4}"/>
              </a:ext>
            </a:extLst>
          </p:cNvPr>
          <p:cNvSpPr txBox="1"/>
          <p:nvPr/>
        </p:nvSpPr>
        <p:spPr>
          <a:xfrm>
            <a:off x="609474" y="1039158"/>
            <a:ext cx="8869504" cy="369332"/>
          </a:xfrm>
          <a:prstGeom prst="rect">
            <a:avLst/>
          </a:prstGeom>
          <a:noFill/>
        </p:spPr>
        <p:txBody>
          <a:bodyPr wrap="square" rtlCol="0">
            <a:spAutoFit/>
          </a:bodyPr>
          <a:lstStyle/>
          <a:p>
            <a:r>
              <a:rPr lang="en-US" b="1">
                <a:solidFill>
                  <a:srgbClr val="002060"/>
                </a:solidFill>
              </a:rPr>
              <a:t>Risk and Complexity Assessment</a:t>
            </a:r>
          </a:p>
        </p:txBody>
      </p:sp>
      <p:graphicFrame>
        <p:nvGraphicFramePr>
          <p:cNvPr id="9" name="Table 8">
            <a:extLst>
              <a:ext uri="{FF2B5EF4-FFF2-40B4-BE49-F238E27FC236}">
                <a16:creationId xmlns:a16="http://schemas.microsoft.com/office/drawing/2014/main" id="{2C0EA371-51BF-345C-99FB-4A5B8EC93854}"/>
              </a:ext>
            </a:extLst>
          </p:cNvPr>
          <p:cNvGraphicFramePr>
            <a:graphicFrameLocks noGrp="1"/>
          </p:cNvGraphicFramePr>
          <p:nvPr>
            <p:extLst>
              <p:ext uri="{D42A27DB-BD31-4B8C-83A1-F6EECF244321}">
                <p14:modId xmlns:p14="http://schemas.microsoft.com/office/powerpoint/2010/main" val="725775113"/>
              </p:ext>
            </p:extLst>
          </p:nvPr>
        </p:nvGraphicFramePr>
        <p:xfrm>
          <a:off x="700505" y="1473647"/>
          <a:ext cx="10448760" cy="1527521"/>
        </p:xfrm>
        <a:graphic>
          <a:graphicData uri="http://schemas.openxmlformats.org/drawingml/2006/table">
            <a:tbl>
              <a:tblPr firstRow="1" bandRow="1">
                <a:tableStyleId>{5C22544A-7EE6-4342-B048-85BDC9FD1C3A}</a:tableStyleId>
              </a:tblPr>
              <a:tblGrid>
                <a:gridCol w="2089752">
                  <a:extLst>
                    <a:ext uri="{9D8B030D-6E8A-4147-A177-3AD203B41FA5}">
                      <a16:colId xmlns:a16="http://schemas.microsoft.com/office/drawing/2014/main" val="3484886684"/>
                    </a:ext>
                  </a:extLst>
                </a:gridCol>
                <a:gridCol w="2089752">
                  <a:extLst>
                    <a:ext uri="{9D8B030D-6E8A-4147-A177-3AD203B41FA5}">
                      <a16:colId xmlns:a16="http://schemas.microsoft.com/office/drawing/2014/main" val="659075173"/>
                    </a:ext>
                  </a:extLst>
                </a:gridCol>
                <a:gridCol w="2089752">
                  <a:extLst>
                    <a:ext uri="{9D8B030D-6E8A-4147-A177-3AD203B41FA5}">
                      <a16:colId xmlns:a16="http://schemas.microsoft.com/office/drawing/2014/main" val="1610647244"/>
                    </a:ext>
                  </a:extLst>
                </a:gridCol>
                <a:gridCol w="2089752">
                  <a:extLst>
                    <a:ext uri="{9D8B030D-6E8A-4147-A177-3AD203B41FA5}">
                      <a16:colId xmlns:a16="http://schemas.microsoft.com/office/drawing/2014/main" val="1984146500"/>
                    </a:ext>
                  </a:extLst>
                </a:gridCol>
                <a:gridCol w="2089752">
                  <a:extLst>
                    <a:ext uri="{9D8B030D-6E8A-4147-A177-3AD203B41FA5}">
                      <a16:colId xmlns:a16="http://schemas.microsoft.com/office/drawing/2014/main" val="1313535654"/>
                    </a:ext>
                  </a:extLst>
                </a:gridCol>
              </a:tblGrid>
              <a:tr h="401990">
                <a:tc>
                  <a:txBody>
                    <a:bodyPr/>
                    <a:lstStyle/>
                    <a:p>
                      <a:r>
                        <a:rPr lang="en-US" sz="1200">
                          <a:solidFill>
                            <a:schemeClr val="bg1"/>
                          </a:solidFill>
                        </a:rPr>
                        <a:t>High Risk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a:solidFill>
                          <a:schemeClr val="bg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US" sz="1000">
                          <a:solidFill>
                            <a:schemeClr val="bg1"/>
                          </a:solidFill>
                        </a:rPr>
                        <a:t>(</a:t>
                      </a:r>
                      <a:r>
                        <a:rPr lang="en-US" sz="1000" err="1">
                          <a:solidFill>
                            <a:schemeClr val="bg1"/>
                          </a:solidFill>
                        </a:rPr>
                        <a:t>PII,PHI,Financial</a:t>
                      </a:r>
                      <a:r>
                        <a:rPr lang="en-US" sz="1000">
                          <a:solidFill>
                            <a:schemeClr val="bg1"/>
                          </a:solidFill>
                        </a:rPr>
                        <a:t>)</a:t>
                      </a:r>
                    </a:p>
                    <a:p>
                      <a:endParaRPr lang="en-US" sz="1200">
                        <a:solidFill>
                          <a:schemeClr val="bg1"/>
                        </a:solidFill>
                      </a:endParaRPr>
                    </a:p>
                  </a:txBody>
                  <a:tcPr/>
                </a:tc>
                <a:tc>
                  <a:txBody>
                    <a:bodyPr/>
                    <a:lstStyle/>
                    <a:p>
                      <a:r>
                        <a:rPr lang="en-US" sz="1200">
                          <a:solidFill>
                            <a:schemeClr val="bg1"/>
                          </a:solidFill>
                        </a:rPr>
                        <a:t>Regulated Data</a:t>
                      </a:r>
                    </a:p>
                    <a:p>
                      <a:endParaRPr lang="en-US" sz="1200">
                        <a:solidFill>
                          <a:schemeClr val="bg1"/>
                        </a:solidFill>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US" sz="1000">
                          <a:solidFill>
                            <a:schemeClr val="bg1"/>
                          </a:solidFill>
                        </a:rPr>
                        <a:t>(</a:t>
                      </a:r>
                      <a:r>
                        <a:rPr lang="en-CA" sz="1000" kern="1200">
                          <a:solidFill>
                            <a:schemeClr val="bg1"/>
                          </a:solidFill>
                          <a:effectLst/>
                          <a:latin typeface="+mn-lt"/>
                          <a:ea typeface="+mn-ea"/>
                          <a:cs typeface="+mn-cs"/>
                        </a:rPr>
                        <a:t>GDPR, HIPAA, PCI-DSS, SOX)</a:t>
                      </a:r>
                      <a:endParaRPr lang="en-US" sz="1000">
                        <a:solidFill>
                          <a:schemeClr val="bg1"/>
                        </a:solidFill>
                      </a:endParaRPr>
                    </a:p>
                    <a:p>
                      <a:endParaRPr lang="en-US" sz="1200">
                        <a:solidFill>
                          <a:schemeClr val="bg1"/>
                        </a:solidFill>
                      </a:endParaRPr>
                    </a:p>
                  </a:txBody>
                  <a:tcPr/>
                </a:tc>
                <a:tc>
                  <a:txBody>
                    <a:bodyPr/>
                    <a:lstStyle/>
                    <a:p>
                      <a:r>
                        <a:rPr lang="en-CA" sz="1200" b="1" kern="1200" dirty="0">
                          <a:solidFill>
                            <a:schemeClr val="bg1"/>
                          </a:solidFill>
                          <a:effectLst/>
                          <a:latin typeface="+mn-lt"/>
                          <a:ea typeface="+mn-ea"/>
                          <a:cs typeface="+mn-cs"/>
                        </a:rPr>
                        <a:t>New Technology</a:t>
                      </a:r>
                    </a:p>
                    <a:p>
                      <a:endParaRPr lang="en-CA" sz="1200" b="1" kern="1200" dirty="0">
                        <a:solidFill>
                          <a:schemeClr val="bg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CA" sz="1000" b="1" kern="1200" dirty="0">
                          <a:solidFill>
                            <a:schemeClr val="bg1"/>
                          </a:solidFill>
                          <a:effectLst/>
                          <a:latin typeface="+mn-lt"/>
                          <a:ea typeface="+mn-ea"/>
                          <a:cs typeface="+mn-cs"/>
                        </a:rPr>
                        <a:t>(</a:t>
                      </a:r>
                      <a:r>
                        <a:rPr lang="en-CA" sz="1000" kern="1200" dirty="0">
                          <a:solidFill>
                            <a:schemeClr val="bg1"/>
                          </a:solidFill>
                          <a:effectLst/>
                          <a:latin typeface="+mn-lt"/>
                          <a:ea typeface="+mn-ea"/>
                          <a:cs typeface="+mn-cs"/>
                        </a:rPr>
                        <a:t>Unapproved/vendor-locked solutions)</a:t>
                      </a:r>
                      <a:endParaRPr lang="en-US" sz="1000" dirty="0">
                        <a:solidFill>
                          <a:schemeClr val="bg1"/>
                        </a:solidFill>
                      </a:endParaRPr>
                    </a:p>
                    <a:p>
                      <a:endParaRPr lang="en-US" sz="1200" dirty="0">
                        <a:solidFill>
                          <a:schemeClr val="bg1"/>
                        </a:solidFill>
                      </a:endParaRPr>
                    </a:p>
                  </a:txBody>
                  <a:tcPr/>
                </a:tc>
                <a:tc>
                  <a:txBody>
                    <a:bodyPr/>
                    <a:lstStyle/>
                    <a:p>
                      <a:r>
                        <a:rPr lang="en-CA" sz="1200" b="1" kern="1200" dirty="0">
                          <a:solidFill>
                            <a:schemeClr val="bg1"/>
                          </a:solidFill>
                          <a:effectLst/>
                          <a:latin typeface="+mn-lt"/>
                          <a:ea typeface="+mn-ea"/>
                          <a:cs typeface="+mn-cs"/>
                        </a:rPr>
                        <a:t>Major Integration</a:t>
                      </a:r>
                    </a:p>
                    <a:p>
                      <a:endParaRPr lang="en-CA" sz="1200" b="1" kern="1200" dirty="0">
                        <a:solidFill>
                          <a:schemeClr val="bg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CA" sz="1000" b="1" kern="1200" dirty="0">
                          <a:solidFill>
                            <a:schemeClr val="bg1"/>
                          </a:solidFill>
                          <a:effectLst/>
                          <a:latin typeface="+mn-lt"/>
                          <a:ea typeface="+mn-ea"/>
                          <a:cs typeface="+mn-cs"/>
                        </a:rPr>
                        <a:t>(</a:t>
                      </a:r>
                      <a:r>
                        <a:rPr lang="en-CA" sz="1000" kern="1200" dirty="0">
                          <a:solidFill>
                            <a:schemeClr val="bg1"/>
                          </a:solidFill>
                          <a:effectLst/>
                          <a:latin typeface="+mn-lt"/>
                          <a:ea typeface="+mn-ea"/>
                          <a:cs typeface="+mn-cs"/>
                        </a:rPr>
                        <a:t>3+ systems or legacy modernization)</a:t>
                      </a:r>
                      <a:br>
                        <a:rPr lang="en-CA" sz="1000" kern="1200" dirty="0">
                          <a:solidFill>
                            <a:schemeClr val="bg1"/>
                          </a:solidFill>
                          <a:effectLst/>
                          <a:latin typeface="+mn-lt"/>
                          <a:ea typeface="+mn-ea"/>
                          <a:cs typeface="+mn-cs"/>
                        </a:rPr>
                      </a:br>
                      <a:endParaRPr lang="en-US" sz="1200" dirty="0">
                        <a:solidFill>
                          <a:schemeClr val="bg1"/>
                        </a:solidFill>
                      </a:endParaRPr>
                    </a:p>
                  </a:txBody>
                  <a:tcPr/>
                </a:tc>
                <a:tc>
                  <a:txBody>
                    <a:bodyPr/>
                    <a:lstStyle/>
                    <a:p>
                      <a:r>
                        <a:rPr lang="en-CA" sz="1200" b="1" kern="1200">
                          <a:solidFill>
                            <a:schemeClr val="bg1"/>
                          </a:solidFill>
                          <a:effectLst/>
                          <a:latin typeface="+mn-lt"/>
                          <a:ea typeface="+mn-ea"/>
                          <a:cs typeface="+mn-cs"/>
                        </a:rPr>
                        <a:t>Infrastructure Changes</a:t>
                      </a:r>
                    </a:p>
                    <a:p>
                      <a:endParaRPr lang="en-CA" sz="1200" b="1" kern="1200">
                        <a:solidFill>
                          <a:schemeClr val="bg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CA" sz="1000" b="1" kern="1200">
                          <a:solidFill>
                            <a:schemeClr val="bg1"/>
                          </a:solidFill>
                          <a:effectLst/>
                          <a:latin typeface="+mn-lt"/>
                          <a:ea typeface="+mn-ea"/>
                          <a:cs typeface="+mn-cs"/>
                        </a:rPr>
                        <a:t>(</a:t>
                      </a:r>
                      <a:r>
                        <a:rPr lang="en-CA" sz="1000" kern="1200">
                          <a:solidFill>
                            <a:schemeClr val="bg1"/>
                          </a:solidFill>
                          <a:effectLst/>
                          <a:latin typeface="+mn-lt"/>
                          <a:ea typeface="+mn-ea"/>
                          <a:cs typeface="+mn-cs"/>
                        </a:rPr>
                        <a:t>Cloud migration, data center upgrades)</a:t>
                      </a:r>
                      <a:endParaRPr lang="en-US" sz="1200">
                        <a:solidFill>
                          <a:schemeClr val="bg1"/>
                        </a:solidFill>
                      </a:endParaRPr>
                    </a:p>
                  </a:txBody>
                  <a:tcPr/>
                </a:tc>
                <a:extLst>
                  <a:ext uri="{0D108BD9-81ED-4DB2-BD59-A6C34878D82A}">
                    <a16:rowId xmlns:a16="http://schemas.microsoft.com/office/drawing/2014/main" val="2547765881"/>
                  </a:ext>
                </a:extLst>
              </a:tr>
              <a:tr h="582641">
                <a:tc>
                  <a:txBody>
                    <a:bodyPr/>
                    <a:lstStyle/>
                    <a:p>
                      <a:r>
                        <a:rPr lang="en-US" sz="1100" dirty="0"/>
                        <a:t>High (Financial)</a:t>
                      </a:r>
                    </a:p>
                  </a:txBody>
                  <a:tcPr/>
                </a:tc>
                <a:tc>
                  <a:txBody>
                    <a:bodyPr/>
                    <a:lstStyle/>
                    <a:p>
                      <a:endParaRPr lang="en-US" sz="1100"/>
                    </a:p>
                  </a:txBody>
                  <a:tcPr/>
                </a:tc>
                <a:tc>
                  <a:txBody>
                    <a:bodyPr/>
                    <a:lstStyle/>
                    <a:p>
                      <a:endParaRPr lang="en-US" sz="1100"/>
                    </a:p>
                  </a:txBody>
                  <a:tcPr/>
                </a:tc>
                <a:tc>
                  <a:txBody>
                    <a:bodyPr/>
                    <a:lstStyle/>
                    <a:p>
                      <a:r>
                        <a:rPr lang="en-US" sz="1100" dirty="0"/>
                        <a:t>FICO DE, Realtime</a:t>
                      </a:r>
                    </a:p>
                  </a:txBody>
                  <a:tcPr/>
                </a:tc>
                <a:tc>
                  <a:txBody>
                    <a:bodyPr/>
                    <a:lstStyle/>
                    <a:p>
                      <a:r>
                        <a:rPr lang="en-US" sz="1100" dirty="0"/>
                        <a:t>FICO Persistence DB</a:t>
                      </a:r>
                    </a:p>
                  </a:txBody>
                  <a:tcPr/>
                </a:tc>
                <a:extLst>
                  <a:ext uri="{0D108BD9-81ED-4DB2-BD59-A6C34878D82A}">
                    <a16:rowId xmlns:a16="http://schemas.microsoft.com/office/drawing/2014/main" val="420231458"/>
                  </a:ext>
                </a:extLst>
              </a:tr>
            </a:tbl>
          </a:graphicData>
        </a:graphic>
      </p:graphicFrame>
      <p:graphicFrame>
        <p:nvGraphicFramePr>
          <p:cNvPr id="11" name="Table 10">
            <a:extLst>
              <a:ext uri="{FF2B5EF4-FFF2-40B4-BE49-F238E27FC236}">
                <a16:creationId xmlns:a16="http://schemas.microsoft.com/office/drawing/2014/main" id="{9A799B80-1E7D-A55E-7E81-60A210859DB2}"/>
              </a:ext>
            </a:extLst>
          </p:cNvPr>
          <p:cNvGraphicFramePr>
            <a:graphicFrameLocks noGrp="1"/>
          </p:cNvGraphicFramePr>
          <p:nvPr>
            <p:extLst>
              <p:ext uri="{D42A27DB-BD31-4B8C-83A1-F6EECF244321}">
                <p14:modId xmlns:p14="http://schemas.microsoft.com/office/powerpoint/2010/main" val="1854448752"/>
              </p:ext>
            </p:extLst>
          </p:nvPr>
        </p:nvGraphicFramePr>
        <p:xfrm>
          <a:off x="700505" y="3077861"/>
          <a:ext cx="10448760" cy="1573241"/>
        </p:xfrm>
        <a:graphic>
          <a:graphicData uri="http://schemas.openxmlformats.org/drawingml/2006/table">
            <a:tbl>
              <a:tblPr firstRow="1" bandRow="1">
                <a:tableStyleId>{5C22544A-7EE6-4342-B048-85BDC9FD1C3A}</a:tableStyleId>
              </a:tblPr>
              <a:tblGrid>
                <a:gridCol w="3482920">
                  <a:extLst>
                    <a:ext uri="{9D8B030D-6E8A-4147-A177-3AD203B41FA5}">
                      <a16:colId xmlns:a16="http://schemas.microsoft.com/office/drawing/2014/main" val="3484886684"/>
                    </a:ext>
                  </a:extLst>
                </a:gridCol>
                <a:gridCol w="3482920">
                  <a:extLst>
                    <a:ext uri="{9D8B030D-6E8A-4147-A177-3AD203B41FA5}">
                      <a16:colId xmlns:a16="http://schemas.microsoft.com/office/drawing/2014/main" val="659075173"/>
                    </a:ext>
                  </a:extLst>
                </a:gridCol>
                <a:gridCol w="3482920">
                  <a:extLst>
                    <a:ext uri="{9D8B030D-6E8A-4147-A177-3AD203B41FA5}">
                      <a16:colId xmlns:a16="http://schemas.microsoft.com/office/drawing/2014/main" val="1610647244"/>
                    </a:ext>
                  </a:extLst>
                </a:gridCol>
              </a:tblGrid>
              <a:tr h="582641">
                <a:tc>
                  <a:txBody>
                    <a:bodyPr/>
                    <a:lstStyle/>
                    <a:p>
                      <a:r>
                        <a:rPr lang="en-CA" sz="1200" b="1" kern="1200">
                          <a:solidFill>
                            <a:schemeClr val="bg1"/>
                          </a:solidFill>
                          <a:effectLst/>
                          <a:latin typeface="+mn-lt"/>
                          <a:ea typeface="+mn-ea"/>
                          <a:cs typeface="+mn-cs"/>
                        </a:rPr>
                        <a:t>Critical System Impact</a:t>
                      </a:r>
                    </a:p>
                    <a:p>
                      <a:endParaRPr lang="en-CA" sz="1350" b="1" kern="1200">
                        <a:solidFill>
                          <a:schemeClr val="bg1"/>
                        </a:solidFill>
                        <a:effectLst/>
                        <a:latin typeface="+mn-lt"/>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lang="en-CA" sz="1000" kern="1200">
                          <a:solidFill>
                            <a:schemeClr val="bg1"/>
                          </a:solidFill>
                          <a:effectLst/>
                          <a:latin typeface="+mn-lt"/>
                          <a:ea typeface="+mn-ea"/>
                          <a:cs typeface="+mn-cs"/>
                        </a:rPr>
                        <a:t>(Downtime &gt;1 hour or revenue loss risk)</a:t>
                      </a:r>
                      <a:endParaRPr lang="en-US" sz="1000">
                        <a:solidFill>
                          <a:schemeClr val="bg1"/>
                        </a:solidFill>
                      </a:endParaRPr>
                    </a:p>
                    <a:p>
                      <a:endParaRPr lang="en-US">
                        <a:solidFill>
                          <a:schemeClr val="bg1"/>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CA" sz="1200" b="1" kern="1200" dirty="0">
                          <a:solidFill>
                            <a:schemeClr val="bg1"/>
                          </a:solidFill>
                          <a:effectLst/>
                          <a:latin typeface="+mn-lt"/>
                          <a:ea typeface="+mn-ea"/>
                          <a:cs typeface="+mn-cs"/>
                        </a:rPr>
                        <a:t>Risk Level </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CA" sz="1350" b="1" kern="1200" dirty="0">
                        <a:solidFill>
                          <a:schemeClr val="bg1"/>
                        </a:solidFill>
                        <a:effectLst/>
                        <a:latin typeface="+mn-lt"/>
                        <a:ea typeface="+mn-ea"/>
                        <a:cs typeface="+mn-cs"/>
                      </a:endParaRPr>
                    </a:p>
                    <a:p>
                      <a:r>
                        <a:rPr lang="en-CA" sz="1000" b="1" kern="1200" dirty="0">
                          <a:solidFill>
                            <a:schemeClr val="bg1"/>
                          </a:solidFill>
                          <a:effectLst/>
                          <a:latin typeface="+mn-lt"/>
                          <a:ea typeface="+mn-ea"/>
                          <a:cs typeface="+mn-cs"/>
                        </a:rPr>
                        <a:t>Low</a:t>
                      </a:r>
                      <a:r>
                        <a:rPr lang="en-CA" sz="1000" kern="1200" dirty="0">
                          <a:solidFill>
                            <a:schemeClr val="bg1"/>
                          </a:solidFill>
                          <a:effectLst/>
                          <a:latin typeface="+mn-lt"/>
                          <a:ea typeface="+mn-ea"/>
                          <a:cs typeface="+mn-cs"/>
                        </a:rPr>
                        <a:t> (Minimal impact) </a:t>
                      </a:r>
                      <a:r>
                        <a:rPr lang="en-CA" sz="1000" b="1" kern="1200" dirty="0">
                          <a:solidFill>
                            <a:schemeClr val="bg1"/>
                          </a:solidFill>
                          <a:effectLst/>
                          <a:latin typeface="+mn-lt"/>
                          <a:ea typeface="+mn-ea"/>
                          <a:cs typeface="+mn-cs"/>
                        </a:rPr>
                        <a:t>Medium</a:t>
                      </a:r>
                      <a:r>
                        <a:rPr lang="en-CA" sz="1000" kern="1200" dirty="0">
                          <a:solidFill>
                            <a:schemeClr val="bg1"/>
                          </a:solidFill>
                          <a:effectLst/>
                          <a:latin typeface="+mn-lt"/>
                          <a:ea typeface="+mn-ea"/>
                          <a:cs typeface="+mn-cs"/>
                        </a:rPr>
                        <a:t> (Controlled risk)</a:t>
                      </a:r>
                    </a:p>
                    <a:p>
                      <a:r>
                        <a:rPr lang="en-CA" sz="1000" b="1" kern="1200" dirty="0">
                          <a:solidFill>
                            <a:schemeClr val="bg1"/>
                          </a:solidFill>
                          <a:effectLst/>
                          <a:latin typeface="+mn-lt"/>
                          <a:ea typeface="+mn-ea"/>
                          <a:cs typeface="+mn-cs"/>
                        </a:rPr>
                        <a:t>High</a:t>
                      </a:r>
                      <a:r>
                        <a:rPr lang="en-CA" sz="1000" kern="1200" dirty="0">
                          <a:solidFill>
                            <a:schemeClr val="bg1"/>
                          </a:solidFill>
                          <a:effectLst/>
                          <a:latin typeface="+mn-lt"/>
                          <a:ea typeface="+mn-ea"/>
                          <a:cs typeface="+mn-cs"/>
                        </a:rPr>
                        <a:t> (Critical systems/data)</a:t>
                      </a:r>
                      <a:endParaRPr lang="en-US" sz="1000" dirty="0">
                        <a:solidFill>
                          <a:schemeClr val="bg1"/>
                        </a:solidFill>
                      </a:endParaRPr>
                    </a:p>
                    <a:p>
                      <a:endParaRPr lang="en-US" dirty="0">
                        <a:solidFill>
                          <a:schemeClr val="bg1"/>
                        </a:solidFill>
                      </a:endParaRPr>
                    </a:p>
                  </a:txBody>
                  <a:tcPr/>
                </a:tc>
                <a:tc>
                  <a:txBody>
                    <a:bodyPr/>
                    <a:lstStyle/>
                    <a:p>
                      <a:r>
                        <a:rPr lang="en-CA" sz="1200" b="1" kern="1200">
                          <a:solidFill>
                            <a:schemeClr val="bg1"/>
                          </a:solidFill>
                          <a:effectLst/>
                          <a:latin typeface="+mn-lt"/>
                          <a:ea typeface="+mn-ea"/>
                          <a:cs typeface="+mn-cs"/>
                        </a:rPr>
                        <a:t>Complexity Level</a:t>
                      </a:r>
                    </a:p>
                    <a:p>
                      <a:endParaRPr lang="en-CA" sz="1350" b="1" kern="1200">
                        <a:solidFill>
                          <a:schemeClr val="bg1"/>
                        </a:solidFill>
                        <a:effectLst/>
                        <a:latin typeface="+mn-lt"/>
                        <a:ea typeface="+mn-ea"/>
                        <a:cs typeface="+mn-cs"/>
                      </a:endParaRPr>
                    </a:p>
                    <a:p>
                      <a:r>
                        <a:rPr lang="en-CA" sz="1000" b="1" kern="1200">
                          <a:solidFill>
                            <a:schemeClr val="bg1"/>
                          </a:solidFill>
                          <a:effectLst/>
                          <a:latin typeface="+mn-lt"/>
                          <a:ea typeface="+mn-ea"/>
                          <a:cs typeface="+mn-cs"/>
                        </a:rPr>
                        <a:t>Simple</a:t>
                      </a:r>
                      <a:r>
                        <a:rPr lang="en-CA" sz="1000" kern="1200">
                          <a:solidFill>
                            <a:schemeClr val="bg1"/>
                          </a:solidFill>
                          <a:effectLst/>
                          <a:latin typeface="+mn-lt"/>
                          <a:ea typeface="+mn-ea"/>
                          <a:cs typeface="+mn-cs"/>
                        </a:rPr>
                        <a:t> (Minor enhancements) </a:t>
                      </a:r>
                      <a:r>
                        <a:rPr lang="en-CA" sz="1000" b="1" kern="1200">
                          <a:solidFill>
                            <a:schemeClr val="bg1"/>
                          </a:solidFill>
                          <a:effectLst/>
                          <a:latin typeface="+mn-lt"/>
                          <a:ea typeface="+mn-ea"/>
                          <a:cs typeface="+mn-cs"/>
                        </a:rPr>
                        <a:t>Moderate</a:t>
                      </a:r>
                      <a:r>
                        <a:rPr lang="en-CA" sz="1000" kern="1200">
                          <a:solidFill>
                            <a:schemeClr val="bg1"/>
                          </a:solidFill>
                          <a:effectLst/>
                          <a:latin typeface="+mn-lt"/>
                          <a:ea typeface="+mn-ea"/>
                          <a:cs typeface="+mn-cs"/>
                        </a:rPr>
                        <a:t> (New features) </a:t>
                      </a:r>
                    </a:p>
                    <a:p>
                      <a:r>
                        <a:rPr lang="en-CA" sz="1000" b="1" kern="1200">
                          <a:solidFill>
                            <a:schemeClr val="bg1"/>
                          </a:solidFill>
                          <a:effectLst/>
                          <a:latin typeface="+mn-lt"/>
                          <a:ea typeface="+mn-ea"/>
                          <a:cs typeface="+mn-cs"/>
                        </a:rPr>
                        <a:t>High</a:t>
                      </a:r>
                      <a:r>
                        <a:rPr lang="en-CA" sz="1000" kern="1200">
                          <a:solidFill>
                            <a:schemeClr val="bg1"/>
                          </a:solidFill>
                          <a:effectLst/>
                          <a:latin typeface="+mn-lt"/>
                          <a:ea typeface="+mn-ea"/>
                          <a:cs typeface="+mn-cs"/>
                        </a:rPr>
                        <a:t> (Cross-system redesign)</a:t>
                      </a:r>
                      <a:endParaRPr lang="en-US">
                        <a:solidFill>
                          <a:schemeClr val="bg1"/>
                        </a:solidFill>
                      </a:endParaRPr>
                    </a:p>
                  </a:txBody>
                  <a:tcPr/>
                </a:tc>
                <a:extLst>
                  <a:ext uri="{0D108BD9-81ED-4DB2-BD59-A6C34878D82A}">
                    <a16:rowId xmlns:a16="http://schemas.microsoft.com/office/drawing/2014/main" val="2547765881"/>
                  </a:ext>
                </a:extLst>
              </a:tr>
              <a:tr h="582641">
                <a:tc>
                  <a:txBody>
                    <a:bodyPr/>
                    <a:lstStyle/>
                    <a:p>
                      <a:r>
                        <a:rPr lang="en-US" dirty="0"/>
                        <a:t>Highly resilient</a:t>
                      </a:r>
                    </a:p>
                  </a:txBody>
                  <a:tcPr/>
                </a:tc>
                <a:tc>
                  <a:txBody>
                    <a:bodyPr/>
                    <a:lstStyle/>
                    <a:p>
                      <a:r>
                        <a:rPr lang="en-US" dirty="0"/>
                        <a:t>High</a:t>
                      </a:r>
                    </a:p>
                  </a:txBody>
                  <a:tcPr/>
                </a:tc>
                <a:tc>
                  <a:txBody>
                    <a:bodyPr/>
                    <a:lstStyle/>
                    <a:p>
                      <a:r>
                        <a:rPr lang="en-US" dirty="0"/>
                        <a:t>High (Network latency, Multiple systems)</a:t>
                      </a:r>
                    </a:p>
                  </a:txBody>
                  <a:tcPr/>
                </a:tc>
                <a:extLst>
                  <a:ext uri="{0D108BD9-81ED-4DB2-BD59-A6C34878D82A}">
                    <a16:rowId xmlns:a16="http://schemas.microsoft.com/office/drawing/2014/main" val="420231458"/>
                  </a:ext>
                </a:extLst>
              </a:tr>
            </a:tbl>
          </a:graphicData>
        </a:graphic>
      </p:graphicFrame>
      <p:sp>
        <p:nvSpPr>
          <p:cNvPr id="12" name="TextBox 11">
            <a:extLst>
              <a:ext uri="{FF2B5EF4-FFF2-40B4-BE49-F238E27FC236}">
                <a16:creationId xmlns:a16="http://schemas.microsoft.com/office/drawing/2014/main" id="{52BD9523-86F1-AD31-6763-7D1B67845942}"/>
              </a:ext>
            </a:extLst>
          </p:cNvPr>
          <p:cNvSpPr txBox="1"/>
          <p:nvPr/>
        </p:nvSpPr>
        <p:spPr>
          <a:xfrm>
            <a:off x="553328" y="4659694"/>
            <a:ext cx="8869504" cy="369332"/>
          </a:xfrm>
          <a:prstGeom prst="rect">
            <a:avLst/>
          </a:prstGeom>
          <a:noFill/>
        </p:spPr>
        <p:txBody>
          <a:bodyPr wrap="square" rtlCol="0">
            <a:spAutoFit/>
          </a:bodyPr>
          <a:lstStyle/>
          <a:p>
            <a:r>
              <a:rPr lang="en-US" b="1" dirty="0">
                <a:solidFill>
                  <a:srgbClr val="002060"/>
                </a:solidFill>
              </a:rPr>
              <a:t>Technical/Infrastructure review</a:t>
            </a:r>
          </a:p>
        </p:txBody>
      </p:sp>
      <p:graphicFrame>
        <p:nvGraphicFramePr>
          <p:cNvPr id="13" name="Table 12">
            <a:extLst>
              <a:ext uri="{FF2B5EF4-FFF2-40B4-BE49-F238E27FC236}">
                <a16:creationId xmlns:a16="http://schemas.microsoft.com/office/drawing/2014/main" id="{391191A2-8EE1-2248-5833-7251919537BA}"/>
              </a:ext>
            </a:extLst>
          </p:cNvPr>
          <p:cNvGraphicFramePr>
            <a:graphicFrameLocks noGrp="1"/>
          </p:cNvGraphicFramePr>
          <p:nvPr>
            <p:extLst>
              <p:ext uri="{D42A27DB-BD31-4B8C-83A1-F6EECF244321}">
                <p14:modId xmlns:p14="http://schemas.microsoft.com/office/powerpoint/2010/main" val="2353948308"/>
              </p:ext>
            </p:extLst>
          </p:nvPr>
        </p:nvGraphicFramePr>
        <p:xfrm>
          <a:off x="636337" y="5094183"/>
          <a:ext cx="10512927" cy="1613692"/>
        </p:xfrm>
        <a:graphic>
          <a:graphicData uri="http://schemas.openxmlformats.org/drawingml/2006/table">
            <a:tbl>
              <a:tblPr firstRow="1" bandRow="1">
                <a:tableStyleId>{5C22544A-7EE6-4342-B048-85BDC9FD1C3A}</a:tableStyleId>
              </a:tblPr>
              <a:tblGrid>
                <a:gridCol w="3504309">
                  <a:extLst>
                    <a:ext uri="{9D8B030D-6E8A-4147-A177-3AD203B41FA5}">
                      <a16:colId xmlns:a16="http://schemas.microsoft.com/office/drawing/2014/main" val="3484886684"/>
                    </a:ext>
                  </a:extLst>
                </a:gridCol>
                <a:gridCol w="3504309">
                  <a:extLst>
                    <a:ext uri="{9D8B030D-6E8A-4147-A177-3AD203B41FA5}">
                      <a16:colId xmlns:a16="http://schemas.microsoft.com/office/drawing/2014/main" val="659075173"/>
                    </a:ext>
                  </a:extLst>
                </a:gridCol>
                <a:gridCol w="3504309">
                  <a:extLst>
                    <a:ext uri="{9D8B030D-6E8A-4147-A177-3AD203B41FA5}">
                      <a16:colId xmlns:a16="http://schemas.microsoft.com/office/drawing/2014/main" val="1610647244"/>
                    </a:ext>
                  </a:extLst>
                </a:gridCol>
              </a:tblGrid>
              <a:tr h="1017480">
                <a:tc>
                  <a:txBody>
                    <a:bodyPr/>
                    <a:lstStyle/>
                    <a:p>
                      <a:r>
                        <a:rPr lang="en-US" sz="1200" dirty="0">
                          <a:solidFill>
                            <a:schemeClr val="bg1"/>
                          </a:solidFill>
                        </a:rPr>
                        <a:t>Hosting/Deployment Model</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200" dirty="0">
                        <a:solidFill>
                          <a:schemeClr val="bg1"/>
                        </a:solidFill>
                      </a:endParaRPr>
                    </a:p>
                    <a:p>
                      <a:pPr lvl="0"/>
                      <a:r>
                        <a:rPr lang="en-CA" sz="1100" b="1" kern="1200" dirty="0">
                          <a:solidFill>
                            <a:schemeClr val="lt1"/>
                          </a:solidFill>
                          <a:effectLst/>
                          <a:latin typeface="+mn-lt"/>
                          <a:ea typeface="+mn-ea"/>
                          <a:cs typeface="+mn-cs"/>
                        </a:rPr>
                        <a:t>(Public Cloud | Private Cloud | On-Premises | Hybrid)</a:t>
                      </a:r>
                      <a:endParaRPr lang="en-US" sz="1100" b="1" kern="1200" dirty="0">
                        <a:solidFill>
                          <a:schemeClr val="lt1"/>
                        </a:solidFill>
                        <a:effectLst/>
                        <a:latin typeface="+mn-lt"/>
                        <a:ea typeface="+mn-ea"/>
                        <a:cs typeface="+mn-cs"/>
                      </a:endParaRPr>
                    </a:p>
                    <a:p>
                      <a:endParaRPr lang="en-US" sz="1200" dirty="0">
                        <a:solidFill>
                          <a:schemeClr val="bg1"/>
                        </a:solidFill>
                      </a:endParaRPr>
                    </a:p>
                  </a:txBody>
                  <a:tcPr/>
                </a:tc>
                <a:tc>
                  <a:txBody>
                    <a:bodyPr/>
                    <a:lstStyle/>
                    <a:p>
                      <a:pPr lvl="0"/>
                      <a:r>
                        <a:rPr lang="en-CA" sz="1200" b="1" kern="1200">
                          <a:solidFill>
                            <a:schemeClr val="lt1"/>
                          </a:solidFill>
                          <a:effectLst/>
                          <a:latin typeface="+mn-lt"/>
                          <a:ea typeface="+mn-ea"/>
                          <a:cs typeface="+mn-cs"/>
                        </a:rPr>
                        <a:t>Data Sensitivity &amp; Compliance:</a:t>
                      </a:r>
                      <a:endParaRPr lang="en-US" sz="1200" b="1" kern="1200">
                        <a:solidFill>
                          <a:schemeClr val="lt1"/>
                        </a:solidFill>
                        <a:effectLst/>
                        <a:latin typeface="+mn-lt"/>
                        <a:ea typeface="+mn-ea"/>
                        <a:cs typeface="+mn-cs"/>
                      </a:endParaRPr>
                    </a:p>
                    <a:p>
                      <a:endParaRPr lang="en-US" sz="1200">
                        <a:solidFill>
                          <a:schemeClr val="bg1"/>
                        </a:solidFill>
                      </a:endParaRPr>
                    </a:p>
                    <a:p>
                      <a:pPr lvl="0"/>
                      <a:r>
                        <a:rPr lang="en-CA" sz="1100" b="1" kern="1200">
                          <a:solidFill>
                            <a:schemeClr val="lt1"/>
                          </a:solidFill>
                          <a:effectLst/>
                          <a:latin typeface="+mn-lt"/>
                          <a:ea typeface="+mn-ea"/>
                          <a:cs typeface="+mn-cs"/>
                        </a:rPr>
                        <a:t>(Public | Internal | Confidential | Restricted (PII/PHI))</a:t>
                      </a:r>
                      <a:endParaRPr lang="en-US" sz="1100" b="1" kern="1200">
                        <a:solidFill>
                          <a:schemeClr val="lt1"/>
                        </a:solidFill>
                        <a:effectLst/>
                        <a:latin typeface="+mn-lt"/>
                        <a:ea typeface="+mn-ea"/>
                        <a:cs typeface="+mn-cs"/>
                      </a:endParaRPr>
                    </a:p>
                    <a:p>
                      <a:endParaRPr lang="en-US" sz="1200">
                        <a:solidFill>
                          <a:schemeClr val="bg1"/>
                        </a:solidFill>
                      </a:endParaRPr>
                    </a:p>
                  </a:txBody>
                  <a:tcPr/>
                </a:tc>
                <a:tc>
                  <a:txBody>
                    <a:bodyPr/>
                    <a:lstStyle/>
                    <a:p>
                      <a:pPr lvl="0"/>
                      <a:r>
                        <a:rPr lang="en-CA" sz="1200" b="1" kern="1200" dirty="0">
                          <a:solidFill>
                            <a:schemeClr val="lt1"/>
                          </a:solidFill>
                          <a:effectLst/>
                          <a:latin typeface="+mn-lt"/>
                          <a:ea typeface="+mn-ea"/>
                          <a:cs typeface="+mn-cs"/>
                        </a:rPr>
                        <a:t>Disaster Recovery </a:t>
                      </a:r>
                    </a:p>
                    <a:p>
                      <a:pPr lvl="0"/>
                      <a:endParaRPr lang="en-CA" sz="1350" b="1" kern="1200" dirty="0">
                        <a:solidFill>
                          <a:schemeClr val="lt1"/>
                        </a:solidFill>
                        <a:effectLst/>
                        <a:latin typeface="+mn-lt"/>
                        <a:ea typeface="+mn-ea"/>
                        <a:cs typeface="+mn-cs"/>
                      </a:endParaRPr>
                    </a:p>
                    <a:p>
                      <a:pPr lvl="0"/>
                      <a:r>
                        <a:rPr lang="en-CA" sz="1100" b="1" kern="1200" dirty="0">
                          <a:solidFill>
                            <a:schemeClr val="lt1"/>
                          </a:solidFill>
                          <a:effectLst/>
                          <a:latin typeface="+mn-lt"/>
                          <a:ea typeface="+mn-ea"/>
                          <a:cs typeface="+mn-cs"/>
                        </a:rPr>
                        <a:t>(RTO/RPO):</a:t>
                      </a:r>
                      <a:endParaRPr lang="en-US" sz="1200" dirty="0">
                        <a:solidFill>
                          <a:schemeClr val="bg1"/>
                        </a:solidFill>
                      </a:endParaRPr>
                    </a:p>
                  </a:txBody>
                  <a:tcPr/>
                </a:tc>
                <a:extLst>
                  <a:ext uri="{0D108BD9-81ED-4DB2-BD59-A6C34878D82A}">
                    <a16:rowId xmlns:a16="http://schemas.microsoft.com/office/drawing/2014/main" val="2547765881"/>
                  </a:ext>
                </a:extLst>
              </a:tr>
              <a:tr h="596212">
                <a:tc>
                  <a:txBody>
                    <a:bodyPr/>
                    <a:lstStyle/>
                    <a:p>
                      <a:r>
                        <a:rPr lang="en-US" sz="1100" dirty="0"/>
                        <a:t>FICO (SaaS), Integrations on Azure (Message Bus), Kafka,  Redis (cache)</a:t>
                      </a:r>
                    </a:p>
                  </a:txBody>
                  <a:tcPr/>
                </a:tc>
                <a:tc>
                  <a:txBody>
                    <a:bodyPr/>
                    <a:lstStyle/>
                    <a:p>
                      <a:r>
                        <a:rPr lang="en-US" sz="1100" dirty="0"/>
                        <a:t>Internal</a:t>
                      </a:r>
                    </a:p>
                  </a:txBody>
                  <a:tcPr/>
                </a:tc>
                <a:tc>
                  <a:txBody>
                    <a:bodyPr/>
                    <a:lstStyle/>
                    <a:p>
                      <a:r>
                        <a:rPr lang="en-US" sz="1100" dirty="0">
                          <a:solidFill>
                            <a:srgbClr val="FF0000"/>
                          </a:solidFill>
                        </a:rPr>
                        <a:t>RTO – Less then 1 hour,  RPO - TBD</a:t>
                      </a:r>
                    </a:p>
                  </a:txBody>
                  <a:tcPr/>
                </a:tc>
                <a:extLst>
                  <a:ext uri="{0D108BD9-81ED-4DB2-BD59-A6C34878D82A}">
                    <a16:rowId xmlns:a16="http://schemas.microsoft.com/office/drawing/2014/main" val="420231458"/>
                  </a:ext>
                </a:extLst>
              </a:tr>
            </a:tbl>
          </a:graphicData>
        </a:graphic>
      </p:graphicFrame>
    </p:spTree>
    <p:extLst>
      <p:ext uri="{BB962C8B-B14F-4D97-AF65-F5344CB8AC3E}">
        <p14:creationId xmlns:p14="http://schemas.microsoft.com/office/powerpoint/2010/main" val="4129553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36DB-9020-12B5-B0E9-33CF2D554F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860D731-92C7-9BA6-A873-4290C8AB7808}"/>
              </a:ext>
            </a:extLst>
          </p:cNvPr>
          <p:cNvSpPr>
            <a:spLocks noGrp="1"/>
          </p:cNvSpPr>
          <p:nvPr>
            <p:ph type="body" idx="1"/>
          </p:nvPr>
        </p:nvSpPr>
        <p:spPr/>
        <p:txBody>
          <a:bodyPr/>
          <a:lstStyle/>
          <a:p>
            <a:r>
              <a:rPr lang="en-US" dirty="0"/>
              <a:t>Enterprise Architecture</a:t>
            </a:r>
          </a:p>
        </p:txBody>
      </p:sp>
      <p:sp>
        <p:nvSpPr>
          <p:cNvPr id="3" name="Text Placeholder 2">
            <a:extLst>
              <a:ext uri="{FF2B5EF4-FFF2-40B4-BE49-F238E27FC236}">
                <a16:creationId xmlns:a16="http://schemas.microsoft.com/office/drawing/2014/main" id="{AD0CB04A-6589-373F-1EEE-9AD316AFCF21}"/>
              </a:ext>
            </a:extLst>
          </p:cNvPr>
          <p:cNvSpPr>
            <a:spLocks noGrp="1"/>
          </p:cNvSpPr>
          <p:nvPr>
            <p:ph type="body" sz="quarter" idx="13"/>
          </p:nvPr>
        </p:nvSpPr>
        <p:spPr>
          <a:xfrm>
            <a:off x="609474" y="1601450"/>
            <a:ext cx="10726926" cy="4462977"/>
          </a:xfrm>
        </p:spPr>
        <p:txBody>
          <a:bodyPr/>
          <a:lstStyle/>
          <a:p>
            <a:pPr marL="577850" lvl="1" indent="-234950" defTabSz="686440" fontAlgn="auto">
              <a:lnSpc>
                <a:spcPct val="150000"/>
              </a:lnSpc>
              <a:spcBef>
                <a:spcPct val="0"/>
              </a:spcBef>
              <a:spcAft>
                <a:spcPts val="0"/>
              </a:spcAft>
              <a:buClr>
                <a:srgbClr val="000000"/>
              </a:buClr>
              <a:buSzPct val="100000"/>
              <a:buFont typeface="Arial" panose="020B0604020202020204" pitchFamily="34" charset="0"/>
              <a:buChar char="•"/>
              <a:defRPr/>
            </a:pPr>
            <a:endParaRPr lang="en-US" altLang="en-US" sz="1200" i="1" dirty="0"/>
          </a:p>
          <a:p>
            <a:endParaRPr lang="en-US" sz="1200" dirty="0"/>
          </a:p>
        </p:txBody>
      </p:sp>
      <p:sp>
        <p:nvSpPr>
          <p:cNvPr id="4" name="Date Placeholder 3">
            <a:extLst>
              <a:ext uri="{FF2B5EF4-FFF2-40B4-BE49-F238E27FC236}">
                <a16:creationId xmlns:a16="http://schemas.microsoft.com/office/drawing/2014/main" id="{73EAC7FA-4D1C-8A3C-93DC-A20AC9ADCA9A}"/>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E38975FE-F20E-A597-35E6-6600C43C042C}"/>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2BC1DDBB-6944-0A20-E34A-D93B438932DE}"/>
              </a:ext>
            </a:extLst>
          </p:cNvPr>
          <p:cNvSpPr>
            <a:spLocks noGrp="1"/>
          </p:cNvSpPr>
          <p:nvPr>
            <p:ph type="sldNum" sz="quarter" idx="17"/>
          </p:nvPr>
        </p:nvSpPr>
        <p:spPr/>
        <p:txBody>
          <a:bodyPr/>
          <a:lstStyle/>
          <a:p>
            <a:fld id="{E6F8DE9A-7219-F94A-A75F-5F0BFCB497DF}" type="slidenum">
              <a:rPr lang="en-US" smtClean="0"/>
              <a:pPr/>
              <a:t>6</a:t>
            </a:fld>
            <a:endParaRPr lang="en-US" dirty="0"/>
          </a:p>
        </p:txBody>
      </p:sp>
      <p:sp>
        <p:nvSpPr>
          <p:cNvPr id="10" name="TextBox 9">
            <a:extLst>
              <a:ext uri="{FF2B5EF4-FFF2-40B4-BE49-F238E27FC236}">
                <a16:creationId xmlns:a16="http://schemas.microsoft.com/office/drawing/2014/main" id="{0730D506-E6B0-326C-D1ED-DECE26D6BAF4}"/>
              </a:ext>
            </a:extLst>
          </p:cNvPr>
          <p:cNvSpPr txBox="1"/>
          <p:nvPr/>
        </p:nvSpPr>
        <p:spPr>
          <a:xfrm>
            <a:off x="609474" y="1067438"/>
            <a:ext cx="8869504" cy="369332"/>
          </a:xfrm>
          <a:prstGeom prst="rect">
            <a:avLst/>
          </a:prstGeom>
          <a:noFill/>
        </p:spPr>
        <p:txBody>
          <a:bodyPr wrap="square" rtlCol="0">
            <a:spAutoFit/>
          </a:bodyPr>
          <a:lstStyle/>
          <a:p>
            <a:r>
              <a:rPr lang="en-US" b="1" dirty="0">
                <a:solidFill>
                  <a:srgbClr val="002060"/>
                </a:solidFill>
              </a:rPr>
              <a:t>Program Roadmap</a:t>
            </a:r>
          </a:p>
        </p:txBody>
      </p:sp>
      <p:pic>
        <p:nvPicPr>
          <p:cNvPr id="8" name="Picture 7">
            <a:extLst>
              <a:ext uri="{FF2B5EF4-FFF2-40B4-BE49-F238E27FC236}">
                <a16:creationId xmlns:a16="http://schemas.microsoft.com/office/drawing/2014/main" id="{697A74D9-AE52-94CB-B9B6-CD25E6B478D4}"/>
              </a:ext>
            </a:extLst>
          </p:cNvPr>
          <p:cNvPicPr>
            <a:picLocks noChangeAspect="1"/>
          </p:cNvPicPr>
          <p:nvPr/>
        </p:nvPicPr>
        <p:blipFill>
          <a:blip r:embed="rId2"/>
          <a:stretch>
            <a:fillRect/>
          </a:stretch>
        </p:blipFill>
        <p:spPr>
          <a:xfrm>
            <a:off x="159575" y="1147176"/>
            <a:ext cx="10156403" cy="5656280"/>
          </a:xfrm>
          <a:prstGeom prst="rect">
            <a:avLst/>
          </a:prstGeom>
        </p:spPr>
      </p:pic>
      <p:pic>
        <p:nvPicPr>
          <p:cNvPr id="11" name="Picture 10">
            <a:extLst>
              <a:ext uri="{FF2B5EF4-FFF2-40B4-BE49-F238E27FC236}">
                <a16:creationId xmlns:a16="http://schemas.microsoft.com/office/drawing/2014/main" id="{579C4492-8D8C-F98B-4116-4E485D77E0B4}"/>
              </a:ext>
            </a:extLst>
          </p:cNvPr>
          <p:cNvPicPr>
            <a:picLocks noChangeAspect="1"/>
          </p:cNvPicPr>
          <p:nvPr/>
        </p:nvPicPr>
        <p:blipFill>
          <a:blip r:embed="rId3"/>
          <a:stretch>
            <a:fillRect/>
          </a:stretch>
        </p:blipFill>
        <p:spPr>
          <a:xfrm>
            <a:off x="8728303" y="1097628"/>
            <a:ext cx="1587675" cy="1007644"/>
          </a:xfrm>
          <a:prstGeom prst="rect">
            <a:avLst/>
          </a:prstGeom>
        </p:spPr>
      </p:pic>
      <p:pic>
        <p:nvPicPr>
          <p:cNvPr id="13" name="Picture 12">
            <a:extLst>
              <a:ext uri="{FF2B5EF4-FFF2-40B4-BE49-F238E27FC236}">
                <a16:creationId xmlns:a16="http://schemas.microsoft.com/office/drawing/2014/main" id="{3FEA45BB-2CB0-58C6-D8E9-ADA4B0EF1082}"/>
              </a:ext>
            </a:extLst>
          </p:cNvPr>
          <p:cNvPicPr>
            <a:picLocks noChangeAspect="1"/>
          </p:cNvPicPr>
          <p:nvPr/>
        </p:nvPicPr>
        <p:blipFill>
          <a:blip r:embed="rId4"/>
          <a:stretch>
            <a:fillRect/>
          </a:stretch>
        </p:blipFill>
        <p:spPr>
          <a:xfrm>
            <a:off x="10266885" y="2245618"/>
            <a:ext cx="762084" cy="342938"/>
          </a:xfrm>
          <a:prstGeom prst="rect">
            <a:avLst/>
          </a:prstGeom>
        </p:spPr>
      </p:pic>
      <p:pic>
        <p:nvPicPr>
          <p:cNvPr id="15" name="Picture 14">
            <a:extLst>
              <a:ext uri="{FF2B5EF4-FFF2-40B4-BE49-F238E27FC236}">
                <a16:creationId xmlns:a16="http://schemas.microsoft.com/office/drawing/2014/main" id="{9AE68490-B406-99D5-527A-36F052D5E9FF}"/>
              </a:ext>
            </a:extLst>
          </p:cNvPr>
          <p:cNvPicPr>
            <a:picLocks noChangeAspect="1"/>
          </p:cNvPicPr>
          <p:nvPr/>
        </p:nvPicPr>
        <p:blipFill>
          <a:blip r:embed="rId5"/>
          <a:stretch>
            <a:fillRect/>
          </a:stretch>
        </p:blipFill>
        <p:spPr>
          <a:xfrm>
            <a:off x="10311783" y="3169147"/>
            <a:ext cx="1028813" cy="330236"/>
          </a:xfrm>
          <a:prstGeom prst="rect">
            <a:avLst/>
          </a:prstGeom>
        </p:spPr>
      </p:pic>
      <p:pic>
        <p:nvPicPr>
          <p:cNvPr id="18" name="Picture 17">
            <a:extLst>
              <a:ext uri="{FF2B5EF4-FFF2-40B4-BE49-F238E27FC236}">
                <a16:creationId xmlns:a16="http://schemas.microsoft.com/office/drawing/2014/main" id="{44DCD086-61DF-2F00-402B-45A3FA6B3129}"/>
              </a:ext>
            </a:extLst>
          </p:cNvPr>
          <p:cNvPicPr>
            <a:picLocks noChangeAspect="1"/>
          </p:cNvPicPr>
          <p:nvPr/>
        </p:nvPicPr>
        <p:blipFill>
          <a:blip r:embed="rId6"/>
          <a:stretch>
            <a:fillRect/>
          </a:stretch>
        </p:blipFill>
        <p:spPr>
          <a:xfrm>
            <a:off x="10346731" y="4110865"/>
            <a:ext cx="838292" cy="342938"/>
          </a:xfrm>
          <a:prstGeom prst="rect">
            <a:avLst/>
          </a:prstGeom>
        </p:spPr>
      </p:pic>
      <p:sp>
        <p:nvSpPr>
          <p:cNvPr id="19" name="TextBox 18">
            <a:extLst>
              <a:ext uri="{FF2B5EF4-FFF2-40B4-BE49-F238E27FC236}">
                <a16:creationId xmlns:a16="http://schemas.microsoft.com/office/drawing/2014/main" id="{D5D0865D-7311-7DC9-2834-B04AA281EBAC}"/>
              </a:ext>
            </a:extLst>
          </p:cNvPr>
          <p:cNvSpPr txBox="1"/>
          <p:nvPr/>
        </p:nvSpPr>
        <p:spPr>
          <a:xfrm>
            <a:off x="10463724" y="5156885"/>
            <a:ext cx="724930"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2028</a:t>
            </a:r>
          </a:p>
        </p:txBody>
      </p:sp>
    </p:spTree>
    <p:extLst>
      <p:ext uri="{BB962C8B-B14F-4D97-AF65-F5344CB8AC3E}">
        <p14:creationId xmlns:p14="http://schemas.microsoft.com/office/powerpoint/2010/main" val="3899958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D02E7-DF81-F657-6FAB-A3A4D280845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102B868-AC91-83E1-2429-510E32E1BF2F}"/>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4475DEFC-8660-11C7-CE2D-19B5BD276BEB}"/>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C20BC7B7-1083-D753-8897-4F72F451D48E}"/>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5E9433BF-A040-5CAE-4AD2-0338993D995C}"/>
              </a:ext>
            </a:extLst>
          </p:cNvPr>
          <p:cNvSpPr>
            <a:spLocks noGrp="1"/>
          </p:cNvSpPr>
          <p:nvPr>
            <p:ph type="sldNum" sz="quarter" idx="17"/>
          </p:nvPr>
        </p:nvSpPr>
        <p:spPr/>
        <p:txBody>
          <a:bodyPr/>
          <a:lstStyle/>
          <a:p>
            <a:fld id="{E6F8DE9A-7219-F94A-A75F-5F0BFCB497DF}" type="slidenum">
              <a:rPr lang="en-US" smtClean="0"/>
              <a:pPr/>
              <a:t>7</a:t>
            </a:fld>
            <a:endParaRPr lang="en-US" dirty="0"/>
          </a:p>
        </p:txBody>
      </p:sp>
      <p:sp>
        <p:nvSpPr>
          <p:cNvPr id="10" name="TextBox 9">
            <a:extLst>
              <a:ext uri="{FF2B5EF4-FFF2-40B4-BE49-F238E27FC236}">
                <a16:creationId xmlns:a16="http://schemas.microsoft.com/office/drawing/2014/main" id="{764B0A0B-CD96-B4EE-8923-3574B0C31635}"/>
              </a:ext>
            </a:extLst>
          </p:cNvPr>
          <p:cNvSpPr txBox="1"/>
          <p:nvPr/>
        </p:nvSpPr>
        <p:spPr>
          <a:xfrm>
            <a:off x="609474" y="1039158"/>
            <a:ext cx="8869504" cy="369332"/>
          </a:xfrm>
          <a:prstGeom prst="rect">
            <a:avLst/>
          </a:prstGeom>
          <a:noFill/>
        </p:spPr>
        <p:txBody>
          <a:bodyPr wrap="square" rtlCol="0">
            <a:spAutoFit/>
          </a:bodyPr>
          <a:lstStyle/>
          <a:p>
            <a:r>
              <a:rPr lang="en-US" b="1" dirty="0">
                <a:solidFill>
                  <a:srgbClr val="002060"/>
                </a:solidFill>
              </a:rPr>
              <a:t>Current State Architecture – Remarketing Market Hub </a:t>
            </a:r>
          </a:p>
        </p:txBody>
      </p:sp>
      <p:pic>
        <p:nvPicPr>
          <p:cNvPr id="11" name="Picture 10">
            <a:extLst>
              <a:ext uri="{FF2B5EF4-FFF2-40B4-BE49-F238E27FC236}">
                <a16:creationId xmlns:a16="http://schemas.microsoft.com/office/drawing/2014/main" id="{919A694D-18B3-6C9D-E901-5850F949C422}"/>
              </a:ext>
            </a:extLst>
          </p:cNvPr>
          <p:cNvPicPr>
            <a:picLocks noChangeAspect="1"/>
          </p:cNvPicPr>
          <p:nvPr/>
        </p:nvPicPr>
        <p:blipFill>
          <a:blip r:embed="rId2"/>
          <a:stretch>
            <a:fillRect/>
          </a:stretch>
        </p:blipFill>
        <p:spPr>
          <a:xfrm>
            <a:off x="257112" y="1464464"/>
            <a:ext cx="9377956" cy="3492769"/>
          </a:xfrm>
          <a:prstGeom prst="rect">
            <a:avLst/>
          </a:prstGeom>
        </p:spPr>
      </p:pic>
      <p:pic>
        <p:nvPicPr>
          <p:cNvPr id="13" name="Picture 12">
            <a:extLst>
              <a:ext uri="{FF2B5EF4-FFF2-40B4-BE49-F238E27FC236}">
                <a16:creationId xmlns:a16="http://schemas.microsoft.com/office/drawing/2014/main" id="{2961AA50-5714-7680-B830-253720F4EEA4}"/>
              </a:ext>
            </a:extLst>
          </p:cNvPr>
          <p:cNvPicPr>
            <a:picLocks noChangeAspect="1"/>
          </p:cNvPicPr>
          <p:nvPr/>
        </p:nvPicPr>
        <p:blipFill>
          <a:blip r:embed="rId3"/>
          <a:stretch>
            <a:fillRect/>
          </a:stretch>
        </p:blipFill>
        <p:spPr>
          <a:xfrm>
            <a:off x="257112" y="4957233"/>
            <a:ext cx="9496488" cy="1854200"/>
          </a:xfrm>
          <a:prstGeom prst="rect">
            <a:avLst/>
          </a:prstGeom>
        </p:spPr>
      </p:pic>
      <p:pic>
        <p:nvPicPr>
          <p:cNvPr id="15" name="Picture 14">
            <a:extLst>
              <a:ext uri="{FF2B5EF4-FFF2-40B4-BE49-F238E27FC236}">
                <a16:creationId xmlns:a16="http://schemas.microsoft.com/office/drawing/2014/main" id="{09E4FB3D-6037-27FA-5F6D-1A03AEB19EB8}"/>
              </a:ext>
            </a:extLst>
          </p:cNvPr>
          <p:cNvPicPr>
            <a:picLocks noChangeAspect="1"/>
          </p:cNvPicPr>
          <p:nvPr/>
        </p:nvPicPr>
        <p:blipFill>
          <a:blip r:embed="rId4"/>
          <a:stretch>
            <a:fillRect/>
          </a:stretch>
        </p:blipFill>
        <p:spPr>
          <a:xfrm>
            <a:off x="4326441" y="5099026"/>
            <a:ext cx="474186" cy="436081"/>
          </a:xfrm>
          <a:prstGeom prst="rect">
            <a:avLst/>
          </a:prstGeom>
        </p:spPr>
      </p:pic>
      <p:pic>
        <p:nvPicPr>
          <p:cNvPr id="19" name="Picture 18">
            <a:extLst>
              <a:ext uri="{FF2B5EF4-FFF2-40B4-BE49-F238E27FC236}">
                <a16:creationId xmlns:a16="http://schemas.microsoft.com/office/drawing/2014/main" id="{8094B9ED-9295-8DAA-C808-5DE0F94CB69D}"/>
              </a:ext>
            </a:extLst>
          </p:cNvPr>
          <p:cNvPicPr>
            <a:picLocks noChangeAspect="1"/>
          </p:cNvPicPr>
          <p:nvPr/>
        </p:nvPicPr>
        <p:blipFill>
          <a:blip r:embed="rId5"/>
          <a:stretch>
            <a:fillRect/>
          </a:stretch>
        </p:blipFill>
        <p:spPr>
          <a:xfrm>
            <a:off x="4317976" y="5041869"/>
            <a:ext cx="227565" cy="260047"/>
          </a:xfrm>
          <a:prstGeom prst="rect">
            <a:avLst/>
          </a:prstGeom>
        </p:spPr>
      </p:pic>
      <p:pic>
        <p:nvPicPr>
          <p:cNvPr id="7" name="Picture 6">
            <a:extLst>
              <a:ext uri="{FF2B5EF4-FFF2-40B4-BE49-F238E27FC236}">
                <a16:creationId xmlns:a16="http://schemas.microsoft.com/office/drawing/2014/main" id="{DBA26501-AFC2-D42B-BDE1-AD8EE9730118}"/>
              </a:ext>
            </a:extLst>
          </p:cNvPr>
          <p:cNvPicPr>
            <a:picLocks noChangeAspect="1"/>
          </p:cNvPicPr>
          <p:nvPr/>
        </p:nvPicPr>
        <p:blipFill>
          <a:blip r:embed="rId6"/>
          <a:stretch>
            <a:fillRect/>
          </a:stretch>
        </p:blipFill>
        <p:spPr>
          <a:xfrm>
            <a:off x="4131028" y="4488492"/>
            <a:ext cx="733258" cy="214534"/>
          </a:xfrm>
          <a:prstGeom prst="rect">
            <a:avLst/>
          </a:prstGeom>
        </p:spPr>
      </p:pic>
      <p:pic>
        <p:nvPicPr>
          <p:cNvPr id="14" name="Picture 13">
            <a:extLst>
              <a:ext uri="{FF2B5EF4-FFF2-40B4-BE49-F238E27FC236}">
                <a16:creationId xmlns:a16="http://schemas.microsoft.com/office/drawing/2014/main" id="{153AD399-6090-5B5C-383A-D8ED538EE1B6}"/>
              </a:ext>
            </a:extLst>
          </p:cNvPr>
          <p:cNvPicPr>
            <a:picLocks noChangeAspect="1"/>
          </p:cNvPicPr>
          <p:nvPr/>
        </p:nvPicPr>
        <p:blipFill>
          <a:blip r:embed="rId7"/>
          <a:stretch>
            <a:fillRect/>
          </a:stretch>
        </p:blipFill>
        <p:spPr>
          <a:xfrm>
            <a:off x="4414235" y="4452122"/>
            <a:ext cx="122591" cy="250904"/>
          </a:xfrm>
          <a:prstGeom prst="rect">
            <a:avLst/>
          </a:prstGeom>
        </p:spPr>
      </p:pic>
      <p:pic>
        <p:nvPicPr>
          <p:cNvPr id="8" name="Picture 7">
            <a:extLst>
              <a:ext uri="{FF2B5EF4-FFF2-40B4-BE49-F238E27FC236}">
                <a16:creationId xmlns:a16="http://schemas.microsoft.com/office/drawing/2014/main" id="{E0B19696-7010-E331-3C96-188FE03096D3}"/>
              </a:ext>
            </a:extLst>
          </p:cNvPr>
          <p:cNvPicPr>
            <a:picLocks noChangeAspect="1"/>
          </p:cNvPicPr>
          <p:nvPr/>
        </p:nvPicPr>
        <p:blipFill>
          <a:blip r:embed="rId8"/>
          <a:stretch>
            <a:fillRect/>
          </a:stretch>
        </p:blipFill>
        <p:spPr>
          <a:xfrm>
            <a:off x="6056688" y="6005860"/>
            <a:ext cx="3459823" cy="429899"/>
          </a:xfrm>
          <a:prstGeom prst="rect">
            <a:avLst/>
          </a:prstGeom>
        </p:spPr>
      </p:pic>
      <p:pic>
        <p:nvPicPr>
          <p:cNvPr id="12" name="Picture 11">
            <a:extLst>
              <a:ext uri="{FF2B5EF4-FFF2-40B4-BE49-F238E27FC236}">
                <a16:creationId xmlns:a16="http://schemas.microsoft.com/office/drawing/2014/main" id="{B10781FA-AA77-9769-D732-42E11762A1EC}"/>
              </a:ext>
            </a:extLst>
          </p:cNvPr>
          <p:cNvPicPr>
            <a:picLocks noChangeAspect="1"/>
          </p:cNvPicPr>
          <p:nvPr/>
        </p:nvPicPr>
        <p:blipFill>
          <a:blip r:embed="rId9"/>
          <a:stretch>
            <a:fillRect/>
          </a:stretch>
        </p:blipFill>
        <p:spPr>
          <a:xfrm>
            <a:off x="9762065" y="5200287"/>
            <a:ext cx="2336863" cy="1611146"/>
          </a:xfrm>
          <a:prstGeom prst="rect">
            <a:avLst/>
          </a:prstGeom>
        </p:spPr>
      </p:pic>
    </p:spTree>
    <p:extLst>
      <p:ext uri="{BB962C8B-B14F-4D97-AF65-F5344CB8AC3E}">
        <p14:creationId xmlns:p14="http://schemas.microsoft.com/office/powerpoint/2010/main" val="3320559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27956-3415-6178-5FA8-476D52AC719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1697087-7C9B-DB07-0AE1-C4DB00E806B2}"/>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F7C4767C-92EB-134F-3C34-480BA4728413}"/>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C899C437-F3AB-2CD3-B602-F8CB2FB8B0AC}"/>
              </a:ext>
            </a:extLst>
          </p:cNvPr>
          <p:cNvSpPr>
            <a:spLocks noGrp="1"/>
          </p:cNvSpPr>
          <p:nvPr>
            <p:ph type="ftr" sz="quarter" idx="16"/>
          </p:nvPr>
        </p:nvSpPr>
        <p:spPr/>
        <p:txBody>
          <a:bodyPr/>
          <a:lstStyle/>
          <a:p>
            <a:r>
              <a:rPr lang="en-US" b="0" noProof="0" dirty="0"/>
              <a:t>RDE</a:t>
            </a:r>
          </a:p>
        </p:txBody>
      </p:sp>
      <p:sp>
        <p:nvSpPr>
          <p:cNvPr id="6" name="Slide Number Placeholder 5">
            <a:extLst>
              <a:ext uri="{FF2B5EF4-FFF2-40B4-BE49-F238E27FC236}">
                <a16:creationId xmlns:a16="http://schemas.microsoft.com/office/drawing/2014/main" id="{5DAC5B54-4106-1F43-A615-67C165A2DC65}"/>
              </a:ext>
            </a:extLst>
          </p:cNvPr>
          <p:cNvSpPr>
            <a:spLocks noGrp="1"/>
          </p:cNvSpPr>
          <p:nvPr>
            <p:ph type="sldNum" sz="quarter" idx="17"/>
          </p:nvPr>
        </p:nvSpPr>
        <p:spPr/>
        <p:txBody>
          <a:bodyPr/>
          <a:lstStyle/>
          <a:p>
            <a:fld id="{E6F8DE9A-7219-F94A-A75F-5F0BFCB497DF}" type="slidenum">
              <a:rPr lang="en-US" smtClean="0"/>
              <a:pPr/>
              <a:t>8</a:t>
            </a:fld>
            <a:endParaRPr lang="en-US" dirty="0"/>
          </a:p>
        </p:txBody>
      </p:sp>
      <p:pic>
        <p:nvPicPr>
          <p:cNvPr id="15" name="Picture 14">
            <a:extLst>
              <a:ext uri="{FF2B5EF4-FFF2-40B4-BE49-F238E27FC236}">
                <a16:creationId xmlns:a16="http://schemas.microsoft.com/office/drawing/2014/main" id="{18F33AC1-D657-67BF-D21A-58EA9D83E19E}"/>
              </a:ext>
            </a:extLst>
          </p:cNvPr>
          <p:cNvPicPr>
            <a:picLocks noChangeAspect="1"/>
          </p:cNvPicPr>
          <p:nvPr/>
        </p:nvPicPr>
        <p:blipFill>
          <a:blip r:embed="rId2"/>
          <a:stretch>
            <a:fillRect/>
          </a:stretch>
        </p:blipFill>
        <p:spPr>
          <a:xfrm>
            <a:off x="36393" y="840825"/>
            <a:ext cx="12155607" cy="5864876"/>
          </a:xfrm>
          <a:prstGeom prst="rect">
            <a:avLst/>
          </a:prstGeom>
        </p:spPr>
      </p:pic>
    </p:spTree>
    <p:extLst>
      <p:ext uri="{BB962C8B-B14F-4D97-AF65-F5344CB8AC3E}">
        <p14:creationId xmlns:p14="http://schemas.microsoft.com/office/powerpoint/2010/main" val="474259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0FF07-F62C-B735-81E5-7200F9643E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7E069F9-F09B-A961-BC91-4526762607CC}"/>
              </a:ext>
            </a:extLst>
          </p:cNvPr>
          <p:cNvSpPr>
            <a:spLocks noGrp="1"/>
          </p:cNvSpPr>
          <p:nvPr>
            <p:ph type="body" idx="1"/>
          </p:nvPr>
        </p:nvSpPr>
        <p:spPr>
          <a:xfrm>
            <a:off x="0" y="439028"/>
            <a:ext cx="9683261" cy="335964"/>
          </a:xfrm>
        </p:spPr>
        <p:txBody>
          <a:bodyPr/>
          <a:lstStyle/>
          <a:p>
            <a:r>
              <a:rPr lang="en-US" dirty="0"/>
              <a:t>Enterprise Architecture</a:t>
            </a:r>
          </a:p>
        </p:txBody>
      </p:sp>
      <p:sp>
        <p:nvSpPr>
          <p:cNvPr id="4" name="Date Placeholder 3">
            <a:extLst>
              <a:ext uri="{FF2B5EF4-FFF2-40B4-BE49-F238E27FC236}">
                <a16:creationId xmlns:a16="http://schemas.microsoft.com/office/drawing/2014/main" id="{9A5AC460-54F6-0BC1-4DA9-F1F62D771084}"/>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AA5867FA-2136-A53A-1CC3-EB1CABBAAE79}"/>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77CA52AA-DB8F-CF89-3C5E-32B4660ED6B8}"/>
              </a:ext>
            </a:extLst>
          </p:cNvPr>
          <p:cNvSpPr>
            <a:spLocks noGrp="1"/>
          </p:cNvSpPr>
          <p:nvPr>
            <p:ph type="sldNum" sz="quarter" idx="17"/>
          </p:nvPr>
        </p:nvSpPr>
        <p:spPr/>
        <p:txBody>
          <a:bodyPr/>
          <a:lstStyle/>
          <a:p>
            <a:fld id="{E6F8DE9A-7219-F94A-A75F-5F0BFCB497DF}" type="slidenum">
              <a:rPr lang="en-US" smtClean="0"/>
              <a:pPr/>
              <a:t>9</a:t>
            </a:fld>
            <a:endParaRPr lang="en-US" dirty="0"/>
          </a:p>
        </p:txBody>
      </p:sp>
      <p:sp>
        <p:nvSpPr>
          <p:cNvPr id="10" name="TextBox 9">
            <a:extLst>
              <a:ext uri="{FF2B5EF4-FFF2-40B4-BE49-F238E27FC236}">
                <a16:creationId xmlns:a16="http://schemas.microsoft.com/office/drawing/2014/main" id="{C057C643-DC2A-6123-76AC-CED194B6D2BA}"/>
              </a:ext>
            </a:extLst>
          </p:cNvPr>
          <p:cNvSpPr txBox="1"/>
          <p:nvPr/>
        </p:nvSpPr>
        <p:spPr>
          <a:xfrm>
            <a:off x="401772" y="795628"/>
            <a:ext cx="8879716" cy="369332"/>
          </a:xfrm>
          <a:prstGeom prst="rect">
            <a:avLst/>
          </a:prstGeom>
          <a:noFill/>
        </p:spPr>
        <p:txBody>
          <a:bodyPr wrap="square" rtlCol="0">
            <a:spAutoFit/>
          </a:bodyPr>
          <a:lstStyle/>
          <a:p>
            <a:r>
              <a:rPr lang="en-US" b="1" dirty="0">
                <a:solidFill>
                  <a:srgbClr val="002060"/>
                </a:solidFill>
              </a:rPr>
              <a:t>High level system architecture -  Transitional</a:t>
            </a:r>
          </a:p>
        </p:txBody>
      </p:sp>
      <p:sp>
        <p:nvSpPr>
          <p:cNvPr id="15" name="TextBox 14">
            <a:extLst>
              <a:ext uri="{FF2B5EF4-FFF2-40B4-BE49-F238E27FC236}">
                <a16:creationId xmlns:a16="http://schemas.microsoft.com/office/drawing/2014/main" id="{35B80B52-0B4A-39CB-8F58-C2230CD91598}"/>
              </a:ext>
            </a:extLst>
          </p:cNvPr>
          <p:cNvSpPr txBox="1"/>
          <p:nvPr/>
        </p:nvSpPr>
        <p:spPr>
          <a:xfrm>
            <a:off x="10906124" y="1164960"/>
            <a:ext cx="1114426" cy="2677656"/>
          </a:xfrm>
          <a:prstGeom prst="rect">
            <a:avLst/>
          </a:prstGeom>
          <a:noFill/>
        </p:spPr>
        <p:txBody>
          <a:bodyPr wrap="square">
            <a:spAutoFit/>
          </a:bodyPr>
          <a:lstStyle/>
          <a:p>
            <a:r>
              <a:rPr lang="en-US" sz="1200" dirty="0">
                <a:hlinkClick r:id="rId2"/>
              </a:rPr>
              <a:t>https://lucid.app/lucidchart/356752bb-4f7e-47fb-9d30-e26d35d1573a/edit?invitationId=inv_1a65fe7c-87ea-41c8-ba25-d9339c2e10b2&amp;page=0_0#</a:t>
            </a:r>
            <a:r>
              <a:rPr lang="en-US" sz="1200" dirty="0"/>
              <a:t> </a:t>
            </a:r>
          </a:p>
        </p:txBody>
      </p:sp>
      <p:pic>
        <p:nvPicPr>
          <p:cNvPr id="9" name="Picture 8">
            <a:extLst>
              <a:ext uri="{FF2B5EF4-FFF2-40B4-BE49-F238E27FC236}">
                <a16:creationId xmlns:a16="http://schemas.microsoft.com/office/drawing/2014/main" id="{5E395092-1387-196C-FDAF-35F98C1F81BD}"/>
              </a:ext>
            </a:extLst>
          </p:cNvPr>
          <p:cNvPicPr>
            <a:picLocks noChangeAspect="1"/>
          </p:cNvPicPr>
          <p:nvPr/>
        </p:nvPicPr>
        <p:blipFill>
          <a:blip r:embed="rId3"/>
          <a:stretch>
            <a:fillRect/>
          </a:stretch>
        </p:blipFill>
        <p:spPr>
          <a:xfrm>
            <a:off x="220717" y="1164960"/>
            <a:ext cx="10251528" cy="5676722"/>
          </a:xfrm>
          <a:prstGeom prst="rect">
            <a:avLst/>
          </a:prstGeom>
        </p:spPr>
      </p:pic>
    </p:spTree>
    <p:extLst>
      <p:ext uri="{BB962C8B-B14F-4D97-AF65-F5344CB8AC3E}">
        <p14:creationId xmlns:p14="http://schemas.microsoft.com/office/powerpoint/2010/main" val="2218175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61CC-C1D0-42D8-EA62-2A1D7BA824B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0616EA9-68BE-FD40-F28B-61E3DFD73AE6}"/>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9FC778D7-C649-CCCF-2AF1-AB9E53D53425}"/>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F61ABE4D-919B-4E94-5FBC-A37F8FB69CA9}"/>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06A7DE7D-1782-B481-B6CB-D1B536A2C081}"/>
              </a:ext>
            </a:extLst>
          </p:cNvPr>
          <p:cNvSpPr>
            <a:spLocks noGrp="1"/>
          </p:cNvSpPr>
          <p:nvPr>
            <p:ph type="sldNum" sz="quarter" idx="17"/>
          </p:nvPr>
        </p:nvSpPr>
        <p:spPr/>
        <p:txBody>
          <a:bodyPr/>
          <a:lstStyle/>
          <a:p>
            <a:fld id="{E6F8DE9A-7219-F94A-A75F-5F0BFCB497DF}" type="slidenum">
              <a:rPr lang="en-US" smtClean="0"/>
              <a:pPr/>
              <a:t>10</a:t>
            </a:fld>
            <a:endParaRPr lang="en-US" dirty="0"/>
          </a:p>
        </p:txBody>
      </p:sp>
      <p:sp>
        <p:nvSpPr>
          <p:cNvPr id="10" name="TextBox 9">
            <a:extLst>
              <a:ext uri="{FF2B5EF4-FFF2-40B4-BE49-F238E27FC236}">
                <a16:creationId xmlns:a16="http://schemas.microsoft.com/office/drawing/2014/main" id="{AD0AD810-4A7A-3DDE-E595-551E720996AE}"/>
              </a:ext>
            </a:extLst>
          </p:cNvPr>
          <p:cNvSpPr txBox="1"/>
          <p:nvPr/>
        </p:nvSpPr>
        <p:spPr>
          <a:xfrm>
            <a:off x="777632" y="888343"/>
            <a:ext cx="9899893" cy="369332"/>
          </a:xfrm>
          <a:prstGeom prst="rect">
            <a:avLst/>
          </a:prstGeom>
          <a:noFill/>
        </p:spPr>
        <p:txBody>
          <a:bodyPr wrap="square" rtlCol="0">
            <a:spAutoFit/>
          </a:bodyPr>
          <a:lstStyle/>
          <a:p>
            <a:r>
              <a:rPr lang="en-US" b="1" dirty="0">
                <a:solidFill>
                  <a:srgbClr val="002060"/>
                </a:solidFill>
              </a:rPr>
              <a:t>Strategic Alignment – Describe how target architecture aligns to strategy</a:t>
            </a:r>
          </a:p>
        </p:txBody>
      </p:sp>
      <p:graphicFrame>
        <p:nvGraphicFramePr>
          <p:cNvPr id="9" name="Table 8">
            <a:extLst>
              <a:ext uri="{FF2B5EF4-FFF2-40B4-BE49-F238E27FC236}">
                <a16:creationId xmlns:a16="http://schemas.microsoft.com/office/drawing/2014/main" id="{035625CF-087E-0A6B-16B6-047A52E3270D}"/>
              </a:ext>
            </a:extLst>
          </p:cNvPr>
          <p:cNvGraphicFramePr>
            <a:graphicFrameLocks noGrp="1"/>
          </p:cNvGraphicFramePr>
          <p:nvPr>
            <p:extLst>
              <p:ext uri="{D42A27DB-BD31-4B8C-83A1-F6EECF244321}">
                <p14:modId xmlns:p14="http://schemas.microsoft.com/office/powerpoint/2010/main" val="932374469"/>
              </p:ext>
            </p:extLst>
          </p:nvPr>
        </p:nvGraphicFramePr>
        <p:xfrm>
          <a:off x="417591" y="888343"/>
          <a:ext cx="9589129" cy="5966343"/>
        </p:xfrm>
        <a:graphic>
          <a:graphicData uri="http://schemas.openxmlformats.org/drawingml/2006/table">
            <a:tbl>
              <a:tblPr firstRow="1" bandRow="1">
                <a:tableStyleId>{5C22544A-7EE6-4342-B048-85BDC9FD1C3A}</a:tableStyleId>
              </a:tblPr>
              <a:tblGrid>
                <a:gridCol w="2401395">
                  <a:extLst>
                    <a:ext uri="{9D8B030D-6E8A-4147-A177-3AD203B41FA5}">
                      <a16:colId xmlns:a16="http://schemas.microsoft.com/office/drawing/2014/main" val="3701921155"/>
                    </a:ext>
                  </a:extLst>
                </a:gridCol>
                <a:gridCol w="2512595">
                  <a:extLst>
                    <a:ext uri="{9D8B030D-6E8A-4147-A177-3AD203B41FA5}">
                      <a16:colId xmlns:a16="http://schemas.microsoft.com/office/drawing/2014/main" val="3213934809"/>
                    </a:ext>
                  </a:extLst>
                </a:gridCol>
                <a:gridCol w="1843607">
                  <a:extLst>
                    <a:ext uri="{9D8B030D-6E8A-4147-A177-3AD203B41FA5}">
                      <a16:colId xmlns:a16="http://schemas.microsoft.com/office/drawing/2014/main" val="2027903349"/>
                    </a:ext>
                  </a:extLst>
                </a:gridCol>
                <a:gridCol w="1874723">
                  <a:extLst>
                    <a:ext uri="{9D8B030D-6E8A-4147-A177-3AD203B41FA5}">
                      <a16:colId xmlns:a16="http://schemas.microsoft.com/office/drawing/2014/main" val="1369023434"/>
                    </a:ext>
                  </a:extLst>
                </a:gridCol>
                <a:gridCol w="956809">
                  <a:extLst>
                    <a:ext uri="{9D8B030D-6E8A-4147-A177-3AD203B41FA5}">
                      <a16:colId xmlns:a16="http://schemas.microsoft.com/office/drawing/2014/main" val="704405466"/>
                    </a:ext>
                  </a:extLst>
                </a:gridCol>
              </a:tblGrid>
              <a:tr h="411363">
                <a:tc>
                  <a:txBody>
                    <a:bodyPr/>
                    <a:lstStyle/>
                    <a:p>
                      <a:r>
                        <a:rPr lang="en-US" dirty="0"/>
                        <a:t>Capability</a:t>
                      </a:r>
                    </a:p>
                  </a:txBody>
                  <a:tcPr/>
                </a:tc>
                <a:tc>
                  <a:txBody>
                    <a:bodyPr/>
                    <a:lstStyle/>
                    <a:p>
                      <a:r>
                        <a:rPr lang="en-US" dirty="0"/>
                        <a:t>Features</a:t>
                      </a:r>
                    </a:p>
                  </a:txBody>
                  <a:tcPr/>
                </a:tc>
                <a:tc>
                  <a:txBody>
                    <a:bodyPr/>
                    <a:lstStyle/>
                    <a:p>
                      <a:r>
                        <a:rPr lang="en-US" dirty="0"/>
                        <a:t>Application Name</a:t>
                      </a:r>
                    </a:p>
                  </a:txBody>
                  <a:tcPr/>
                </a:tc>
                <a:tc>
                  <a:txBody>
                    <a:bodyPr/>
                    <a:lstStyle/>
                    <a:p>
                      <a:r>
                        <a:rPr lang="en-US" dirty="0"/>
                        <a:t>Application Status</a:t>
                      </a:r>
                    </a:p>
                  </a:txBody>
                  <a:tcPr/>
                </a:tc>
                <a:tc>
                  <a:txBody>
                    <a:bodyPr/>
                    <a:lstStyle/>
                    <a:p>
                      <a:endParaRPr lang="en-US"/>
                    </a:p>
                  </a:txBody>
                  <a:tcPr/>
                </a:tc>
                <a:extLst>
                  <a:ext uri="{0D108BD9-81ED-4DB2-BD59-A6C34878D82A}">
                    <a16:rowId xmlns:a16="http://schemas.microsoft.com/office/drawing/2014/main" val="1861457087"/>
                  </a:ext>
                </a:extLst>
              </a:tr>
              <a:tr h="1520263">
                <a:tc>
                  <a:txBody>
                    <a:bodyPr/>
                    <a:lstStyle/>
                    <a:p>
                      <a:r>
                        <a:rPr lang="en-US" sz="1100" dirty="0"/>
                        <a:t>New Grounding</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b="1" kern="1200" dirty="0">
                          <a:solidFill>
                            <a:schemeClr val="dk1"/>
                          </a:solidFill>
                          <a:effectLst/>
                          <a:latin typeface="+mn-lt"/>
                          <a:ea typeface="+mn-ea"/>
                          <a:cs typeface="+mn-cs"/>
                        </a:rPr>
                        <a:t>Market-Based Price Display at Vehicle Check-In :  </a:t>
                      </a:r>
                      <a:r>
                        <a:rPr lang="en-US" sz="1050" dirty="0" err="1"/>
                        <a:t>MarketHub</a:t>
                      </a:r>
                      <a:r>
                        <a:rPr lang="en-US" sz="1050" dirty="0"/>
                        <a:t> will display a VIN-level market-based price when a vehicle is checked in. The price will be retrieved from the FICO Decision Engine and presented to the user in near real time to support pricing visibility during the vehicle intake process (Grounding). </a:t>
                      </a:r>
                    </a:p>
                    <a:p>
                      <a:endParaRPr lang="en-US" sz="1050" b="1" kern="1200" dirty="0">
                        <a:solidFill>
                          <a:schemeClr val="dk1"/>
                        </a:solidFill>
                        <a:effectLst/>
                        <a:latin typeface="+mn-lt"/>
                        <a:ea typeface="+mn-ea"/>
                        <a:cs typeface="+mn-cs"/>
                      </a:endParaRPr>
                    </a:p>
                  </a:txBody>
                  <a:tcPr/>
                </a:tc>
                <a:tc>
                  <a:txBody>
                    <a:bodyPr/>
                    <a:lstStyle/>
                    <a:p>
                      <a:r>
                        <a:rPr lang="en-US" sz="1100" dirty="0"/>
                        <a:t>Salesforce App – Remarketing </a:t>
                      </a:r>
                      <a:r>
                        <a:rPr lang="en-US" sz="1100" dirty="0" err="1"/>
                        <a:t>MarketHUB</a:t>
                      </a:r>
                      <a:endParaRPr lang="en-US" sz="1100"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919752453"/>
                  </a:ext>
                </a:extLst>
              </a:tr>
              <a:tr h="1520263">
                <a:tc>
                  <a:txBody>
                    <a:bodyPr/>
                    <a:lstStyle/>
                    <a:p>
                      <a:r>
                        <a:rPr lang="en-US" sz="1100" b="0" i="0" kern="1200" dirty="0">
                          <a:solidFill>
                            <a:schemeClr val="dk1"/>
                          </a:solidFill>
                          <a:effectLst/>
                          <a:latin typeface="+mn-lt"/>
                          <a:ea typeface="+mn-ea"/>
                          <a:cs typeface="+mn-cs"/>
                        </a:rPr>
                        <a:t>Daily Refresh of Market-Based Price from Decision Engine Calculation (anything already Checked-In, not sold)</a:t>
                      </a:r>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b="1" kern="1200" dirty="0">
                          <a:solidFill>
                            <a:schemeClr val="dk1"/>
                          </a:solidFill>
                          <a:effectLst/>
                          <a:latin typeface="+mn-lt"/>
                          <a:ea typeface="+mn-ea"/>
                          <a:cs typeface="+mn-cs"/>
                        </a:rPr>
                        <a:t>Market-Based Price Refresh for Active Vehicles : </a:t>
                      </a:r>
                    </a:p>
                    <a:p>
                      <a:r>
                        <a:rPr lang="en-US" sz="1050" dirty="0" err="1"/>
                        <a:t>MarketHub</a:t>
                      </a:r>
                      <a:r>
                        <a:rPr lang="en-US" sz="1050" dirty="0"/>
                        <a:t> will support refreshed market pricing for vehicles that have been checked in but have not yet been sold. Updated pricing will reflect the most current vehicle attributes, model adjustments and Lifecycle stage information.</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Salesforce App – Remarketing </a:t>
                      </a:r>
                      <a:r>
                        <a:rPr lang="en-US" sz="1100" dirty="0" err="1"/>
                        <a:t>MarketHUB</a:t>
                      </a:r>
                      <a:endParaRPr lang="en-US" sz="1100" dirty="0"/>
                    </a:p>
                    <a:p>
                      <a:endParaRPr lang="en-US" sz="11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645722"/>
                  </a:ext>
                </a:extLst>
              </a:tr>
              <a:tr h="1837930">
                <a:tc>
                  <a:txBody>
                    <a:bodyPr/>
                    <a:lstStyle/>
                    <a:p>
                      <a:r>
                        <a:rPr lang="en-US" sz="1100" b="0" kern="1200" dirty="0">
                          <a:solidFill>
                            <a:schemeClr val="dk1"/>
                          </a:solidFill>
                          <a:effectLst/>
                          <a:latin typeface="+mn-lt"/>
                          <a:ea typeface="+mn-ea"/>
                          <a:cs typeface="+mn-cs"/>
                        </a:rPr>
                        <a:t>FICO Decision Engine Pricing</a:t>
                      </a:r>
                      <a:endParaRPr lang="en-US" sz="1100" b="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b="1" kern="1200" dirty="0">
                          <a:solidFill>
                            <a:schemeClr val="dk1"/>
                          </a:solidFill>
                          <a:effectLst/>
                          <a:latin typeface="+mn-lt"/>
                          <a:ea typeface="+mn-ea"/>
                          <a:cs typeface="+mn-cs"/>
                        </a:rPr>
                        <a:t>FICO Decision Engine Pricing Integration and Fallback Pricing : </a:t>
                      </a:r>
                      <a:r>
                        <a:rPr lang="en-US" sz="1050" dirty="0" err="1"/>
                        <a:t>MarketHub</a:t>
                      </a:r>
                      <a:r>
                        <a:rPr lang="en-US" sz="1050" dirty="0"/>
                        <a:t> will integrate with the FICO Decision Engine to retrieve market-based pricing using the vehicle VIN. When the FICO decision engine calculated price confidence is low, the </a:t>
                      </a:r>
                      <a:r>
                        <a:rPr lang="en-US" sz="1050" dirty="0" err="1"/>
                        <a:t>aMMR</a:t>
                      </a:r>
                      <a:r>
                        <a:rPr lang="en-US" sz="1050" dirty="0"/>
                        <a:t> Market Price is returned as a backup to ensure a Market Price is always visible.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sz="1050" b="1" kern="1200" dirty="0">
                        <a:solidFill>
                          <a:schemeClr val="dk1"/>
                        </a:solidFill>
                        <a:effectLst/>
                        <a:latin typeface="+mn-lt"/>
                        <a:ea typeface="+mn-ea"/>
                        <a:cs typeface="+mn-cs"/>
                      </a:endParaRPr>
                    </a:p>
                    <a:p>
                      <a:endParaRPr lang="en-US" sz="1050" dirty="0"/>
                    </a:p>
                  </a:txBody>
                  <a:tcPr/>
                </a:tc>
                <a:tc>
                  <a:txBody>
                    <a:bodyPr/>
                    <a:lstStyle/>
                    <a:p>
                      <a:r>
                        <a:rPr lang="en-US" sz="1100" dirty="0"/>
                        <a:t>FICO Decision Engine</a:t>
                      </a:r>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701414071"/>
                  </a:ext>
                </a:extLst>
              </a:tr>
            </a:tbl>
          </a:graphicData>
        </a:graphic>
      </p:graphicFrame>
    </p:spTree>
    <p:extLst>
      <p:ext uri="{BB962C8B-B14F-4D97-AF65-F5344CB8AC3E}">
        <p14:creationId xmlns:p14="http://schemas.microsoft.com/office/powerpoint/2010/main" val="2071075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9193D-9E22-DA08-7888-85F1211BF5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DEF0148-783C-17D4-22AD-3953C8BD583F}"/>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3742742B-D0F9-33D0-5128-5DD0FA71675A}"/>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C500380A-304D-4D2D-F491-71952FE239D7}"/>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FD0DF2FA-5A7F-98B5-4EE5-DC2FA91BC923}"/>
              </a:ext>
            </a:extLst>
          </p:cNvPr>
          <p:cNvSpPr>
            <a:spLocks noGrp="1"/>
          </p:cNvSpPr>
          <p:nvPr>
            <p:ph type="sldNum" sz="quarter" idx="17"/>
          </p:nvPr>
        </p:nvSpPr>
        <p:spPr/>
        <p:txBody>
          <a:bodyPr/>
          <a:lstStyle/>
          <a:p>
            <a:fld id="{E6F8DE9A-7219-F94A-A75F-5F0BFCB497DF}" type="slidenum">
              <a:rPr lang="en-US" smtClean="0"/>
              <a:pPr/>
              <a:t>11</a:t>
            </a:fld>
            <a:endParaRPr lang="en-US" dirty="0"/>
          </a:p>
        </p:txBody>
      </p:sp>
      <p:sp>
        <p:nvSpPr>
          <p:cNvPr id="10" name="TextBox 9">
            <a:extLst>
              <a:ext uri="{FF2B5EF4-FFF2-40B4-BE49-F238E27FC236}">
                <a16:creationId xmlns:a16="http://schemas.microsoft.com/office/drawing/2014/main" id="{D1D2A8EA-1C34-75A5-EACF-5D8BE605FD6C}"/>
              </a:ext>
            </a:extLst>
          </p:cNvPr>
          <p:cNvSpPr txBox="1"/>
          <p:nvPr/>
        </p:nvSpPr>
        <p:spPr>
          <a:xfrm>
            <a:off x="685674" y="1014578"/>
            <a:ext cx="8869504" cy="369332"/>
          </a:xfrm>
          <a:prstGeom prst="rect">
            <a:avLst/>
          </a:prstGeom>
          <a:noFill/>
        </p:spPr>
        <p:txBody>
          <a:bodyPr wrap="square" rtlCol="0">
            <a:spAutoFit/>
          </a:bodyPr>
          <a:lstStyle/>
          <a:p>
            <a:r>
              <a:rPr lang="en-US" b="1" dirty="0">
                <a:solidFill>
                  <a:srgbClr val="002060"/>
                </a:solidFill>
              </a:rPr>
              <a:t>Technology Selections Rationale</a:t>
            </a:r>
          </a:p>
        </p:txBody>
      </p:sp>
      <p:graphicFrame>
        <p:nvGraphicFramePr>
          <p:cNvPr id="3" name="Table 2">
            <a:extLst>
              <a:ext uri="{FF2B5EF4-FFF2-40B4-BE49-F238E27FC236}">
                <a16:creationId xmlns:a16="http://schemas.microsoft.com/office/drawing/2014/main" id="{8ADDF238-ED47-72BD-568A-9EDDF5E68F70}"/>
              </a:ext>
            </a:extLst>
          </p:cNvPr>
          <p:cNvGraphicFramePr>
            <a:graphicFrameLocks noGrp="1"/>
          </p:cNvGraphicFramePr>
          <p:nvPr>
            <p:extLst>
              <p:ext uri="{D42A27DB-BD31-4B8C-83A1-F6EECF244321}">
                <p14:modId xmlns:p14="http://schemas.microsoft.com/office/powerpoint/2010/main" val="4104078487"/>
              </p:ext>
            </p:extLst>
          </p:nvPr>
        </p:nvGraphicFramePr>
        <p:xfrm>
          <a:off x="777632" y="1534675"/>
          <a:ext cx="10482550" cy="3669391"/>
        </p:xfrm>
        <a:graphic>
          <a:graphicData uri="http://schemas.openxmlformats.org/drawingml/2006/table">
            <a:tbl>
              <a:tblPr firstRow="1" bandRow="1">
                <a:tableStyleId>{5C22544A-7EE6-4342-B048-85BDC9FD1C3A}</a:tableStyleId>
              </a:tblPr>
              <a:tblGrid>
                <a:gridCol w="2096510">
                  <a:extLst>
                    <a:ext uri="{9D8B030D-6E8A-4147-A177-3AD203B41FA5}">
                      <a16:colId xmlns:a16="http://schemas.microsoft.com/office/drawing/2014/main" val="3701921155"/>
                    </a:ext>
                  </a:extLst>
                </a:gridCol>
                <a:gridCol w="2096510">
                  <a:extLst>
                    <a:ext uri="{9D8B030D-6E8A-4147-A177-3AD203B41FA5}">
                      <a16:colId xmlns:a16="http://schemas.microsoft.com/office/drawing/2014/main" val="3213934809"/>
                    </a:ext>
                  </a:extLst>
                </a:gridCol>
                <a:gridCol w="2096510">
                  <a:extLst>
                    <a:ext uri="{9D8B030D-6E8A-4147-A177-3AD203B41FA5}">
                      <a16:colId xmlns:a16="http://schemas.microsoft.com/office/drawing/2014/main" val="2027903349"/>
                    </a:ext>
                  </a:extLst>
                </a:gridCol>
                <a:gridCol w="2096510">
                  <a:extLst>
                    <a:ext uri="{9D8B030D-6E8A-4147-A177-3AD203B41FA5}">
                      <a16:colId xmlns:a16="http://schemas.microsoft.com/office/drawing/2014/main" val="1369023434"/>
                    </a:ext>
                  </a:extLst>
                </a:gridCol>
                <a:gridCol w="2096510">
                  <a:extLst>
                    <a:ext uri="{9D8B030D-6E8A-4147-A177-3AD203B41FA5}">
                      <a16:colId xmlns:a16="http://schemas.microsoft.com/office/drawing/2014/main" val="704405466"/>
                    </a:ext>
                  </a:extLst>
                </a:gridCol>
              </a:tblGrid>
              <a:tr h="633155">
                <a:tc>
                  <a:txBody>
                    <a:bodyPr/>
                    <a:lstStyle/>
                    <a:p>
                      <a:r>
                        <a:rPr lang="en-US" dirty="0"/>
                        <a:t>Technology Capability Needed</a:t>
                      </a:r>
                    </a:p>
                  </a:txBody>
                  <a:tcPr/>
                </a:tc>
                <a:tc>
                  <a:txBody>
                    <a:bodyPr/>
                    <a:lstStyle/>
                    <a:p>
                      <a:r>
                        <a:rPr lang="en-US" dirty="0"/>
                        <a:t>Options Considered</a:t>
                      </a:r>
                    </a:p>
                  </a:txBody>
                  <a:tcPr/>
                </a:tc>
                <a:tc>
                  <a:txBody>
                    <a:bodyPr/>
                    <a:lstStyle/>
                    <a:p>
                      <a:r>
                        <a:rPr lang="en-US" dirty="0"/>
                        <a:t>Selection</a:t>
                      </a:r>
                    </a:p>
                  </a:txBody>
                  <a:tcPr/>
                </a:tc>
                <a:tc>
                  <a:txBody>
                    <a:bodyPr/>
                    <a:lstStyle/>
                    <a:p>
                      <a:r>
                        <a:rPr lang="en-US" dirty="0"/>
                        <a:t>Detail/Rationale</a:t>
                      </a:r>
                    </a:p>
                  </a:txBody>
                  <a:tcPr/>
                </a:tc>
                <a:tc>
                  <a:txBody>
                    <a:bodyPr/>
                    <a:lstStyle/>
                    <a:p>
                      <a:r>
                        <a:rPr lang="en-US" dirty="0"/>
                        <a:t>Application Status</a:t>
                      </a:r>
                    </a:p>
                  </a:txBody>
                  <a:tcPr/>
                </a:tc>
                <a:extLst>
                  <a:ext uri="{0D108BD9-81ED-4DB2-BD59-A6C34878D82A}">
                    <a16:rowId xmlns:a16="http://schemas.microsoft.com/office/drawing/2014/main" val="1861457087"/>
                  </a:ext>
                </a:extLst>
              </a:tr>
              <a:tr h="864900">
                <a:tc>
                  <a:txBody>
                    <a:bodyPr/>
                    <a:lstStyle/>
                    <a:p>
                      <a:r>
                        <a:rPr lang="en-US" dirty="0"/>
                        <a:t>Decision Engine</a:t>
                      </a:r>
                    </a:p>
                  </a:txBody>
                  <a:tcPr/>
                </a:tc>
                <a:tc>
                  <a:txBody>
                    <a:bodyPr/>
                    <a:lstStyle/>
                    <a:p>
                      <a:endParaRPr lang="en-US"/>
                    </a:p>
                  </a:txBody>
                  <a:tcPr/>
                </a:tc>
                <a:tc>
                  <a:txBody>
                    <a:bodyPr/>
                    <a:lstStyle/>
                    <a:p>
                      <a:r>
                        <a:rPr lang="en-US" dirty="0"/>
                        <a:t>FICO</a:t>
                      </a:r>
                    </a:p>
                  </a:txBody>
                  <a:tcPr/>
                </a:tc>
                <a:tc>
                  <a:txBody>
                    <a:bodyPr/>
                    <a:lstStyle/>
                    <a:p>
                      <a:r>
                        <a:rPr lang="en-US" dirty="0"/>
                        <a:t>FICO is already used by business in other areas.</a:t>
                      </a:r>
                    </a:p>
                  </a:txBody>
                  <a:tcPr/>
                </a:tc>
                <a:tc>
                  <a:txBody>
                    <a:bodyPr/>
                    <a:lstStyle/>
                    <a:p>
                      <a:r>
                        <a:rPr lang="en-US" dirty="0"/>
                        <a:t>Invest</a:t>
                      </a:r>
                    </a:p>
                  </a:txBody>
                  <a:tcPr/>
                </a:tc>
                <a:extLst>
                  <a:ext uri="{0D108BD9-81ED-4DB2-BD59-A6C34878D82A}">
                    <a16:rowId xmlns:a16="http://schemas.microsoft.com/office/drawing/2014/main" val="24645722"/>
                  </a:ext>
                </a:extLst>
              </a:tr>
              <a:tr h="1085668">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701414071"/>
                  </a:ext>
                </a:extLst>
              </a:tr>
              <a:tr h="1085668">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961589448"/>
                  </a:ext>
                </a:extLst>
              </a:tr>
            </a:tbl>
          </a:graphicData>
        </a:graphic>
      </p:graphicFrame>
    </p:spTree>
    <p:extLst>
      <p:ext uri="{BB962C8B-B14F-4D97-AF65-F5344CB8AC3E}">
        <p14:creationId xmlns:p14="http://schemas.microsoft.com/office/powerpoint/2010/main" val="263890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724D0-6743-E6E8-8AB1-588E7A30FDC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ECFE7EE-6BBE-E4F1-3CD9-39FD16902ECC}"/>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0F66E30F-25F5-5444-E7E6-07827A24BC64}"/>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073DECD1-5A47-C432-3552-DB8B7C246F39}"/>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F4CECE57-4462-0C1A-CAAC-E646986AA988}"/>
              </a:ext>
            </a:extLst>
          </p:cNvPr>
          <p:cNvSpPr>
            <a:spLocks noGrp="1"/>
          </p:cNvSpPr>
          <p:nvPr>
            <p:ph type="sldNum" sz="quarter" idx="17"/>
          </p:nvPr>
        </p:nvSpPr>
        <p:spPr/>
        <p:txBody>
          <a:bodyPr/>
          <a:lstStyle/>
          <a:p>
            <a:fld id="{E6F8DE9A-7219-F94A-A75F-5F0BFCB497DF}" type="slidenum">
              <a:rPr lang="en-US" smtClean="0"/>
              <a:pPr/>
              <a:t>12</a:t>
            </a:fld>
            <a:endParaRPr lang="en-US" dirty="0"/>
          </a:p>
        </p:txBody>
      </p:sp>
      <p:sp>
        <p:nvSpPr>
          <p:cNvPr id="10" name="TextBox 9">
            <a:extLst>
              <a:ext uri="{FF2B5EF4-FFF2-40B4-BE49-F238E27FC236}">
                <a16:creationId xmlns:a16="http://schemas.microsoft.com/office/drawing/2014/main" id="{19008180-FE26-5CEF-4FA7-75A50BFB11DA}"/>
              </a:ext>
            </a:extLst>
          </p:cNvPr>
          <p:cNvSpPr txBox="1"/>
          <p:nvPr/>
        </p:nvSpPr>
        <p:spPr>
          <a:xfrm>
            <a:off x="623329" y="893685"/>
            <a:ext cx="8869504" cy="369332"/>
          </a:xfrm>
          <a:prstGeom prst="rect">
            <a:avLst/>
          </a:prstGeom>
          <a:noFill/>
        </p:spPr>
        <p:txBody>
          <a:bodyPr wrap="square" rtlCol="0">
            <a:spAutoFit/>
          </a:bodyPr>
          <a:lstStyle/>
          <a:p>
            <a:r>
              <a:rPr lang="en-US" b="1" dirty="0">
                <a:solidFill>
                  <a:srgbClr val="002060"/>
                </a:solidFill>
              </a:rPr>
              <a:t>Deployment Architecture</a:t>
            </a:r>
          </a:p>
        </p:txBody>
      </p:sp>
      <p:pic>
        <p:nvPicPr>
          <p:cNvPr id="11" name="Picture 10">
            <a:extLst>
              <a:ext uri="{FF2B5EF4-FFF2-40B4-BE49-F238E27FC236}">
                <a16:creationId xmlns:a16="http://schemas.microsoft.com/office/drawing/2014/main" id="{B8661958-9B7B-DACE-EB3E-B98756E5BE24}"/>
              </a:ext>
            </a:extLst>
          </p:cNvPr>
          <p:cNvPicPr>
            <a:picLocks noChangeAspect="1"/>
          </p:cNvPicPr>
          <p:nvPr/>
        </p:nvPicPr>
        <p:blipFill>
          <a:blip r:embed="rId2"/>
          <a:stretch>
            <a:fillRect/>
          </a:stretch>
        </p:blipFill>
        <p:spPr>
          <a:xfrm>
            <a:off x="546099" y="1370888"/>
            <a:ext cx="9526615" cy="5487111"/>
          </a:xfrm>
          <a:prstGeom prst="rect">
            <a:avLst/>
          </a:prstGeom>
        </p:spPr>
      </p:pic>
      <p:sp>
        <p:nvSpPr>
          <p:cNvPr id="13" name="TextBox 12">
            <a:extLst>
              <a:ext uri="{FF2B5EF4-FFF2-40B4-BE49-F238E27FC236}">
                <a16:creationId xmlns:a16="http://schemas.microsoft.com/office/drawing/2014/main" id="{AA0E2BF0-58F4-C1C7-4779-B368FE872FE4}"/>
              </a:ext>
            </a:extLst>
          </p:cNvPr>
          <p:cNvSpPr txBox="1"/>
          <p:nvPr/>
        </p:nvSpPr>
        <p:spPr>
          <a:xfrm>
            <a:off x="10138417" y="1379286"/>
            <a:ext cx="1682916" cy="2462213"/>
          </a:xfrm>
          <a:prstGeom prst="rect">
            <a:avLst/>
          </a:prstGeom>
          <a:noFill/>
        </p:spPr>
        <p:txBody>
          <a:bodyPr wrap="square">
            <a:spAutoFit/>
          </a:bodyPr>
          <a:lstStyle/>
          <a:p>
            <a:r>
              <a:rPr lang="en-US" sz="1400" dirty="0">
                <a:hlinkClick r:id="rId3"/>
              </a:rPr>
              <a:t>https://lucid.app/lucidchart/52371bba-2c99-4e09-b52c-77d319d8d381/edit?invitationId=inv_06935f10-495c-4190-b4b9-946ba01faa2a&amp;page=0_0#</a:t>
            </a:r>
            <a:r>
              <a:rPr lang="en-US" sz="1400" dirty="0"/>
              <a:t> </a:t>
            </a:r>
          </a:p>
        </p:txBody>
      </p:sp>
    </p:spTree>
    <p:extLst>
      <p:ext uri="{BB962C8B-B14F-4D97-AF65-F5344CB8AC3E}">
        <p14:creationId xmlns:p14="http://schemas.microsoft.com/office/powerpoint/2010/main" val="825226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20BC5-2EF2-91A6-4EED-F1B05A67833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F7C355E-F8A6-3A7E-FDDE-7F4354A951C7}"/>
              </a:ext>
            </a:extLst>
          </p:cNvPr>
          <p:cNvSpPr>
            <a:spLocks noGrp="1"/>
          </p:cNvSpPr>
          <p:nvPr>
            <p:ph type="body" idx="1"/>
          </p:nvPr>
        </p:nvSpPr>
        <p:spPr/>
        <p:txBody>
          <a:bodyPr/>
          <a:lstStyle/>
          <a:p>
            <a:r>
              <a:rPr lang="en-US" dirty="0"/>
              <a:t>Enterprise Architecture</a:t>
            </a:r>
          </a:p>
        </p:txBody>
      </p:sp>
      <p:sp>
        <p:nvSpPr>
          <p:cNvPr id="7" name="Text Placeholder 6">
            <a:extLst>
              <a:ext uri="{FF2B5EF4-FFF2-40B4-BE49-F238E27FC236}">
                <a16:creationId xmlns:a16="http://schemas.microsoft.com/office/drawing/2014/main" id="{BB8E47F8-7320-4242-5C33-9C1C939187C2}"/>
              </a:ext>
            </a:extLst>
          </p:cNvPr>
          <p:cNvSpPr>
            <a:spLocks noGrp="1"/>
          </p:cNvSpPr>
          <p:nvPr>
            <p:ph type="body" sz="quarter" idx="13"/>
          </p:nvPr>
        </p:nvSpPr>
        <p:spPr>
          <a:xfrm>
            <a:off x="536400" y="1821976"/>
            <a:ext cx="10800000" cy="4402424"/>
          </a:xfrm>
        </p:spPr>
        <p:txBody>
          <a:bodyPr/>
          <a:lstStyle/>
          <a:p>
            <a:r>
              <a:rPr lang="en-US" dirty="0"/>
              <a:t>This will be done when design will be done. </a:t>
            </a:r>
          </a:p>
        </p:txBody>
      </p:sp>
      <p:sp>
        <p:nvSpPr>
          <p:cNvPr id="4" name="Date Placeholder 3">
            <a:extLst>
              <a:ext uri="{FF2B5EF4-FFF2-40B4-BE49-F238E27FC236}">
                <a16:creationId xmlns:a16="http://schemas.microsoft.com/office/drawing/2014/main" id="{E5EB8447-D676-7416-E3D8-E165C927EA4F}"/>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5B3175E0-E325-D876-D467-F0593BF6A713}"/>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D02156AE-74D8-7C5A-62B0-0A9D5F36DCC4}"/>
              </a:ext>
            </a:extLst>
          </p:cNvPr>
          <p:cNvSpPr>
            <a:spLocks noGrp="1"/>
          </p:cNvSpPr>
          <p:nvPr>
            <p:ph type="sldNum" sz="quarter" idx="17"/>
          </p:nvPr>
        </p:nvSpPr>
        <p:spPr/>
        <p:txBody>
          <a:bodyPr/>
          <a:lstStyle/>
          <a:p>
            <a:fld id="{E6F8DE9A-7219-F94A-A75F-5F0BFCB497DF}" type="slidenum">
              <a:rPr lang="en-US" smtClean="0"/>
              <a:pPr/>
              <a:t>13</a:t>
            </a:fld>
            <a:endParaRPr lang="en-US" dirty="0"/>
          </a:p>
        </p:txBody>
      </p:sp>
      <p:sp>
        <p:nvSpPr>
          <p:cNvPr id="10" name="TextBox 9">
            <a:extLst>
              <a:ext uri="{FF2B5EF4-FFF2-40B4-BE49-F238E27FC236}">
                <a16:creationId xmlns:a16="http://schemas.microsoft.com/office/drawing/2014/main" id="{241858F7-7D00-36B2-9DEA-43923E1E3E90}"/>
              </a:ext>
            </a:extLst>
          </p:cNvPr>
          <p:cNvSpPr txBox="1"/>
          <p:nvPr/>
        </p:nvSpPr>
        <p:spPr>
          <a:xfrm>
            <a:off x="609474" y="1039158"/>
            <a:ext cx="8869504" cy="369332"/>
          </a:xfrm>
          <a:prstGeom prst="rect">
            <a:avLst/>
          </a:prstGeom>
          <a:noFill/>
        </p:spPr>
        <p:txBody>
          <a:bodyPr wrap="square" rtlCol="0">
            <a:spAutoFit/>
          </a:bodyPr>
          <a:lstStyle/>
          <a:p>
            <a:r>
              <a:rPr lang="en-US" b="1" dirty="0">
                <a:solidFill>
                  <a:srgbClr val="002060"/>
                </a:solidFill>
              </a:rPr>
              <a:t>Security and Privacy – Mike Calaway</a:t>
            </a:r>
          </a:p>
        </p:txBody>
      </p:sp>
    </p:spTree>
    <p:extLst>
      <p:ext uri="{BB962C8B-B14F-4D97-AF65-F5344CB8AC3E}">
        <p14:creationId xmlns:p14="http://schemas.microsoft.com/office/powerpoint/2010/main" val="2204591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3571-F352-8B46-3165-01A4AF7B066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441B07F-ABBD-9395-50AF-9C73FDB8AD8B}"/>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86403116-33C0-60AD-FDF7-187A75396F6D}"/>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8F7A99EF-D890-D021-E5EE-C4A6984E56F7}"/>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E08CF6CD-E7B8-2659-5876-A483497EF761}"/>
              </a:ext>
            </a:extLst>
          </p:cNvPr>
          <p:cNvSpPr>
            <a:spLocks noGrp="1"/>
          </p:cNvSpPr>
          <p:nvPr>
            <p:ph type="sldNum" sz="quarter" idx="17"/>
          </p:nvPr>
        </p:nvSpPr>
        <p:spPr/>
        <p:txBody>
          <a:bodyPr/>
          <a:lstStyle/>
          <a:p>
            <a:fld id="{E6F8DE9A-7219-F94A-A75F-5F0BFCB497DF}" type="slidenum">
              <a:rPr lang="en-US" smtClean="0"/>
              <a:pPr/>
              <a:t>14</a:t>
            </a:fld>
            <a:endParaRPr lang="en-US" dirty="0"/>
          </a:p>
        </p:txBody>
      </p:sp>
      <p:sp>
        <p:nvSpPr>
          <p:cNvPr id="10" name="TextBox 9">
            <a:extLst>
              <a:ext uri="{FF2B5EF4-FFF2-40B4-BE49-F238E27FC236}">
                <a16:creationId xmlns:a16="http://schemas.microsoft.com/office/drawing/2014/main" id="{623EAE35-89A4-A7FB-0EDE-2EA00B7C597A}"/>
              </a:ext>
            </a:extLst>
          </p:cNvPr>
          <p:cNvSpPr txBox="1"/>
          <p:nvPr/>
        </p:nvSpPr>
        <p:spPr>
          <a:xfrm>
            <a:off x="609474" y="1039158"/>
            <a:ext cx="8869504" cy="369332"/>
          </a:xfrm>
          <a:prstGeom prst="rect">
            <a:avLst/>
          </a:prstGeom>
          <a:noFill/>
        </p:spPr>
        <p:txBody>
          <a:bodyPr wrap="square" rtlCol="0">
            <a:spAutoFit/>
          </a:bodyPr>
          <a:lstStyle/>
          <a:p>
            <a:r>
              <a:rPr lang="en-US" b="1" dirty="0">
                <a:solidFill>
                  <a:srgbClr val="002060"/>
                </a:solidFill>
              </a:rPr>
              <a:t>Nonfunctional requirements</a:t>
            </a:r>
          </a:p>
        </p:txBody>
      </p:sp>
      <p:graphicFrame>
        <p:nvGraphicFramePr>
          <p:cNvPr id="3" name="Table 2">
            <a:extLst>
              <a:ext uri="{FF2B5EF4-FFF2-40B4-BE49-F238E27FC236}">
                <a16:creationId xmlns:a16="http://schemas.microsoft.com/office/drawing/2014/main" id="{4B655997-80E7-68F0-0D3B-D88A696014B4}"/>
              </a:ext>
            </a:extLst>
          </p:cNvPr>
          <p:cNvGraphicFramePr>
            <a:graphicFrameLocks noGrp="1"/>
          </p:cNvGraphicFramePr>
          <p:nvPr>
            <p:extLst>
              <p:ext uri="{D42A27DB-BD31-4B8C-83A1-F6EECF244321}">
                <p14:modId xmlns:p14="http://schemas.microsoft.com/office/powerpoint/2010/main" val="2012278913"/>
              </p:ext>
            </p:extLst>
          </p:nvPr>
        </p:nvGraphicFramePr>
        <p:xfrm>
          <a:off x="688179" y="1527463"/>
          <a:ext cx="10443870" cy="5178236"/>
        </p:xfrm>
        <a:graphic>
          <a:graphicData uri="http://schemas.openxmlformats.org/drawingml/2006/table">
            <a:tbl>
              <a:tblPr firstRow="1" bandRow="1">
                <a:tableStyleId>{5C22544A-7EE6-4342-B048-85BDC9FD1C3A}</a:tableStyleId>
              </a:tblPr>
              <a:tblGrid>
                <a:gridCol w="2188585">
                  <a:extLst>
                    <a:ext uri="{9D8B030D-6E8A-4147-A177-3AD203B41FA5}">
                      <a16:colId xmlns:a16="http://schemas.microsoft.com/office/drawing/2014/main" val="3701921155"/>
                    </a:ext>
                  </a:extLst>
                </a:gridCol>
                <a:gridCol w="3477802">
                  <a:extLst>
                    <a:ext uri="{9D8B030D-6E8A-4147-A177-3AD203B41FA5}">
                      <a16:colId xmlns:a16="http://schemas.microsoft.com/office/drawing/2014/main" val="3213934809"/>
                    </a:ext>
                  </a:extLst>
                </a:gridCol>
                <a:gridCol w="4777483">
                  <a:extLst>
                    <a:ext uri="{9D8B030D-6E8A-4147-A177-3AD203B41FA5}">
                      <a16:colId xmlns:a16="http://schemas.microsoft.com/office/drawing/2014/main" val="1299452407"/>
                    </a:ext>
                  </a:extLst>
                </a:gridCol>
              </a:tblGrid>
              <a:tr h="311752">
                <a:tc>
                  <a:txBody>
                    <a:bodyPr/>
                    <a:lstStyle/>
                    <a:p>
                      <a:r>
                        <a:rPr lang="en-US" dirty="0"/>
                        <a:t>Requirement</a:t>
                      </a:r>
                    </a:p>
                  </a:txBody>
                  <a:tcPr/>
                </a:tc>
                <a:tc>
                  <a:txBody>
                    <a:bodyPr/>
                    <a:lstStyle/>
                    <a:p>
                      <a:r>
                        <a:rPr lang="en-US" dirty="0"/>
                        <a:t>Description</a:t>
                      </a:r>
                    </a:p>
                  </a:txBody>
                  <a:tcPr/>
                </a:tc>
                <a:tc>
                  <a:txBody>
                    <a:bodyPr/>
                    <a:lstStyle/>
                    <a:p>
                      <a:r>
                        <a:rPr lang="en-US" dirty="0"/>
                        <a:t>Approach</a:t>
                      </a:r>
                    </a:p>
                  </a:txBody>
                  <a:tcPr/>
                </a:tc>
                <a:extLst>
                  <a:ext uri="{0D108BD9-81ED-4DB2-BD59-A6C34878D82A}">
                    <a16:rowId xmlns:a16="http://schemas.microsoft.com/office/drawing/2014/main" val="1861457087"/>
                  </a:ext>
                </a:extLst>
              </a:tr>
              <a:tr h="636184">
                <a:tc>
                  <a:txBody>
                    <a:bodyPr/>
                    <a:lstStyle/>
                    <a:p>
                      <a:r>
                        <a:rPr lang="en-US" dirty="0"/>
                        <a:t>Availability</a:t>
                      </a:r>
                    </a:p>
                  </a:txBody>
                  <a:tcPr/>
                </a:tc>
                <a:tc>
                  <a:txBody>
                    <a:bodyPr/>
                    <a:lstStyle/>
                    <a:p>
                      <a:r>
                        <a:rPr lang="en-US" dirty="0"/>
                        <a:t>High availability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FICO and Remarketing/</a:t>
                      </a:r>
                      <a:r>
                        <a:rPr lang="en-US" dirty="0" err="1"/>
                        <a:t>MarketHub</a:t>
                      </a:r>
                      <a:endParaRPr lang="en-US" dirty="0"/>
                    </a:p>
                    <a:p>
                      <a:r>
                        <a:rPr lang="en-US" dirty="0"/>
                        <a:t>Target uptime (99.9%)</a:t>
                      </a:r>
                    </a:p>
                  </a:txBody>
                  <a:tcPr/>
                </a:tc>
                <a:extLst>
                  <a:ext uri="{0D108BD9-81ED-4DB2-BD59-A6C34878D82A}">
                    <a16:rowId xmlns:a16="http://schemas.microsoft.com/office/drawing/2014/main" val="24645722"/>
                  </a:ext>
                </a:extLst>
              </a:tr>
              <a:tr h="959238">
                <a:tc>
                  <a:txBody>
                    <a:bodyPr/>
                    <a:lstStyle/>
                    <a:p>
                      <a:r>
                        <a:rPr lang="en-US" dirty="0"/>
                        <a:t>Monitoring &amp; Alerting</a:t>
                      </a:r>
                    </a:p>
                  </a:txBody>
                  <a:tcPr/>
                </a:tc>
                <a:tc>
                  <a:txBody>
                    <a:bodyPr/>
                    <a:lstStyle/>
                    <a:p>
                      <a:r>
                        <a:rPr lang="en-US" dirty="0"/>
                        <a:t>API &amp; File processing</a:t>
                      </a:r>
                    </a:p>
                  </a:txBody>
                  <a:tcPr/>
                </a:tc>
                <a:tc>
                  <a:txBody>
                    <a:bodyPr/>
                    <a:lstStyle/>
                    <a:p>
                      <a:r>
                        <a:rPr lang="en-US" dirty="0"/>
                        <a:t>System failure Alerts, All files, API connections will be monitored. CPU, Compute, Storage thresholds, Network performance will be monitored. If any errors occur during processing, requester will be notified.  </a:t>
                      </a:r>
                    </a:p>
                  </a:txBody>
                  <a:tcPr/>
                </a:tc>
                <a:extLst>
                  <a:ext uri="{0D108BD9-81ED-4DB2-BD59-A6C34878D82A}">
                    <a16:rowId xmlns:a16="http://schemas.microsoft.com/office/drawing/2014/main" val="3701414071"/>
                  </a:ext>
                </a:extLst>
              </a:tr>
              <a:tr h="959238">
                <a:tc>
                  <a:txBody>
                    <a:bodyPr/>
                    <a:lstStyle/>
                    <a:p>
                      <a:r>
                        <a:rPr lang="en-US" dirty="0"/>
                        <a:t>Automation</a:t>
                      </a:r>
                    </a:p>
                  </a:txBody>
                  <a:tcPr/>
                </a:tc>
                <a:tc>
                  <a:txBody>
                    <a:bodyPr/>
                    <a:lstStyle/>
                    <a:p>
                      <a:r>
                        <a:rPr lang="en-US" dirty="0"/>
                        <a:t>Automated process and operations</a:t>
                      </a:r>
                    </a:p>
                  </a:txBody>
                  <a:tcPr/>
                </a:tc>
                <a:tc>
                  <a:txBody>
                    <a:bodyPr/>
                    <a:lstStyle/>
                    <a:p>
                      <a:r>
                        <a:rPr lang="en-US" dirty="0"/>
                        <a:t>No files should be uploaded manually to FICO.  Using FICO data pipeline, model data will be loaded to Hotlist tables from SFTP location automatically. Base price model will be stored in FICO persistence database,</a:t>
                      </a:r>
                    </a:p>
                  </a:txBody>
                  <a:tcPr/>
                </a:tc>
                <a:extLst>
                  <a:ext uri="{0D108BD9-81ED-4DB2-BD59-A6C34878D82A}">
                    <a16:rowId xmlns:a16="http://schemas.microsoft.com/office/drawing/2014/main" val="2736102024"/>
                  </a:ext>
                </a:extLst>
              </a:tr>
              <a:tr h="1136757">
                <a:tc>
                  <a:txBody>
                    <a:bodyPr/>
                    <a:lstStyle/>
                    <a:p>
                      <a:r>
                        <a:rPr lang="en-US" dirty="0"/>
                        <a:t>Performance</a:t>
                      </a:r>
                    </a:p>
                  </a:txBody>
                  <a:tcPr/>
                </a:tc>
                <a:tc>
                  <a:txBody>
                    <a:bodyPr/>
                    <a:lstStyle/>
                    <a:p>
                      <a:r>
                        <a:rPr lang="en-US" dirty="0"/>
                        <a:t>Response time, throughput, latency requirements</a:t>
                      </a:r>
                    </a:p>
                  </a:txBody>
                  <a:tcPr/>
                </a:tc>
                <a:tc>
                  <a:txBody>
                    <a:bodyPr/>
                    <a:lstStyle/>
                    <a:p>
                      <a:r>
                        <a:rPr lang="en-US" dirty="0"/>
                        <a:t>When dealer checks-in the vehicle, price will be calculated by FICO Decision Engine and should be displayed in Remarketing app in less than 3 seconds. Redis cache will be used.</a:t>
                      </a:r>
                    </a:p>
                  </a:txBody>
                  <a:tcPr/>
                </a:tc>
                <a:extLst>
                  <a:ext uri="{0D108BD9-81ED-4DB2-BD59-A6C34878D82A}">
                    <a16:rowId xmlns:a16="http://schemas.microsoft.com/office/drawing/2014/main" val="2428443490"/>
                  </a:ext>
                </a:extLst>
              </a:tr>
              <a:tr h="1175067">
                <a:tc>
                  <a:txBody>
                    <a:bodyPr/>
                    <a:lstStyle/>
                    <a:p>
                      <a:r>
                        <a:rPr lang="en-US" dirty="0"/>
                        <a:t>Scalability</a:t>
                      </a:r>
                    </a:p>
                  </a:txBody>
                  <a:tcPr/>
                </a:tc>
                <a:tc>
                  <a:txBody>
                    <a:bodyPr/>
                    <a:lstStyle/>
                    <a:p>
                      <a:r>
                        <a:rPr lang="en-US" dirty="0"/>
                        <a:t>Systems ability to handle growth</a:t>
                      </a:r>
                    </a:p>
                  </a:txBody>
                  <a:tcPr/>
                </a:tc>
                <a:tc>
                  <a:txBody>
                    <a:bodyPr/>
                    <a:lstStyle/>
                    <a:p>
                      <a:r>
                        <a:rPr lang="en-US" dirty="0"/>
                        <a:t>FICO DE is a SAAS solution and scales well with growth. It will use external FICO persistence database to handle model tables that have more than 1 million rows like Base Price table and to store result data set. For integration hub, Azure services will be used. </a:t>
                      </a:r>
                    </a:p>
                  </a:txBody>
                  <a:tcPr/>
                </a:tc>
                <a:extLst>
                  <a:ext uri="{0D108BD9-81ED-4DB2-BD59-A6C34878D82A}">
                    <a16:rowId xmlns:a16="http://schemas.microsoft.com/office/drawing/2014/main" val="780240316"/>
                  </a:ext>
                </a:extLst>
              </a:tr>
            </a:tbl>
          </a:graphicData>
        </a:graphic>
      </p:graphicFrame>
    </p:spTree>
    <p:extLst>
      <p:ext uri="{BB962C8B-B14F-4D97-AF65-F5344CB8AC3E}">
        <p14:creationId xmlns:p14="http://schemas.microsoft.com/office/powerpoint/2010/main" val="449438711"/>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43C53-6495-9968-5963-EB44F2A7997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056FD21-BAFD-0007-0796-7283A7B306AD}"/>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313B297A-1997-A86B-B818-AF34334FC20E}"/>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AAC8E78C-DECE-213C-A10B-516DC60240EB}"/>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763C504E-FF55-D0E2-5DF7-3BE0869E0046}"/>
              </a:ext>
            </a:extLst>
          </p:cNvPr>
          <p:cNvSpPr>
            <a:spLocks noGrp="1"/>
          </p:cNvSpPr>
          <p:nvPr>
            <p:ph type="sldNum" sz="quarter" idx="17"/>
          </p:nvPr>
        </p:nvSpPr>
        <p:spPr/>
        <p:txBody>
          <a:bodyPr/>
          <a:lstStyle/>
          <a:p>
            <a:fld id="{E6F8DE9A-7219-F94A-A75F-5F0BFCB497DF}" type="slidenum">
              <a:rPr lang="en-US" smtClean="0"/>
              <a:pPr/>
              <a:t>15</a:t>
            </a:fld>
            <a:endParaRPr lang="en-US" dirty="0"/>
          </a:p>
        </p:txBody>
      </p:sp>
      <p:graphicFrame>
        <p:nvGraphicFramePr>
          <p:cNvPr id="7" name="Table 6">
            <a:extLst>
              <a:ext uri="{FF2B5EF4-FFF2-40B4-BE49-F238E27FC236}">
                <a16:creationId xmlns:a16="http://schemas.microsoft.com/office/drawing/2014/main" id="{00323A90-0809-DA2B-D03C-92840A8018BB}"/>
              </a:ext>
            </a:extLst>
          </p:cNvPr>
          <p:cNvGraphicFramePr>
            <a:graphicFrameLocks noGrp="1"/>
          </p:cNvGraphicFramePr>
          <p:nvPr>
            <p:extLst>
              <p:ext uri="{D42A27DB-BD31-4B8C-83A1-F6EECF244321}">
                <p14:modId xmlns:p14="http://schemas.microsoft.com/office/powerpoint/2010/main" val="1353932339"/>
              </p:ext>
            </p:extLst>
          </p:nvPr>
        </p:nvGraphicFramePr>
        <p:xfrm>
          <a:off x="237761" y="831210"/>
          <a:ext cx="11315069" cy="5929543"/>
        </p:xfrm>
        <a:graphic>
          <a:graphicData uri="http://schemas.openxmlformats.org/drawingml/2006/table">
            <a:tbl>
              <a:tblPr firstRow="1" bandRow="1">
                <a:tableStyleId>{5C22544A-7EE6-4342-B048-85BDC9FD1C3A}</a:tableStyleId>
              </a:tblPr>
              <a:tblGrid>
                <a:gridCol w="6265505">
                  <a:extLst>
                    <a:ext uri="{9D8B030D-6E8A-4147-A177-3AD203B41FA5}">
                      <a16:colId xmlns:a16="http://schemas.microsoft.com/office/drawing/2014/main" val="2391130046"/>
                    </a:ext>
                  </a:extLst>
                </a:gridCol>
                <a:gridCol w="5049564">
                  <a:extLst>
                    <a:ext uri="{9D8B030D-6E8A-4147-A177-3AD203B41FA5}">
                      <a16:colId xmlns:a16="http://schemas.microsoft.com/office/drawing/2014/main" val="527713304"/>
                    </a:ext>
                  </a:extLst>
                </a:gridCol>
              </a:tblGrid>
              <a:tr h="344066">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b="1" dirty="0">
                          <a:solidFill>
                            <a:schemeClr val="bg1"/>
                          </a:solidFill>
                        </a:rPr>
                        <a:t>Overall Assessment</a:t>
                      </a:r>
                      <a:endParaRPr lang="en-US" sz="1600" dirty="0">
                        <a:solidFill>
                          <a:schemeClr val="bg1"/>
                        </a:solidFill>
                      </a:endParaRPr>
                    </a:p>
                  </a:txBody>
                  <a:tcPr anchor="ctr"/>
                </a:tc>
                <a:tc hMerge="1">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600" dirty="0">
                        <a:solidFill>
                          <a:schemeClr val="bg1"/>
                        </a:solidFill>
                      </a:endParaRPr>
                    </a:p>
                  </a:txBody>
                  <a:tcPr anchor="ctr"/>
                </a:tc>
                <a:extLst>
                  <a:ext uri="{0D108BD9-81ED-4DB2-BD59-A6C34878D82A}">
                    <a16:rowId xmlns:a16="http://schemas.microsoft.com/office/drawing/2014/main" val="3195608146"/>
                  </a:ext>
                </a:extLst>
              </a:tr>
              <a:tr h="487682">
                <a:tc>
                  <a:txBody>
                    <a:bodyPr/>
                    <a:lstStyle/>
                    <a:p>
                      <a:r>
                        <a:rPr lang="en-US" b="1" i="1" dirty="0">
                          <a:solidFill>
                            <a:schemeClr val="tx1"/>
                          </a:solidFill>
                        </a:rPr>
                        <a:t>Chief Architect Assessment: e.g. Proceed </a:t>
                      </a:r>
                    </a:p>
                    <a:p>
                      <a:r>
                        <a:rPr lang="en-US" sz="1200" b="0" i="1" dirty="0">
                          <a:solidFill>
                            <a:schemeClr val="tx1"/>
                          </a:solidFill>
                        </a:rPr>
                        <a:t>Continue to build FICO decision engine to support price calculations</a:t>
                      </a:r>
                    </a:p>
                  </a:txBody>
                  <a:tcPr/>
                </a:tc>
                <a:tc>
                  <a:txBody>
                    <a:bodyPr/>
                    <a:lstStyle/>
                    <a:p>
                      <a:r>
                        <a:rPr lang="en-US" sz="1400" b="1" dirty="0">
                          <a:solidFill>
                            <a:schemeClr val="tx1"/>
                          </a:solidFill>
                        </a:rPr>
                        <a:t>Proceed                               Date</a:t>
                      </a:r>
                    </a:p>
                  </a:txBody>
                  <a:tcPr/>
                </a:tc>
                <a:extLst>
                  <a:ext uri="{0D108BD9-81ED-4DB2-BD59-A6C34878D82A}">
                    <a16:rowId xmlns:a16="http://schemas.microsoft.com/office/drawing/2014/main" val="3472238829"/>
                  </a:ext>
                </a:extLst>
              </a:tr>
              <a:tr h="301898">
                <a:tc>
                  <a:txBody>
                    <a:bodyPr/>
                    <a:lstStyle/>
                    <a:p>
                      <a:r>
                        <a:rPr lang="en-US" b="1" dirty="0">
                          <a:solidFill>
                            <a:schemeClr val="tx1"/>
                          </a:solidFill>
                        </a:rPr>
                        <a:t>Modernization </a:t>
                      </a:r>
                    </a:p>
                  </a:txBody>
                  <a:tcPr/>
                </a:tc>
                <a:tc>
                  <a:txBody>
                    <a:bodyPr/>
                    <a:lstStyle/>
                    <a:p>
                      <a:r>
                        <a:rPr lang="en-US" b="1" dirty="0">
                          <a:solidFill>
                            <a:schemeClr val="tx1"/>
                          </a:solidFill>
                        </a:rPr>
                        <a:t>Observations</a:t>
                      </a:r>
                    </a:p>
                  </a:txBody>
                  <a:tcPr/>
                </a:tc>
                <a:extLst>
                  <a:ext uri="{0D108BD9-81ED-4DB2-BD59-A6C34878D82A}">
                    <a16:rowId xmlns:a16="http://schemas.microsoft.com/office/drawing/2014/main" val="1748661058"/>
                  </a:ext>
                </a:extLst>
              </a:tr>
              <a:tr h="510905">
                <a:tc>
                  <a:txBody>
                    <a:bodyPr/>
                    <a:lstStyle/>
                    <a:p>
                      <a:r>
                        <a:rPr lang="en-US" dirty="0">
                          <a:solidFill>
                            <a:schemeClr val="tx1"/>
                          </a:solidFill>
                        </a:rPr>
                        <a:t>Cloud: How does this solution align with cloud strategy?</a:t>
                      </a:r>
                    </a:p>
                    <a:p>
                      <a:r>
                        <a:rPr lang="en-US" dirty="0">
                          <a:solidFill>
                            <a:schemeClr val="tx1"/>
                          </a:solidFill>
                        </a:rPr>
                        <a:t>AI: How does this solution use AI?</a:t>
                      </a:r>
                    </a:p>
                  </a:txBody>
                  <a:tcPr/>
                </a:tc>
                <a:tc>
                  <a:txBody>
                    <a:bodyPr/>
                    <a:lstStyle/>
                    <a:p>
                      <a:r>
                        <a:rPr lang="en-US" sz="1300" dirty="0">
                          <a:solidFill>
                            <a:schemeClr val="tx1"/>
                          </a:solidFill>
                        </a:rPr>
                        <a:t>Integration layer will use Azure services.</a:t>
                      </a:r>
                    </a:p>
                    <a:p>
                      <a:r>
                        <a:rPr lang="en-US" sz="1300" dirty="0">
                          <a:solidFill>
                            <a:schemeClr val="tx1"/>
                          </a:solidFill>
                        </a:rPr>
                        <a:t>Machine learning and Python will be used to create models.</a:t>
                      </a:r>
                    </a:p>
                  </a:txBody>
                  <a:tcPr/>
                </a:tc>
                <a:extLst>
                  <a:ext uri="{0D108BD9-81ED-4DB2-BD59-A6C34878D82A}">
                    <a16:rowId xmlns:a16="http://schemas.microsoft.com/office/drawing/2014/main" val="880759548"/>
                  </a:ext>
                </a:extLst>
              </a:tr>
              <a:tr h="301898">
                <a:tc>
                  <a:txBody>
                    <a:bodyPr/>
                    <a:lstStyle/>
                    <a:p>
                      <a:r>
                        <a:rPr lang="en-US" b="1" dirty="0">
                          <a:solidFill>
                            <a:schemeClr val="tx1"/>
                          </a:solidFill>
                        </a:rPr>
                        <a:t>Reusability/Simplification</a:t>
                      </a:r>
                    </a:p>
                  </a:txBody>
                  <a:tcPr/>
                </a:tc>
                <a:tc>
                  <a:txBody>
                    <a:bodyPr/>
                    <a:lstStyle/>
                    <a:p>
                      <a:r>
                        <a:rPr lang="en-US" b="1" dirty="0">
                          <a:solidFill>
                            <a:schemeClr val="tx1"/>
                          </a:solidFill>
                        </a:rPr>
                        <a:t>Observations</a:t>
                      </a:r>
                    </a:p>
                  </a:txBody>
                  <a:tcPr/>
                </a:tc>
                <a:extLst>
                  <a:ext uri="{0D108BD9-81ED-4DB2-BD59-A6C34878D82A}">
                    <a16:rowId xmlns:a16="http://schemas.microsoft.com/office/drawing/2014/main" val="514638186"/>
                  </a:ext>
                </a:extLst>
              </a:tr>
              <a:tr h="928918">
                <a:tc>
                  <a:txBody>
                    <a:bodyPr/>
                    <a:lstStyle/>
                    <a:p>
                      <a:r>
                        <a:rPr lang="en-US" dirty="0">
                          <a:solidFill>
                            <a:schemeClr val="tx1"/>
                          </a:solidFill>
                        </a:rPr>
                        <a:t>Does the solution adhere to reference architecture?</a:t>
                      </a:r>
                    </a:p>
                    <a:p>
                      <a:r>
                        <a:rPr lang="en-US" dirty="0">
                          <a:solidFill>
                            <a:schemeClr val="tx1"/>
                          </a:solidFill>
                        </a:rPr>
                        <a:t>Does the solution architecture promote reuse of components?</a:t>
                      </a:r>
                    </a:p>
                    <a:p>
                      <a:r>
                        <a:rPr lang="en-US" dirty="0">
                          <a:solidFill>
                            <a:schemeClr val="tx1"/>
                          </a:solidFill>
                        </a:rPr>
                        <a:t>Does the solution use approved framework/patterns?</a:t>
                      </a:r>
                    </a:p>
                    <a:p>
                      <a:r>
                        <a:rPr lang="en-US" dirty="0">
                          <a:solidFill>
                            <a:schemeClr val="tx1"/>
                          </a:solidFill>
                        </a:rPr>
                        <a:t>Does the solution create any Tech Debt?</a:t>
                      </a:r>
                    </a:p>
                  </a:txBody>
                  <a:tcPr/>
                </a:tc>
                <a:tc>
                  <a:txBody>
                    <a:bodyPr/>
                    <a:lstStyle/>
                    <a:p>
                      <a:r>
                        <a:rPr lang="en-US" dirty="0">
                          <a:solidFill>
                            <a:schemeClr val="tx1"/>
                          </a:solidFill>
                        </a:rPr>
                        <a:t>Yes</a:t>
                      </a:r>
                    </a:p>
                    <a:p>
                      <a:r>
                        <a:rPr lang="en-US" dirty="0">
                          <a:solidFill>
                            <a:schemeClr val="tx1"/>
                          </a:solidFill>
                        </a:rPr>
                        <a:t>Yes</a:t>
                      </a:r>
                    </a:p>
                    <a:p>
                      <a:r>
                        <a:rPr lang="en-US" dirty="0">
                          <a:solidFill>
                            <a:schemeClr val="tx1"/>
                          </a:solidFill>
                        </a:rPr>
                        <a:t>Yes</a:t>
                      </a:r>
                    </a:p>
                    <a:p>
                      <a:r>
                        <a:rPr lang="en-US" dirty="0">
                          <a:solidFill>
                            <a:schemeClr val="tx1"/>
                          </a:solidFill>
                        </a:rPr>
                        <a:t>No</a:t>
                      </a:r>
                    </a:p>
                  </a:txBody>
                  <a:tcPr/>
                </a:tc>
                <a:extLst>
                  <a:ext uri="{0D108BD9-81ED-4DB2-BD59-A6C34878D82A}">
                    <a16:rowId xmlns:a16="http://schemas.microsoft.com/office/drawing/2014/main" val="3372609538"/>
                  </a:ext>
                </a:extLst>
              </a:tr>
              <a:tr h="301898">
                <a:tc>
                  <a:txBody>
                    <a:bodyPr/>
                    <a:lstStyle/>
                    <a:p>
                      <a:r>
                        <a:rPr lang="en-US" b="1" dirty="0">
                          <a:solidFill>
                            <a:schemeClr val="tx1"/>
                          </a:solidFill>
                        </a:rPr>
                        <a:t>Data Management </a:t>
                      </a:r>
                    </a:p>
                  </a:txBody>
                  <a:tcPr/>
                </a:tc>
                <a:tc>
                  <a:txBody>
                    <a:bodyPr/>
                    <a:lstStyle/>
                    <a:p>
                      <a:r>
                        <a:rPr lang="en-US" b="1" dirty="0">
                          <a:solidFill>
                            <a:schemeClr val="tx1"/>
                          </a:solidFill>
                        </a:rPr>
                        <a:t>Observations</a:t>
                      </a:r>
                    </a:p>
                  </a:txBody>
                  <a:tcPr/>
                </a:tc>
                <a:extLst>
                  <a:ext uri="{0D108BD9-81ED-4DB2-BD59-A6C34878D82A}">
                    <a16:rowId xmlns:a16="http://schemas.microsoft.com/office/drawing/2014/main" val="2592702736"/>
                  </a:ext>
                </a:extLst>
              </a:tr>
              <a:tr h="719911">
                <a:tc>
                  <a:txBody>
                    <a:bodyPr/>
                    <a:lstStyle/>
                    <a:p>
                      <a:r>
                        <a:rPr lang="en-US" dirty="0">
                          <a:solidFill>
                            <a:schemeClr val="tx1"/>
                          </a:solidFill>
                        </a:rPr>
                        <a:t>Does this align with enterprise data strategy?</a:t>
                      </a:r>
                    </a:p>
                  </a:txBody>
                  <a:tcPr/>
                </a:tc>
                <a:tc>
                  <a:txBody>
                    <a:bodyPr/>
                    <a:lstStyle/>
                    <a:p>
                      <a:r>
                        <a:rPr lang="en-US" dirty="0">
                          <a:solidFill>
                            <a:schemeClr val="tx1"/>
                          </a:solidFill>
                        </a:rPr>
                        <a:t>Yes – all vehicle pricing data (FICO persistence DB and Salesforce for any manual overrides) will be passed to EDW for data Analytics.</a:t>
                      </a:r>
                    </a:p>
                  </a:txBody>
                  <a:tcPr/>
                </a:tc>
                <a:extLst>
                  <a:ext uri="{0D108BD9-81ED-4DB2-BD59-A6C34878D82A}">
                    <a16:rowId xmlns:a16="http://schemas.microsoft.com/office/drawing/2014/main" val="306470604"/>
                  </a:ext>
                </a:extLst>
              </a:tr>
              <a:tr h="301898">
                <a:tc>
                  <a:txBody>
                    <a:bodyPr/>
                    <a:lstStyle/>
                    <a:p>
                      <a:r>
                        <a:rPr lang="en-US" b="1" dirty="0">
                          <a:solidFill>
                            <a:schemeClr val="tx1"/>
                          </a:solidFill>
                        </a:rPr>
                        <a:t>Security / Risks</a:t>
                      </a:r>
                    </a:p>
                  </a:txBody>
                  <a:tcPr/>
                </a:tc>
                <a:tc>
                  <a:txBody>
                    <a:bodyPr/>
                    <a:lstStyle/>
                    <a:p>
                      <a:r>
                        <a:rPr lang="en-US" b="1" dirty="0">
                          <a:solidFill>
                            <a:schemeClr val="tx1"/>
                          </a:solidFill>
                        </a:rPr>
                        <a:t>Observations</a:t>
                      </a:r>
                    </a:p>
                  </a:txBody>
                  <a:tcPr/>
                </a:tc>
                <a:extLst>
                  <a:ext uri="{0D108BD9-81ED-4DB2-BD59-A6C34878D82A}">
                    <a16:rowId xmlns:a16="http://schemas.microsoft.com/office/drawing/2014/main" val="4152116102"/>
                  </a:ext>
                </a:extLst>
              </a:tr>
              <a:tr h="719911">
                <a:tc>
                  <a:txBody>
                    <a:bodyPr/>
                    <a:lstStyle/>
                    <a:p>
                      <a:r>
                        <a:rPr lang="en-US" dirty="0">
                          <a:solidFill>
                            <a:schemeClr val="tx1"/>
                          </a:solidFill>
                        </a:rPr>
                        <a:t>Access and Authorization: What controls are being implemented / already in place?</a:t>
                      </a:r>
                    </a:p>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3432252829"/>
                  </a:ext>
                </a:extLst>
              </a:tr>
              <a:tr h="301898">
                <a:tc>
                  <a:txBody>
                    <a:bodyPr/>
                    <a:lstStyle/>
                    <a:p>
                      <a:r>
                        <a:rPr lang="en-US" b="1" dirty="0">
                          <a:solidFill>
                            <a:schemeClr val="tx1"/>
                          </a:solidFill>
                        </a:rPr>
                        <a:t>Digital Experience</a:t>
                      </a:r>
                    </a:p>
                  </a:txBody>
                  <a:tcPr/>
                </a:tc>
                <a:tc>
                  <a:txBody>
                    <a:bodyPr/>
                    <a:lstStyle/>
                    <a:p>
                      <a:r>
                        <a:rPr lang="en-US" b="1" dirty="0">
                          <a:solidFill>
                            <a:schemeClr val="tx1"/>
                          </a:solidFill>
                        </a:rPr>
                        <a:t>Observations</a:t>
                      </a:r>
                    </a:p>
                  </a:txBody>
                  <a:tcPr/>
                </a:tc>
                <a:extLst>
                  <a:ext uri="{0D108BD9-81ED-4DB2-BD59-A6C34878D82A}">
                    <a16:rowId xmlns:a16="http://schemas.microsoft.com/office/drawing/2014/main" val="2706778276"/>
                  </a:ext>
                </a:extLst>
              </a:tr>
              <a:tr h="653607">
                <a:tc>
                  <a:txBody>
                    <a:bodyPr/>
                    <a:lstStyle/>
                    <a:p>
                      <a:r>
                        <a:rPr lang="en-US" dirty="0">
                          <a:solidFill>
                            <a:schemeClr val="tx1"/>
                          </a:solidFill>
                        </a:rPr>
                        <a:t>What will be impact to NPS?</a:t>
                      </a:r>
                    </a:p>
                    <a:p>
                      <a:r>
                        <a:rPr lang="en-US" dirty="0">
                          <a:solidFill>
                            <a:schemeClr val="tx1"/>
                          </a:solidFill>
                        </a:rPr>
                        <a:t>How does this improve customer experience?</a:t>
                      </a:r>
                    </a:p>
                  </a:txBody>
                  <a:tcPr/>
                </a:tc>
                <a:tc>
                  <a:txBody>
                    <a:bodyPr/>
                    <a:lstStyle/>
                    <a:p>
                      <a:r>
                        <a:rPr lang="en-US" dirty="0">
                          <a:solidFill>
                            <a:schemeClr val="tx1"/>
                          </a:solidFill>
                        </a:rPr>
                        <a:t>Dealers will get the correct price of the vehicle in near Realtime, increasing SFS profitability. It will also reduce manual overrides.</a:t>
                      </a:r>
                    </a:p>
                  </a:txBody>
                  <a:tcPr/>
                </a:tc>
                <a:extLst>
                  <a:ext uri="{0D108BD9-81ED-4DB2-BD59-A6C34878D82A}">
                    <a16:rowId xmlns:a16="http://schemas.microsoft.com/office/drawing/2014/main" val="1689091117"/>
                  </a:ext>
                </a:extLst>
              </a:tr>
            </a:tbl>
          </a:graphicData>
        </a:graphic>
      </p:graphicFrame>
    </p:spTree>
    <p:extLst>
      <p:ext uri="{BB962C8B-B14F-4D97-AF65-F5344CB8AC3E}">
        <p14:creationId xmlns:p14="http://schemas.microsoft.com/office/powerpoint/2010/main" val="2295264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6521F0-1FC0-92F4-4053-2D3ADE732447}"/>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CB55C218-C2D4-11BD-5202-3EBA359F6BE3}"/>
              </a:ext>
            </a:extLst>
          </p:cNvPr>
          <p:cNvSpPr>
            <a:spLocks noGrp="1"/>
          </p:cNvSpPr>
          <p:nvPr>
            <p:ph type="body" sz="quarter" idx="13"/>
          </p:nvPr>
        </p:nvSpPr>
        <p:spPr/>
        <p:txBody>
          <a:bodyPr/>
          <a:lstStyle/>
          <a:p>
            <a:endParaRPr lang="en-US"/>
          </a:p>
        </p:txBody>
      </p:sp>
      <p:sp>
        <p:nvSpPr>
          <p:cNvPr id="4" name="Date Placeholder 3">
            <a:extLst>
              <a:ext uri="{FF2B5EF4-FFF2-40B4-BE49-F238E27FC236}">
                <a16:creationId xmlns:a16="http://schemas.microsoft.com/office/drawing/2014/main" id="{586B0C2D-7DBD-B3DC-E832-71EECE2552CC}"/>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C33705D1-BCD3-2BC2-0701-F818884414B4}"/>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2119F5D5-5CC8-5028-21C2-81E0FCB15A89}"/>
              </a:ext>
            </a:extLst>
          </p:cNvPr>
          <p:cNvSpPr>
            <a:spLocks noGrp="1"/>
          </p:cNvSpPr>
          <p:nvPr>
            <p:ph type="sldNum" sz="quarter" idx="17"/>
          </p:nvPr>
        </p:nvSpPr>
        <p:spPr/>
        <p:txBody>
          <a:bodyPr/>
          <a:lstStyle/>
          <a:p>
            <a:fld id="{E6F8DE9A-7219-F94A-A75F-5F0BFCB497DF}" type="slidenum">
              <a:rPr lang="en-US" smtClean="0"/>
              <a:pPr/>
              <a:t>16</a:t>
            </a:fld>
            <a:endParaRPr lang="en-US" dirty="0"/>
          </a:p>
        </p:txBody>
      </p:sp>
      <p:sp>
        <p:nvSpPr>
          <p:cNvPr id="7" name="Title 6">
            <a:extLst>
              <a:ext uri="{FF2B5EF4-FFF2-40B4-BE49-F238E27FC236}">
                <a16:creationId xmlns:a16="http://schemas.microsoft.com/office/drawing/2014/main" id="{5D3C5F0D-11B3-D4EE-2A55-2030F484E29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951438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CF9CC7-B402-EAE2-BA09-B3D667782FFE}"/>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C8431F9C-B3B8-64BB-1D7A-9D5BA39CE85D}"/>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09E8B060-8A44-B206-38B7-747919E04CEA}"/>
              </a:ext>
            </a:extLst>
          </p:cNvPr>
          <p:cNvSpPr>
            <a:spLocks noGrp="1"/>
          </p:cNvSpPr>
          <p:nvPr>
            <p:ph type="sldNum" sz="quarter" idx="17"/>
          </p:nvPr>
        </p:nvSpPr>
        <p:spPr/>
        <p:txBody>
          <a:bodyPr/>
          <a:lstStyle/>
          <a:p>
            <a:fld id="{E6F8DE9A-7219-F94A-A75F-5F0BFCB497DF}" type="slidenum">
              <a:rPr lang="en-US" smtClean="0"/>
              <a:pPr/>
              <a:t>17</a:t>
            </a:fld>
            <a:endParaRPr lang="en-US" dirty="0"/>
          </a:p>
        </p:txBody>
      </p:sp>
      <p:sp>
        <p:nvSpPr>
          <p:cNvPr id="7" name="Title 6">
            <a:extLst>
              <a:ext uri="{FF2B5EF4-FFF2-40B4-BE49-F238E27FC236}">
                <a16:creationId xmlns:a16="http://schemas.microsoft.com/office/drawing/2014/main" id="{D33FF0DC-79CA-33BC-5A6E-E60EBDF7936E}"/>
              </a:ext>
            </a:extLst>
          </p:cNvPr>
          <p:cNvSpPr>
            <a:spLocks noGrp="1"/>
          </p:cNvSpPr>
          <p:nvPr>
            <p:ph type="title"/>
          </p:nvPr>
        </p:nvSpPr>
        <p:spPr/>
        <p:txBody>
          <a:bodyPr/>
          <a:lstStyle/>
          <a:p>
            <a:r>
              <a:rPr lang="en-US" dirty="0"/>
              <a:t>						appendix </a:t>
            </a:r>
          </a:p>
        </p:txBody>
      </p:sp>
    </p:spTree>
    <p:extLst>
      <p:ext uri="{BB962C8B-B14F-4D97-AF65-F5344CB8AC3E}">
        <p14:creationId xmlns:p14="http://schemas.microsoft.com/office/powerpoint/2010/main" val="4230774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970EA-2C4F-158D-686D-E04FFB98ECE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8C8C455-41D8-81A1-2639-6BD562E4B40F}"/>
              </a:ext>
            </a:extLst>
          </p:cNvPr>
          <p:cNvSpPr>
            <a:spLocks noGrp="1"/>
          </p:cNvSpPr>
          <p:nvPr>
            <p:ph type="body" idx="1"/>
          </p:nvPr>
        </p:nvSpPr>
        <p:spPr/>
        <p:txBody>
          <a:bodyPr/>
          <a:lstStyle/>
          <a:p>
            <a:r>
              <a:rPr lang="en-US" dirty="0"/>
              <a:t>Enterprise Architecture</a:t>
            </a:r>
          </a:p>
        </p:txBody>
      </p:sp>
      <p:sp>
        <p:nvSpPr>
          <p:cNvPr id="3" name="Text Placeholder 2">
            <a:extLst>
              <a:ext uri="{FF2B5EF4-FFF2-40B4-BE49-F238E27FC236}">
                <a16:creationId xmlns:a16="http://schemas.microsoft.com/office/drawing/2014/main" id="{A855EBAA-2D5E-0D88-04D8-3708B54F0F9D}"/>
              </a:ext>
            </a:extLst>
          </p:cNvPr>
          <p:cNvSpPr>
            <a:spLocks noGrp="1"/>
          </p:cNvSpPr>
          <p:nvPr>
            <p:ph type="body" sz="quarter" idx="13"/>
          </p:nvPr>
        </p:nvSpPr>
        <p:spPr>
          <a:xfrm>
            <a:off x="609474" y="1601450"/>
            <a:ext cx="10726926" cy="4462977"/>
          </a:xfrm>
        </p:spPr>
        <p:txBody>
          <a:bodyPr/>
          <a:lstStyle/>
          <a:p>
            <a:pPr marL="577850" lvl="1" indent="-234950" defTabSz="686440" fontAlgn="auto">
              <a:lnSpc>
                <a:spcPct val="150000"/>
              </a:lnSpc>
              <a:spcBef>
                <a:spcPct val="0"/>
              </a:spcBef>
              <a:spcAft>
                <a:spcPts val="0"/>
              </a:spcAft>
              <a:buClr>
                <a:srgbClr val="000000"/>
              </a:buClr>
              <a:buSzPct val="100000"/>
              <a:buFont typeface="Arial" panose="020B0604020202020204" pitchFamily="34" charset="0"/>
              <a:buChar char="•"/>
              <a:defRPr/>
            </a:pPr>
            <a:endParaRPr lang="en-US" altLang="en-US" sz="1200" i="1" dirty="0"/>
          </a:p>
          <a:p>
            <a:endParaRPr lang="en-US" sz="1200" dirty="0"/>
          </a:p>
        </p:txBody>
      </p:sp>
      <p:sp>
        <p:nvSpPr>
          <p:cNvPr id="4" name="Date Placeholder 3">
            <a:extLst>
              <a:ext uri="{FF2B5EF4-FFF2-40B4-BE49-F238E27FC236}">
                <a16:creationId xmlns:a16="http://schemas.microsoft.com/office/drawing/2014/main" id="{5F7A6C74-8B16-0699-429A-76C57C121C5E}"/>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254352F3-E361-817C-173E-F46DFE878B51}"/>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FCF271C6-DADA-6B5C-9A66-0E7CCDCD72E0}"/>
              </a:ext>
            </a:extLst>
          </p:cNvPr>
          <p:cNvSpPr>
            <a:spLocks noGrp="1"/>
          </p:cNvSpPr>
          <p:nvPr>
            <p:ph type="sldNum" sz="quarter" idx="17"/>
          </p:nvPr>
        </p:nvSpPr>
        <p:spPr/>
        <p:txBody>
          <a:bodyPr/>
          <a:lstStyle/>
          <a:p>
            <a:fld id="{E6F8DE9A-7219-F94A-A75F-5F0BFCB497DF}" type="slidenum">
              <a:rPr lang="en-US" smtClean="0"/>
              <a:pPr/>
              <a:t>18</a:t>
            </a:fld>
            <a:endParaRPr lang="en-US" dirty="0"/>
          </a:p>
        </p:txBody>
      </p:sp>
      <p:pic>
        <p:nvPicPr>
          <p:cNvPr id="8" name="Picture 7">
            <a:extLst>
              <a:ext uri="{FF2B5EF4-FFF2-40B4-BE49-F238E27FC236}">
                <a16:creationId xmlns:a16="http://schemas.microsoft.com/office/drawing/2014/main" id="{994D3D3D-2688-5DFF-FA39-695484FE4433}"/>
              </a:ext>
            </a:extLst>
          </p:cNvPr>
          <p:cNvPicPr>
            <a:picLocks noChangeAspect="1"/>
          </p:cNvPicPr>
          <p:nvPr/>
        </p:nvPicPr>
        <p:blipFill>
          <a:blip r:embed="rId2"/>
          <a:stretch>
            <a:fillRect/>
          </a:stretch>
        </p:blipFill>
        <p:spPr>
          <a:xfrm>
            <a:off x="410006" y="1105964"/>
            <a:ext cx="10395509" cy="4795247"/>
          </a:xfrm>
          <a:prstGeom prst="rect">
            <a:avLst/>
          </a:prstGeom>
        </p:spPr>
      </p:pic>
      <p:pic>
        <p:nvPicPr>
          <p:cNvPr id="11" name="Picture 10">
            <a:extLst>
              <a:ext uri="{FF2B5EF4-FFF2-40B4-BE49-F238E27FC236}">
                <a16:creationId xmlns:a16="http://schemas.microsoft.com/office/drawing/2014/main" id="{A0D3F253-1963-F6A9-9CD4-439AA0CAC46B}"/>
              </a:ext>
            </a:extLst>
          </p:cNvPr>
          <p:cNvPicPr>
            <a:picLocks noChangeAspect="1"/>
          </p:cNvPicPr>
          <p:nvPr/>
        </p:nvPicPr>
        <p:blipFill>
          <a:blip r:embed="rId3"/>
          <a:stretch>
            <a:fillRect/>
          </a:stretch>
        </p:blipFill>
        <p:spPr>
          <a:xfrm>
            <a:off x="9048241" y="1026574"/>
            <a:ext cx="1628816" cy="574876"/>
          </a:xfrm>
          <a:prstGeom prst="rect">
            <a:avLst/>
          </a:prstGeom>
        </p:spPr>
      </p:pic>
      <p:pic>
        <p:nvPicPr>
          <p:cNvPr id="13" name="Picture 12">
            <a:extLst>
              <a:ext uri="{FF2B5EF4-FFF2-40B4-BE49-F238E27FC236}">
                <a16:creationId xmlns:a16="http://schemas.microsoft.com/office/drawing/2014/main" id="{CD1FB7F7-1141-11F5-6CDA-98A4A15AAF9A}"/>
              </a:ext>
            </a:extLst>
          </p:cNvPr>
          <p:cNvPicPr>
            <a:picLocks noChangeAspect="1"/>
          </p:cNvPicPr>
          <p:nvPr/>
        </p:nvPicPr>
        <p:blipFill>
          <a:blip r:embed="rId4"/>
          <a:stretch>
            <a:fillRect/>
          </a:stretch>
        </p:blipFill>
        <p:spPr>
          <a:xfrm>
            <a:off x="469237" y="4502704"/>
            <a:ext cx="2294720" cy="1371751"/>
          </a:xfrm>
          <a:prstGeom prst="rect">
            <a:avLst/>
          </a:prstGeom>
        </p:spPr>
      </p:pic>
      <p:pic>
        <p:nvPicPr>
          <p:cNvPr id="15" name="Picture 14">
            <a:extLst>
              <a:ext uri="{FF2B5EF4-FFF2-40B4-BE49-F238E27FC236}">
                <a16:creationId xmlns:a16="http://schemas.microsoft.com/office/drawing/2014/main" id="{23F1327A-C134-1A42-F006-2D1048FE8110}"/>
              </a:ext>
            </a:extLst>
          </p:cNvPr>
          <p:cNvPicPr>
            <a:picLocks noChangeAspect="1"/>
          </p:cNvPicPr>
          <p:nvPr/>
        </p:nvPicPr>
        <p:blipFill>
          <a:blip r:embed="rId5"/>
          <a:stretch>
            <a:fillRect/>
          </a:stretch>
        </p:blipFill>
        <p:spPr>
          <a:xfrm>
            <a:off x="300543" y="5901211"/>
            <a:ext cx="10274860" cy="831418"/>
          </a:xfrm>
          <a:prstGeom prst="rect">
            <a:avLst/>
          </a:prstGeom>
        </p:spPr>
      </p:pic>
    </p:spTree>
    <p:extLst>
      <p:ext uri="{BB962C8B-B14F-4D97-AF65-F5344CB8AC3E}">
        <p14:creationId xmlns:p14="http://schemas.microsoft.com/office/powerpoint/2010/main" val="1463476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0C6F6-F295-DC32-3F2F-37B8920AE14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C3EF19E-3EA7-3B97-0B4F-6E964E7B3672}"/>
              </a:ext>
            </a:extLst>
          </p:cNvPr>
          <p:cNvSpPr>
            <a:spLocks noGrp="1"/>
          </p:cNvSpPr>
          <p:nvPr>
            <p:ph type="body" idx="1"/>
          </p:nvPr>
        </p:nvSpPr>
        <p:spPr/>
        <p:txBody>
          <a:bodyPr/>
          <a:lstStyle/>
          <a:p>
            <a:r>
              <a:rPr lang="en-US" dirty="0"/>
              <a:t>Enterprise Architecture</a:t>
            </a:r>
          </a:p>
        </p:txBody>
      </p:sp>
      <p:sp>
        <p:nvSpPr>
          <p:cNvPr id="4" name="Date Placeholder 3">
            <a:extLst>
              <a:ext uri="{FF2B5EF4-FFF2-40B4-BE49-F238E27FC236}">
                <a16:creationId xmlns:a16="http://schemas.microsoft.com/office/drawing/2014/main" id="{37D267F6-47FA-D9C5-EE3C-49B495736779}"/>
              </a:ext>
            </a:extLst>
          </p:cNvPr>
          <p:cNvSpPr>
            <a:spLocks noGrp="1"/>
          </p:cNvSpPr>
          <p:nvPr>
            <p:ph type="dt" sz="half" idx="15"/>
          </p:nvPr>
        </p:nvSpPr>
        <p:spPr/>
        <p:txBody>
          <a:bodyPr/>
          <a:lstStyle/>
          <a:p>
            <a:endParaRPr lang="en-US" b="0" noProof="0" dirty="0"/>
          </a:p>
        </p:txBody>
      </p:sp>
      <p:sp>
        <p:nvSpPr>
          <p:cNvPr id="5" name="Footer Placeholder 4">
            <a:extLst>
              <a:ext uri="{FF2B5EF4-FFF2-40B4-BE49-F238E27FC236}">
                <a16:creationId xmlns:a16="http://schemas.microsoft.com/office/drawing/2014/main" id="{5EFDE5B0-B3E7-B32B-FB7F-BD9A90064D0D}"/>
              </a:ext>
            </a:extLst>
          </p:cNvPr>
          <p:cNvSpPr>
            <a:spLocks noGrp="1"/>
          </p:cNvSpPr>
          <p:nvPr>
            <p:ph type="ftr" sz="quarter" idx="16"/>
          </p:nvPr>
        </p:nvSpPr>
        <p:spPr/>
        <p:txBody>
          <a:bodyPr/>
          <a:lstStyle/>
          <a:p>
            <a:endParaRPr lang="en-US" b="0" noProof="0" dirty="0"/>
          </a:p>
        </p:txBody>
      </p:sp>
      <p:sp>
        <p:nvSpPr>
          <p:cNvPr id="6" name="Slide Number Placeholder 5">
            <a:extLst>
              <a:ext uri="{FF2B5EF4-FFF2-40B4-BE49-F238E27FC236}">
                <a16:creationId xmlns:a16="http://schemas.microsoft.com/office/drawing/2014/main" id="{8CCC42DE-6209-6A85-DC46-CAE4BF932555}"/>
              </a:ext>
            </a:extLst>
          </p:cNvPr>
          <p:cNvSpPr>
            <a:spLocks noGrp="1"/>
          </p:cNvSpPr>
          <p:nvPr>
            <p:ph type="sldNum" sz="quarter" idx="17"/>
          </p:nvPr>
        </p:nvSpPr>
        <p:spPr/>
        <p:txBody>
          <a:bodyPr/>
          <a:lstStyle/>
          <a:p>
            <a:fld id="{E6F8DE9A-7219-F94A-A75F-5F0BFCB497DF}" type="slidenum">
              <a:rPr lang="en-US" smtClean="0"/>
              <a:pPr/>
              <a:t>19</a:t>
            </a:fld>
            <a:endParaRPr lang="en-US" dirty="0"/>
          </a:p>
        </p:txBody>
      </p:sp>
      <p:sp>
        <p:nvSpPr>
          <p:cNvPr id="3" name="TextBox 2">
            <a:extLst>
              <a:ext uri="{FF2B5EF4-FFF2-40B4-BE49-F238E27FC236}">
                <a16:creationId xmlns:a16="http://schemas.microsoft.com/office/drawing/2014/main" id="{79139EA8-503D-A67C-8693-06140236C051}"/>
              </a:ext>
            </a:extLst>
          </p:cNvPr>
          <p:cNvSpPr txBox="1"/>
          <p:nvPr/>
        </p:nvSpPr>
        <p:spPr>
          <a:xfrm>
            <a:off x="406880" y="785813"/>
            <a:ext cx="8869504" cy="369332"/>
          </a:xfrm>
          <a:prstGeom prst="rect">
            <a:avLst/>
          </a:prstGeom>
          <a:noFill/>
        </p:spPr>
        <p:txBody>
          <a:bodyPr wrap="square" rtlCol="0">
            <a:spAutoFit/>
          </a:bodyPr>
          <a:lstStyle/>
          <a:p>
            <a:r>
              <a:rPr lang="en-US" b="1" dirty="0">
                <a:solidFill>
                  <a:srgbClr val="002060"/>
                </a:solidFill>
              </a:rPr>
              <a:t>Target state architecture – System Object Diagram (SOD) – New Grounding</a:t>
            </a:r>
          </a:p>
        </p:txBody>
      </p:sp>
      <p:pic>
        <p:nvPicPr>
          <p:cNvPr id="12" name="Picture 11">
            <a:extLst>
              <a:ext uri="{FF2B5EF4-FFF2-40B4-BE49-F238E27FC236}">
                <a16:creationId xmlns:a16="http://schemas.microsoft.com/office/drawing/2014/main" id="{E9DDCA88-124D-E321-0820-13876C53A523}"/>
              </a:ext>
            </a:extLst>
          </p:cNvPr>
          <p:cNvPicPr>
            <a:picLocks noChangeAspect="1"/>
          </p:cNvPicPr>
          <p:nvPr/>
        </p:nvPicPr>
        <p:blipFill>
          <a:blip r:embed="rId2"/>
          <a:stretch>
            <a:fillRect/>
          </a:stretch>
        </p:blipFill>
        <p:spPr>
          <a:xfrm>
            <a:off x="99596" y="1097668"/>
            <a:ext cx="10879670" cy="5608033"/>
          </a:xfrm>
          <a:prstGeom prst="rect">
            <a:avLst/>
          </a:prstGeom>
        </p:spPr>
      </p:pic>
    </p:spTree>
    <p:extLst>
      <p:ext uri="{BB962C8B-B14F-4D97-AF65-F5344CB8AC3E}">
        <p14:creationId xmlns:p14="http://schemas.microsoft.com/office/powerpoint/2010/main" val="1116943007"/>
      </p:ext>
    </p:extLst>
  </p:cSld>
  <p:clrMapOvr>
    <a:masterClrMapping/>
  </p:clrMapOvr>
</p:sld>
</file>

<file path=ppt/theme/theme1.xml><?xml version="1.0" encoding="utf-8"?>
<a:theme xmlns:a="http://schemas.openxmlformats.org/drawingml/2006/main" name="Stellantis Financial Services">
  <a:themeElements>
    <a:clrScheme name="SFS-Custom Colors">
      <a:dk1>
        <a:srgbClr val="272B35"/>
      </a:dk1>
      <a:lt1>
        <a:srgbClr val="FFFFFF"/>
      </a:lt1>
      <a:dk2>
        <a:srgbClr val="243782"/>
      </a:dk2>
      <a:lt2>
        <a:srgbClr val="EEECE1"/>
      </a:lt2>
      <a:accent1>
        <a:srgbClr val="243782"/>
      </a:accent1>
      <a:accent2>
        <a:srgbClr val="E94E24"/>
      </a:accent2>
      <a:accent3>
        <a:srgbClr val="00ADA0"/>
      </a:accent3>
      <a:accent4>
        <a:srgbClr val="F7A600"/>
      </a:accent4>
      <a:accent5>
        <a:srgbClr val="272B35"/>
      </a:accent5>
      <a:accent6>
        <a:srgbClr val="E2E2E2"/>
      </a:accent6>
      <a:hlink>
        <a:srgbClr val="243782"/>
      </a:hlink>
      <a:folHlink>
        <a:srgbClr val="272B35"/>
      </a:folHlink>
    </a:clrScheme>
    <a:fontScheme name="Stellantis PowerPoint">
      <a:majorFont>
        <a:latin typeface="Encode Sans ExpandedSemiBold"/>
        <a:ea typeface=""/>
        <a:cs typeface=""/>
      </a:majorFont>
      <a:minorFont>
        <a:latin typeface="Encode Sans Expanded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FS_3209183752_Basic PPT Template_3" id="{F6570107-C149-2949-BF0A-B513BD9AFABA}" vid="{44D469F4-20CB-4B4A-BDA8-E61A5EC0EB92}"/>
    </a:ext>
  </a:extLst>
</a:theme>
</file>

<file path=ppt/theme/theme2.xml><?xml version="1.0" encoding="utf-8"?>
<a:theme xmlns:a="http://schemas.openxmlformats.org/drawingml/2006/main" name="Stellantis - Chapter Blue">
  <a:themeElements>
    <a:clrScheme name="SFS Updated Colors">
      <a:dk1>
        <a:srgbClr val="272B35"/>
      </a:dk1>
      <a:lt1>
        <a:srgbClr val="FFFFFF"/>
      </a:lt1>
      <a:dk2>
        <a:srgbClr val="02428F"/>
      </a:dk2>
      <a:lt2>
        <a:srgbClr val="F0F0F0"/>
      </a:lt2>
      <a:accent1>
        <a:srgbClr val="02428F"/>
      </a:accent1>
      <a:accent2>
        <a:srgbClr val="E94E24"/>
      </a:accent2>
      <a:accent3>
        <a:srgbClr val="00ADA0"/>
      </a:accent3>
      <a:accent4>
        <a:srgbClr val="F7A600"/>
      </a:accent4>
      <a:accent5>
        <a:srgbClr val="272B35"/>
      </a:accent5>
      <a:accent6>
        <a:srgbClr val="A0D3CB"/>
      </a:accent6>
      <a:hlink>
        <a:srgbClr val="243782"/>
      </a:hlink>
      <a:folHlink>
        <a:srgbClr val="272B35"/>
      </a:folHlink>
    </a:clrScheme>
    <a:fontScheme name="Stellantis PowerPoint">
      <a:majorFont>
        <a:latin typeface="Encode Sans ExpandedSemiBold"/>
        <a:ea typeface=""/>
        <a:cs typeface=""/>
      </a:majorFont>
      <a:minorFont>
        <a:latin typeface="Encode Sans Expanded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FS_3209183752_Basic PPT Template_3" id="{F6570107-C149-2949-BF0A-B513BD9AFABA}" vid="{D62F9611-24FF-EF4B-A29E-AFCA30A25FB1}"/>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2066F4160228D43A724FE0B33D1D5BA" ma:contentTypeVersion="6" ma:contentTypeDescription="Create a new document." ma:contentTypeScope="" ma:versionID="f581f77bfc9a4a0d58e3381344898ea1">
  <xsd:schema xmlns:xsd="http://www.w3.org/2001/XMLSchema" xmlns:xs="http://www.w3.org/2001/XMLSchema" xmlns:p="http://schemas.microsoft.com/office/2006/metadata/properties" xmlns:ns2="5c9c3eae-876c-4fe3-9c02-3e8c85deb62a" xmlns:ns3="6ce24d9e-4c57-439b-bfe7-a39bb8e37af7" targetNamespace="http://schemas.microsoft.com/office/2006/metadata/properties" ma:root="true" ma:fieldsID="3b2b48f0c4027d60a4413bc15374cc01" ns2:_="" ns3:_="">
    <xsd:import namespace="5c9c3eae-876c-4fe3-9c02-3e8c85deb62a"/>
    <xsd:import namespace="6ce24d9e-4c57-439b-bfe7-a39bb8e37af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9c3eae-876c-4fe3-9c02-3e8c85deb6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ce24d9e-4c57-439b-bfe7-a39bb8e37af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F8A3432-764A-43E0-A668-320B03B123F9}">
  <ds:schemaRefs>
    <ds:schemaRef ds:uri="http://schemas.microsoft.com/sharepoint/v3/contenttype/forms"/>
  </ds:schemaRefs>
</ds:datastoreItem>
</file>

<file path=customXml/itemProps2.xml><?xml version="1.0" encoding="utf-8"?>
<ds:datastoreItem xmlns:ds="http://schemas.openxmlformats.org/officeDocument/2006/customXml" ds:itemID="{AC8EE911-C999-4AAA-BFF4-54CCFE97196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9C950D9-D0FB-4759-B1BD-7F74CC3A14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9c3eae-876c-4fe3-9c02-3e8c85deb62a"/>
    <ds:schemaRef ds:uri="6ce24d9e-4c57-439b-bfe7-a39bb8e37a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SFS_Basic PPT Template_06-04-24</Template>
  <TotalTime>55424</TotalTime>
  <Words>1867</Words>
  <Application>Microsoft Office PowerPoint</Application>
  <PresentationFormat>Widescreen</PresentationFormat>
  <Paragraphs>263</Paragraphs>
  <Slides>19</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19</vt:i4>
      </vt:variant>
    </vt:vector>
  </HeadingPairs>
  <TitlesOfParts>
    <vt:vector size="29" baseType="lpstr">
      <vt:lpstr>Arial</vt:lpstr>
      <vt:lpstr>Calibri</vt:lpstr>
      <vt:lpstr>Wingdings</vt:lpstr>
      <vt:lpstr>Encode Sans SemiCondensed Medium</vt:lpstr>
      <vt:lpstr>Encode Sans Expanded Light</vt:lpstr>
      <vt:lpstr>Encode Sans</vt:lpstr>
      <vt:lpstr>Encode Sans ExpandedSemiBold</vt:lpstr>
      <vt:lpstr>Encode Sans ExpandedLight</vt:lpstr>
      <vt:lpstr>Stellantis Financial Services</vt:lpstr>
      <vt:lpstr>Stellantis - Chapter Blue</vt:lpstr>
      <vt:lpstr>Enterprise Architecture Review BOARD </vt:lpstr>
      <vt:lpstr>Architecture Review Board (ARB)</vt:lpstr>
      <vt:lpstr>Members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appendix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Larry Burgess</dc:creator>
  <cp:lastModifiedBy>Vik Chopra</cp:lastModifiedBy>
  <cp:revision>55</cp:revision>
  <dcterms:created xsi:type="dcterms:W3CDTF">2025-03-23T19:11:04Z</dcterms:created>
  <dcterms:modified xsi:type="dcterms:W3CDTF">2026-03-25T20:43:28Z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0x01010062066F4160228D43A724FE0B33D1D5BA</vt:lpwstr>
  </property>
  <property fmtid="{D5CDD505-2E9C-101B-9397-08002B2CF9AE}" pid="3" name="MSIP_Label_791df23e-ee3d-4e72-bd33-1d096ae15290_Enabled">
    <vt:lpwstr>true</vt:lpwstr>
  </property>
  <property fmtid="{D5CDD505-2E9C-101B-9397-08002B2CF9AE}" pid="4" name="MSIP_Label_791df23e-ee3d-4e72-bd33-1d096ae15290_SetDate">
    <vt:lpwstr>2026-03-06T18:41:48Z</vt:lpwstr>
  </property>
  <property fmtid="{D5CDD505-2E9C-101B-9397-08002B2CF9AE}" pid="5" name="MSIP_Label_791df23e-ee3d-4e72-bd33-1d096ae15290_Method">
    <vt:lpwstr>Standard</vt:lpwstr>
  </property>
  <property fmtid="{D5CDD505-2E9C-101B-9397-08002B2CF9AE}" pid="6" name="MSIP_Label_791df23e-ee3d-4e72-bd33-1d096ae15290_Name">
    <vt:lpwstr>General</vt:lpwstr>
  </property>
  <property fmtid="{D5CDD505-2E9C-101B-9397-08002B2CF9AE}" pid="7" name="MSIP_Label_791df23e-ee3d-4e72-bd33-1d096ae15290_SiteId">
    <vt:lpwstr>aea87219-080c-4106-b601-bed93d828f3c</vt:lpwstr>
  </property>
  <property fmtid="{D5CDD505-2E9C-101B-9397-08002B2CF9AE}" pid="8" name="MSIP_Label_791df23e-ee3d-4e72-bd33-1d096ae15290_ActionId">
    <vt:lpwstr>5f772151-1049-43e0-b20b-34c84c9b688a</vt:lpwstr>
  </property>
  <property fmtid="{D5CDD505-2E9C-101B-9397-08002B2CF9AE}" pid="9" name="MSIP_Label_791df23e-ee3d-4e72-bd33-1d096ae15290_ContentBits">
    <vt:lpwstr>0</vt:lpwstr>
  </property>
  <property fmtid="{D5CDD505-2E9C-101B-9397-08002B2CF9AE}" pid="10" name="MSIP_Label_791df23e-ee3d-4e72-bd33-1d096ae15290_Tag">
    <vt:lpwstr>10, 3, 0, 1</vt:lpwstr>
  </property>
</Properties>
</file>