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openxmlformats.org/officeDocument/2006/relationships/custom-properties" Target="docProps/custom.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5604" r:id="rId4"/>
    <p:sldMasterId id="2147485620" r:id="rId5"/>
  </p:sldMasterIdLst>
  <p:notesMasterIdLst>
    <p:notesMasterId r:id="rId46"/>
  </p:notesMasterIdLst>
  <p:handoutMasterIdLst>
    <p:handoutMasterId r:id="rId47"/>
  </p:handoutMasterIdLst>
  <p:sldIdLst>
    <p:sldId id="2147376073" r:id="rId6"/>
    <p:sldId id="2147376189" r:id="rId7"/>
    <p:sldId id="2147376140" r:id="rId8"/>
    <p:sldId id="2147376157" r:id="rId9"/>
    <p:sldId id="2147376158" r:id="rId10"/>
    <p:sldId id="2147376159" r:id="rId11"/>
    <p:sldId id="2147376144" r:id="rId12"/>
    <p:sldId id="2147376153" r:id="rId13"/>
    <p:sldId id="2147376145" r:id="rId14"/>
    <p:sldId id="2147376162" r:id="rId15"/>
    <p:sldId id="2147376160" r:id="rId16"/>
    <p:sldId id="2147376164" r:id="rId17"/>
    <p:sldId id="2147376163" r:id="rId18"/>
    <p:sldId id="2147376165" r:id="rId19"/>
    <p:sldId id="2147376166" r:id="rId20"/>
    <p:sldId id="2147376167" r:id="rId21"/>
    <p:sldId id="2147376168" r:id="rId22"/>
    <p:sldId id="2147376125" r:id="rId23"/>
    <p:sldId id="2147376146" r:id="rId24"/>
    <p:sldId id="2147376170" r:id="rId25"/>
    <p:sldId id="2147376171" r:id="rId26"/>
    <p:sldId id="2147376172" r:id="rId27"/>
    <p:sldId id="2147376173" r:id="rId28"/>
    <p:sldId id="2147376174" r:id="rId29"/>
    <p:sldId id="2147376175" r:id="rId30"/>
    <p:sldId id="2147376147" r:id="rId31"/>
    <p:sldId id="2147376127" r:id="rId32"/>
    <p:sldId id="2147376180" r:id="rId33"/>
    <p:sldId id="2147376181" r:id="rId34"/>
    <p:sldId id="2147376182" r:id="rId35"/>
    <p:sldId id="2147376183" r:id="rId36"/>
    <p:sldId id="2147376148" r:id="rId37"/>
    <p:sldId id="2147376128" r:id="rId38"/>
    <p:sldId id="2147376184" r:id="rId39"/>
    <p:sldId id="2147376149" r:id="rId40"/>
    <p:sldId id="2147376129" r:id="rId41"/>
    <p:sldId id="2147376185" r:id="rId42"/>
    <p:sldId id="2147376186" r:id="rId43"/>
    <p:sldId id="2147376187" r:id="rId44"/>
    <p:sldId id="2147376150" r:id="rId45"/>
  </p:sldIdLst>
  <p:sldSz cx="12192000" cy="6858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72941"/>
        </a:solidFill>
        <a:effectLst/>
        <a:uFillTx/>
        <a:latin typeface="+mj-lt"/>
        <a:ea typeface="+mj-ea"/>
        <a:cs typeface="+mj-cs"/>
        <a:sym typeface="Calibri"/>
      </a:defRPr>
    </a:lvl1pPr>
    <a:lvl2pPr marL="0" marR="0" indent="457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72941"/>
        </a:solidFill>
        <a:effectLst/>
        <a:uFillTx/>
        <a:latin typeface="+mj-lt"/>
        <a:ea typeface="+mj-ea"/>
        <a:cs typeface="+mj-cs"/>
        <a:sym typeface="Calibri"/>
      </a:defRPr>
    </a:lvl2pPr>
    <a:lvl3pPr marL="0" marR="0" indent="914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72941"/>
        </a:solidFill>
        <a:effectLst/>
        <a:uFillTx/>
        <a:latin typeface="+mj-lt"/>
        <a:ea typeface="+mj-ea"/>
        <a:cs typeface="+mj-cs"/>
        <a:sym typeface="Calibri"/>
      </a:defRPr>
    </a:lvl3pPr>
    <a:lvl4pPr marL="0" marR="0" indent="1371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72941"/>
        </a:solidFill>
        <a:effectLst/>
        <a:uFillTx/>
        <a:latin typeface="+mj-lt"/>
        <a:ea typeface="+mj-ea"/>
        <a:cs typeface="+mj-cs"/>
        <a:sym typeface="Calibri"/>
      </a:defRPr>
    </a:lvl4pPr>
    <a:lvl5pPr marL="0" marR="0" indent="18288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72941"/>
        </a:solidFill>
        <a:effectLst/>
        <a:uFillTx/>
        <a:latin typeface="+mj-lt"/>
        <a:ea typeface="+mj-ea"/>
        <a:cs typeface="+mj-cs"/>
        <a:sym typeface="Calibri"/>
      </a:defRPr>
    </a:lvl5pPr>
    <a:lvl6pPr marL="0" marR="0" indent="22860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72941"/>
        </a:solidFill>
        <a:effectLst/>
        <a:uFillTx/>
        <a:latin typeface="+mj-lt"/>
        <a:ea typeface="+mj-ea"/>
        <a:cs typeface="+mj-cs"/>
        <a:sym typeface="Calibri"/>
      </a:defRPr>
    </a:lvl6pPr>
    <a:lvl7pPr marL="0" marR="0" indent="2743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72941"/>
        </a:solidFill>
        <a:effectLst/>
        <a:uFillTx/>
        <a:latin typeface="+mj-lt"/>
        <a:ea typeface="+mj-ea"/>
        <a:cs typeface="+mj-cs"/>
        <a:sym typeface="Calibri"/>
      </a:defRPr>
    </a:lvl7pPr>
    <a:lvl8pPr marL="0" marR="0" indent="3200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72941"/>
        </a:solidFill>
        <a:effectLst/>
        <a:uFillTx/>
        <a:latin typeface="+mj-lt"/>
        <a:ea typeface="+mj-ea"/>
        <a:cs typeface="+mj-cs"/>
        <a:sym typeface="Calibri"/>
      </a:defRPr>
    </a:lvl8pPr>
    <a:lvl9pPr marL="0" marR="0" indent="3657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72941"/>
        </a:solidFill>
        <a:effectLst/>
        <a:uFillTx/>
        <a:latin typeface="+mj-lt"/>
        <a:ea typeface="+mj-ea"/>
        <a:cs typeface="+mj-cs"/>
        <a:sym typeface="Calibri"/>
      </a:defRPr>
    </a:lvl9pPr>
  </p:defaultTextStyle>
  <p:extLst>
    <p:ext uri="{EFAFB233-063F-42B5-8137-9DF3F51BA10A}">
      <p15:sldGuideLst xmlns:p15="http://schemas.microsoft.com/office/powerpoint/2012/main">
        <p15:guide id="1" orient="horz" pos="3696" userDrawn="1">
          <p15:clr>
            <a:srgbClr val="A4A3A4"/>
          </p15:clr>
        </p15:guide>
        <p15:guide id="2" pos="336"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218FC50A-AB9F-7234-B831-A22CAAF7FB1E}" name="Ryan Pollack" initials="RP" userId="S::Ryan.Pollack@earley.com::f1080a3a-0fd5-41dd-a2ea-e78fa042f420" providerId="AD"/>
  <p188:author id="{56AC8A0F-D8C2-3D3E-4453-536261358B92}" name="Heather Eisenbraun" initials="HE" userId="S::Heather.Eisenbraun@earley.com::af8590ba-9108-4f55-8849-6d71c7b93ad1" providerId="AD"/>
  <p188:author id="{3B254925-EFC4-6BAD-30B8-6E024CB901BA}" name="Thomas Blumer" initials="TB" userId="S::Thomas.Blumer@earley.com::2c1d0262-690f-4609-bdfe-5ec3ce19bfeb" providerId="AD"/>
  <p188:author id="{00354340-13C1-9EB2-C01C-898E8A338B81}" name="Phil Ryan" initials="PR" userId="S::phil.ryan@earley.com::ec85e699-70e1-412a-ae5d-8b8689f57052" providerId="AD"/>
  <p188:author id="{9D463565-7999-E145-D807-F42E133AFA78}" name="Dave Skrobela" initials="DS" userId="S::Dave.Skrobela@earley.com::1a80532f-18b2-46d0-aa4f-ac04a10667d8" providerId="AD"/>
  <p188:author id="{B70B6884-82CA-26DC-657A-4C24E4D1E827}" name="Seth Earley" initials="" userId="S::Seth@earley.com::628be45f-8d1c-4a33-a8fa-c54e490afe68" providerId="AD"/>
  <p188:author id="{05CA0390-8346-199C-7B17-66418A0FED88}" name="Dave Skrobela" initials="DS" userId="S::dave.skrobela@earley.com::1a80532f-18b2-46d0-aa4f-ac04a10667d8" providerId="AD"/>
  <p188:author id="{FA6691BE-E185-20AF-21EC-A75E6A300ECE}" name="Heather Eisenbraun" initials="HE" userId="S::heather.eisenbraun@earley.com::af8590ba-9108-4f55-8849-6d71c7b93ad1" providerId="AD"/>
  <p188:author id="{09624CC8-35F3-5157-E097-7EAF13479239}" name="Ryan Pollack" initials="RP" userId="S::ryan.pollack@earley.com::f1080a3a-0fd5-41dd-a2ea-e78fa042f420" providerId="AD"/>
  <p188:author id="{4AE393E0-E885-47E0-ECDE-670D4F81BA25}" name="Jordan Cassel" initials="JC" userId="S::jordan.cassel@earley.com::cb5af049-45c7-4d1e-8514-8ed5eeea3222"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AF4E4"/>
    <a:srgbClr val="F0DBF4"/>
    <a:srgbClr val="0D144A"/>
    <a:srgbClr val="0A0A40"/>
    <a:srgbClr val="094978"/>
    <a:srgbClr val="0E1548"/>
    <a:srgbClr val="E7E9EC"/>
    <a:srgbClr val="0F151B"/>
    <a:srgbClr val="F4F7FA"/>
    <a:srgbClr val="8CA5C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napVertSplitter="1" vertBarState="minimized">
    <p:restoredLeft sz="3495" autoAdjust="0"/>
    <p:restoredTop sz="94660" autoAdjust="0"/>
  </p:normalViewPr>
  <p:slideViewPr>
    <p:cSldViewPr snapToGrid="0" showGuides="1">
      <p:cViewPr varScale="1">
        <p:scale>
          <a:sx n="114" d="100"/>
          <a:sy n="114" d="100"/>
        </p:scale>
        <p:origin x="1071" y="279"/>
      </p:cViewPr>
      <p:guideLst>
        <p:guide orient="horz" pos="3696"/>
        <p:guide pos="336"/>
      </p:guideLst>
    </p:cSldViewPr>
  </p:slideViewPr>
  <p:outlineViewPr>
    <p:cViewPr>
      <p:scale>
        <a:sx n="33" d="100"/>
        <a:sy n="33" d="100"/>
      </p:scale>
      <p:origin x="0" y="0"/>
    </p:cViewPr>
  </p:outlineViewPr>
  <p:notesTextViewPr>
    <p:cViewPr>
      <p:scale>
        <a:sx n="1" d="1"/>
        <a:sy n="1" d="1"/>
      </p:scale>
      <p:origin x="0" y="0"/>
    </p:cViewPr>
  </p:notesTextViewPr>
  <p:sorterViewPr>
    <p:cViewPr>
      <p:scale>
        <a:sx n="200" d="100"/>
        <a:sy n="200" d="100"/>
      </p:scale>
      <p:origin x="0" y="0"/>
    </p:cViewPr>
  </p:sorterViewPr>
  <p:notesViewPr>
    <p:cSldViewPr snapToGrid="0" showGuides="1">
      <p:cViewPr varScale="1">
        <p:scale>
          <a:sx n="119" d="100"/>
          <a:sy n="119" d="100"/>
        </p:scale>
        <p:origin x="6786" y="96"/>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slide" Target="slides/slide34.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slide" Target="slides/slide37.xml"/><Relationship Id="rId47" Type="http://schemas.openxmlformats.org/officeDocument/2006/relationships/handoutMaster" Target="handoutMasters/handoutMaster1.xml"/><Relationship Id="rId50" Type="http://schemas.openxmlformats.org/officeDocument/2006/relationships/theme" Target="theme/theme1.xml"/><Relationship Id="rId7" Type="http://schemas.openxmlformats.org/officeDocument/2006/relationships/slide" Target="slides/slide2.xml"/><Relationship Id="rId2" Type="http://schemas.openxmlformats.org/officeDocument/2006/relationships/customXml" Target="../customXml/item2.xml"/><Relationship Id="rId16" Type="http://schemas.openxmlformats.org/officeDocument/2006/relationships/slide" Target="slides/slide11.xml"/><Relationship Id="rId29" Type="http://schemas.openxmlformats.org/officeDocument/2006/relationships/slide" Target="slides/slide24.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slide" Target="slides/slide40.xml"/><Relationship Id="rId53" Type="http://schemas.microsoft.com/office/2018/10/relationships/authors" Target="authors.xml"/><Relationship Id="rId5" Type="http://schemas.openxmlformats.org/officeDocument/2006/relationships/slideMaster" Target="slideMasters/slideMaster2.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4" Type="http://schemas.openxmlformats.org/officeDocument/2006/relationships/slide" Target="slides/slide39.xml"/><Relationship Id="rId52"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presProps" Target="presProps.xml"/><Relationship Id="rId8" Type="http://schemas.openxmlformats.org/officeDocument/2006/relationships/slide" Target="slides/slide3.xml"/><Relationship Id="rId51" Type="http://schemas.openxmlformats.org/officeDocument/2006/relationships/tableStyles" Target="tableStyles.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notesMaster" Target="notesMasters/notesMaster1.xml"/><Relationship Id="rId20" Type="http://schemas.openxmlformats.org/officeDocument/2006/relationships/slide" Target="slides/slide15.xml"/><Relationship Id="rId41" Type="http://schemas.openxmlformats.org/officeDocument/2006/relationships/slide" Target="slides/slide36.xml"/><Relationship Id="rId1" Type="http://schemas.openxmlformats.org/officeDocument/2006/relationships/customXml" Target="../customXml/item1.xml"/><Relationship Id="rId6" Type="http://schemas.openxmlformats.org/officeDocument/2006/relationships/slide" Target="slides/slide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ader Afshar" userId="S::nader.afshar@stellantis-fs.com::ef14ed6e-8c34-42b1-8014-4f40650f3772" providerId="AD" clId="Web-{79A254E2-752F-BBD1-13CE-D04717595A26}"/>
    <pc:docChg chg="mod">
      <pc:chgData name="Nader Afshar" userId="S::nader.afshar@stellantis-fs.com::ef14ed6e-8c34-42b1-8014-4f40650f3772" providerId="AD" clId="Web-{79A254E2-752F-BBD1-13CE-D04717595A26}" dt="2026-03-16T14:36:47.679" v="0" actId="33475"/>
      <pc:docMkLst>
        <pc:docMk/>
      </pc:docMkLst>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C0127CF-F015-ACE7-037D-91CBAE374B68}"/>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A370C31B-7064-219C-05A3-9358714EDEA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12B90A1-E415-4D73-8169-2E9F35CA7CF4}" type="datetimeFigureOut">
              <a:rPr lang="en-US" smtClean="0"/>
              <a:t>3/26/2026</a:t>
            </a:fld>
            <a:endParaRPr lang="en-US"/>
          </a:p>
        </p:txBody>
      </p:sp>
      <p:sp>
        <p:nvSpPr>
          <p:cNvPr id="4" name="Footer Placeholder 3">
            <a:extLst>
              <a:ext uri="{FF2B5EF4-FFF2-40B4-BE49-F238E27FC236}">
                <a16:creationId xmlns:a16="http://schemas.microsoft.com/office/drawing/2014/main" id="{1A59C841-3A90-CD6A-2A71-2D11F75086F5}"/>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03494062-B499-6A32-D539-68110C247CA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35288B20-F5EF-4115-9F69-96677D8564AD}" type="slidenum">
              <a:rPr lang="en-US" smtClean="0"/>
              <a:t>‹#›</a:t>
            </a:fld>
            <a:endParaRPr lang="en-US"/>
          </a:p>
        </p:txBody>
      </p:sp>
    </p:spTree>
    <p:extLst>
      <p:ext uri="{BB962C8B-B14F-4D97-AF65-F5344CB8AC3E}">
        <p14:creationId xmlns:p14="http://schemas.microsoft.com/office/powerpoint/2010/main" val="133110653"/>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3A9AA15-6E54-4D68-9055-5935DB952ACB}" type="datetimeFigureOut">
              <a:rPr lang="en-US" smtClean="0"/>
              <a:t>3/26/2026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9DFBADD-43F2-4F28-AC53-B30F76A30FF2}" type="slidenum">
              <a:rPr lang="en-US" smtClean="0"/>
              <a:t>‹#›</a:t>
            </a:fld>
            <a:endParaRPr lang="en-US"/>
          </a:p>
        </p:txBody>
      </p:sp>
    </p:spTree>
    <p:extLst>
      <p:ext uri="{BB962C8B-B14F-4D97-AF65-F5344CB8AC3E}">
        <p14:creationId xmlns:p14="http://schemas.microsoft.com/office/powerpoint/2010/main" val="160019861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D2A0DC-880F-8EC0-55CF-5D5BD0680D9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0012869-68D1-CF05-3965-0181A9101E3E}"/>
              </a:ext>
            </a:extLst>
          </p:cNvPr>
          <p:cNvSpPr>
            <a:spLocks noGrp="1" noRot="1" noChangeAspect="1"/>
          </p:cNvSpPr>
          <p:nvPr>
            <p:ph type="sldImg"/>
          </p:nvPr>
        </p:nvSpPr>
        <p:spPr>
          <a:xfrm>
            <a:off x="381000" y="685800"/>
            <a:ext cx="6096000" cy="3429000"/>
          </a:xfrm>
        </p:spPr>
        <p:txBody>
          <a:bodyPr/>
          <a:lstStyle/>
          <a:p>
            <a:endParaRPr lang="en-US"/>
          </a:p>
        </p:txBody>
      </p:sp>
      <p:sp>
        <p:nvSpPr>
          <p:cNvPr id="3" name="Notes Placeholder 2">
            <a:extLst>
              <a:ext uri="{FF2B5EF4-FFF2-40B4-BE49-F238E27FC236}">
                <a16:creationId xmlns:a16="http://schemas.microsoft.com/office/drawing/2014/main" id="{8B6AD5D1-D3D0-D796-E51C-5B84D45AF1C0}"/>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291594501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AD6226-9D2C-4485-13BE-1D8601ED660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0CA0BE-1CBC-FF13-F922-2F6ACEB5A55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906DCA5-EE83-D296-1220-3FF1A4DED4E0}"/>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720205C9-BB85-303E-4EFE-7EF81B9E8EF6}"/>
              </a:ext>
            </a:extLst>
          </p:cNvPr>
          <p:cNvSpPr>
            <a:spLocks noGrp="1"/>
          </p:cNvSpPr>
          <p:nvPr>
            <p:ph type="sldNum" sz="quarter" idx="5"/>
          </p:nvPr>
        </p:nvSpPr>
        <p:spPr/>
        <p:txBody>
          <a:bodyPr/>
          <a:lstStyle/>
          <a:p>
            <a:fld id="{99DFBADD-43F2-4F28-AC53-B30F76A30FF2}" type="slidenum">
              <a:rPr lang="en-US" smtClean="0"/>
              <a:t>2</a:t>
            </a:fld>
            <a:endParaRPr lang="en-US"/>
          </a:p>
        </p:txBody>
      </p:sp>
    </p:spTree>
    <p:extLst>
      <p:ext uri="{BB962C8B-B14F-4D97-AF65-F5344CB8AC3E}">
        <p14:creationId xmlns:p14="http://schemas.microsoft.com/office/powerpoint/2010/main" val="215514290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Basic Title &amp; Text">
    <p:spTree>
      <p:nvGrpSpPr>
        <p:cNvPr id="1" name=""/>
        <p:cNvGrpSpPr/>
        <p:nvPr/>
      </p:nvGrpSpPr>
      <p:grpSpPr>
        <a:xfrm>
          <a:off x="0" y="0"/>
          <a:ext cx="0" cy="0"/>
          <a:chOff x="0" y="0"/>
          <a:chExt cx="0" cy="0"/>
        </a:xfrm>
      </p:grpSpPr>
      <p:sp>
        <p:nvSpPr>
          <p:cNvPr id="3" name="Shape 7"/>
          <p:cNvSpPr>
            <a:spLocks noGrp="1"/>
          </p:cNvSpPr>
          <p:nvPr>
            <p:ph type="title"/>
          </p:nvPr>
        </p:nvSpPr>
        <p:spPr>
          <a:xfrm>
            <a:off x="466333" y="276752"/>
            <a:ext cx="11259334" cy="693551"/>
          </a:xfrm>
          <a:prstGeom prst="rect">
            <a:avLst/>
          </a:prstGeom>
          <a:ln w="12700">
            <a:miter lim="400000"/>
          </a:ln>
          <a:extLst>
            <a:ext uri="{C572A759-6A51-4108-AA02-DFA0A04FC94B}">
              <ma14:wrappingTextBoxFlag xmlns="" xmlns:ma14="http://schemas.microsoft.com/office/mac/drawingml/2011/main" val="1"/>
            </a:ext>
          </a:extLst>
        </p:spPr>
        <p:txBody>
          <a:bodyPr lIns="45719" rIns="45719">
            <a:normAutofit/>
          </a:bodyPr>
          <a:lstStyle>
            <a:lvl1pPr>
              <a:defRPr>
                <a:solidFill>
                  <a:schemeClr val="tx1"/>
                </a:solidFill>
              </a:defRPr>
            </a:lvl1pPr>
          </a:lstStyle>
          <a:p>
            <a:r>
              <a:rPr lang="en-US"/>
              <a:t>Click to edit Master title style</a:t>
            </a:r>
            <a:endParaRPr/>
          </a:p>
        </p:txBody>
      </p:sp>
      <p:sp>
        <p:nvSpPr>
          <p:cNvPr id="7" name="Text Placeholder 6">
            <a:extLst>
              <a:ext uri="{FF2B5EF4-FFF2-40B4-BE49-F238E27FC236}">
                <a16:creationId xmlns:a16="http://schemas.microsoft.com/office/drawing/2014/main" id="{6E5D1925-F01A-4F90-AEA9-FC48E34A04FD}"/>
              </a:ext>
            </a:extLst>
          </p:cNvPr>
          <p:cNvSpPr>
            <a:spLocks noGrp="1"/>
          </p:cNvSpPr>
          <p:nvPr>
            <p:ph type="body" sz="quarter" idx="12"/>
          </p:nvPr>
        </p:nvSpPr>
        <p:spPr>
          <a:xfrm>
            <a:off x="538123" y="1247615"/>
            <a:ext cx="11136773" cy="4778375"/>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Slide Number Placeholder 4">
            <a:extLst>
              <a:ext uri="{FF2B5EF4-FFF2-40B4-BE49-F238E27FC236}">
                <a16:creationId xmlns:a16="http://schemas.microsoft.com/office/drawing/2014/main" id="{518F8C80-8A26-4ED2-8B9A-E24D5274526E}"/>
              </a:ext>
            </a:extLst>
          </p:cNvPr>
          <p:cNvSpPr>
            <a:spLocks noGrp="1"/>
          </p:cNvSpPr>
          <p:nvPr>
            <p:ph type="sldNum" sz="quarter" idx="14"/>
          </p:nvPr>
        </p:nvSpPr>
        <p:spPr/>
        <p:txBody>
          <a:bodyPr/>
          <a:lstStyle>
            <a:lvl1pPr>
              <a:defRPr>
                <a:solidFill>
                  <a:schemeClr val="tx1"/>
                </a:solidFill>
              </a:defRPr>
            </a:lvl1pPr>
          </a:lstStyle>
          <a:p>
            <a:fld id="{CAC91855-D87F-47DB-AAE4-308F916E4DE9}" type="slidenum">
              <a:rPr lang="en-US" smtClean="0"/>
              <a:pPr/>
              <a:t>‹#›</a:t>
            </a:fld>
            <a:endParaRPr lang="en-US"/>
          </a:p>
        </p:txBody>
      </p:sp>
    </p:spTree>
    <p:extLst>
      <p:ext uri="{BB962C8B-B14F-4D97-AF65-F5344CB8AC3E}">
        <p14:creationId xmlns:p14="http://schemas.microsoft.com/office/powerpoint/2010/main" val="126551767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tandard 2">
    <p:spTree>
      <p:nvGrpSpPr>
        <p:cNvPr id="1" name=""/>
        <p:cNvGrpSpPr/>
        <p:nvPr/>
      </p:nvGrpSpPr>
      <p:grpSpPr>
        <a:xfrm>
          <a:off x="0" y="0"/>
          <a:ext cx="0" cy="0"/>
          <a:chOff x="0" y="0"/>
          <a:chExt cx="0" cy="0"/>
        </a:xfrm>
      </p:grpSpPr>
      <p:sp>
        <p:nvSpPr>
          <p:cNvPr id="3" name="Shape 7"/>
          <p:cNvSpPr>
            <a:spLocks noGrp="1"/>
          </p:cNvSpPr>
          <p:nvPr>
            <p:ph type="title"/>
          </p:nvPr>
        </p:nvSpPr>
        <p:spPr>
          <a:xfrm>
            <a:off x="466333" y="276816"/>
            <a:ext cx="11259334" cy="693551"/>
          </a:xfrm>
          <a:prstGeom prst="rect">
            <a:avLst/>
          </a:prstGeom>
          <a:ln w="12700">
            <a:miter lim="400000"/>
          </a:ln>
          <a:extLst>
            <a:ext uri="{C572A759-6A51-4108-AA02-DFA0A04FC94B}">
              <ma14:wrappingTextBoxFlag xmlns="" xmlns:ma14="http://schemas.microsoft.com/office/mac/drawingml/2011/main" val="1"/>
            </a:ext>
          </a:extLst>
        </p:spPr>
        <p:txBody>
          <a:bodyPr lIns="45719" rIns="45719">
            <a:normAutofit/>
          </a:bodyPr>
          <a:lstStyle/>
          <a:p>
            <a:r>
              <a:rPr lang="en-US"/>
              <a:t>Click to edit Master title style</a:t>
            </a:r>
            <a:endParaRPr/>
          </a:p>
        </p:txBody>
      </p:sp>
      <p:sp>
        <p:nvSpPr>
          <p:cNvPr id="4" name="Shape 8"/>
          <p:cNvSpPr>
            <a:spLocks noGrp="1"/>
          </p:cNvSpPr>
          <p:nvPr>
            <p:ph idx="1"/>
          </p:nvPr>
        </p:nvSpPr>
        <p:spPr>
          <a:xfrm>
            <a:off x="868196" y="1239008"/>
            <a:ext cx="5018129" cy="4764741"/>
          </a:xfrm>
          <a:prstGeom prst="rect">
            <a:avLst/>
          </a:prstGeom>
          <a:ln w="12700">
            <a:miter lim="400000"/>
          </a:ln>
          <a:extLst>
            <a:ext uri="{C572A759-6A51-4108-AA02-DFA0A04FC94B}">
              <ma14:wrappingTextBoxFlag xmlns="" xmlns:ma14="http://schemas.microsoft.com/office/mac/drawingml/2011/main" val="1"/>
            </a:ext>
          </a:extLst>
        </p:spPr>
        <p:txBody>
          <a:bodyPr lIns="45719" rIns="45719">
            <a:normAutofit/>
          </a:bodyPr>
          <a:lstStyle>
            <a:lvl1pPr>
              <a:defRPr sz="1796"/>
            </a:lvl1pPr>
            <a:lvl2pPr>
              <a:defRPr sz="1796"/>
            </a:lvl2pPr>
            <a:lvl3pPr>
              <a:defRPr sz="1796"/>
            </a:lvl3pPr>
            <a:lvl4pPr>
              <a:defRPr sz="1796"/>
            </a:lvl4pPr>
            <a:lvl5pPr>
              <a:defRPr sz="1796"/>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Shape 8"/>
          <p:cNvSpPr>
            <a:spLocks noGrp="1"/>
          </p:cNvSpPr>
          <p:nvPr>
            <p:ph idx="10"/>
          </p:nvPr>
        </p:nvSpPr>
        <p:spPr>
          <a:xfrm>
            <a:off x="6283015" y="1241146"/>
            <a:ext cx="5061809" cy="4764741"/>
          </a:xfrm>
          <a:prstGeom prst="rect">
            <a:avLst/>
          </a:prstGeom>
          <a:ln w="12700">
            <a:miter lim="400000"/>
          </a:ln>
          <a:extLst>
            <a:ext uri="{C572A759-6A51-4108-AA02-DFA0A04FC94B}">
              <ma14:wrappingTextBoxFlag xmlns="" xmlns:ma14="http://schemas.microsoft.com/office/mac/drawingml/2011/main" val="1"/>
            </a:ext>
          </a:extLst>
        </p:spPr>
        <p:txBody>
          <a:bodyPr lIns="45719" rIns="45719">
            <a:normAutofit/>
          </a:bodyPr>
          <a:lstStyle>
            <a:lvl1pPr>
              <a:defRPr sz="1796"/>
            </a:lvl1pPr>
            <a:lvl2pPr>
              <a:defRPr sz="1796"/>
            </a:lvl2pPr>
            <a:lvl3pPr>
              <a:defRPr sz="1796"/>
            </a:lvl3pPr>
            <a:lvl4pPr>
              <a:defRPr sz="1796"/>
            </a:lvl4pPr>
            <a:lvl5pPr>
              <a:defRPr sz="1796"/>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7" name="Slide Number Placeholder 6">
            <a:extLst>
              <a:ext uri="{FF2B5EF4-FFF2-40B4-BE49-F238E27FC236}">
                <a16:creationId xmlns:a16="http://schemas.microsoft.com/office/drawing/2014/main" id="{958C05F4-9E01-44B6-B564-DFBA3076884F}"/>
              </a:ext>
            </a:extLst>
          </p:cNvPr>
          <p:cNvSpPr>
            <a:spLocks noGrp="1"/>
          </p:cNvSpPr>
          <p:nvPr>
            <p:ph type="sldNum" sz="quarter" idx="12"/>
          </p:nvPr>
        </p:nvSpPr>
        <p:spPr/>
        <p:txBody>
          <a:bodyPr/>
          <a:lstStyle>
            <a:lvl1pPr>
              <a:defRPr>
                <a:solidFill>
                  <a:schemeClr val="tx1"/>
                </a:solidFill>
              </a:defRPr>
            </a:lvl1pPr>
          </a:lstStyle>
          <a:p>
            <a:fld id="{A22638FE-01C9-41BA-BE25-085106FB5C8A}" type="slidenum">
              <a:rPr lang="en-US" smtClean="0"/>
              <a:t>‹#›</a:t>
            </a:fld>
            <a:endParaRPr lang="en-US"/>
          </a:p>
        </p:txBody>
      </p:sp>
    </p:spTree>
    <p:extLst>
      <p:ext uri="{BB962C8B-B14F-4D97-AF65-F5344CB8AC3E}">
        <p14:creationId xmlns:p14="http://schemas.microsoft.com/office/powerpoint/2010/main" val="71444778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tandard 3">
    <p:spTree>
      <p:nvGrpSpPr>
        <p:cNvPr id="1" name=""/>
        <p:cNvGrpSpPr/>
        <p:nvPr/>
      </p:nvGrpSpPr>
      <p:grpSpPr>
        <a:xfrm>
          <a:off x="0" y="0"/>
          <a:ext cx="0" cy="0"/>
          <a:chOff x="0" y="0"/>
          <a:chExt cx="0" cy="0"/>
        </a:xfrm>
      </p:grpSpPr>
      <p:sp>
        <p:nvSpPr>
          <p:cNvPr id="3" name="Shape 7"/>
          <p:cNvSpPr>
            <a:spLocks noGrp="1"/>
          </p:cNvSpPr>
          <p:nvPr>
            <p:ph type="title"/>
          </p:nvPr>
        </p:nvSpPr>
        <p:spPr>
          <a:xfrm>
            <a:off x="466333" y="285361"/>
            <a:ext cx="11259334" cy="693551"/>
          </a:xfrm>
          <a:prstGeom prst="rect">
            <a:avLst/>
          </a:prstGeom>
          <a:ln w="12700">
            <a:miter lim="400000"/>
          </a:ln>
          <a:extLst>
            <a:ext uri="{C572A759-6A51-4108-AA02-DFA0A04FC94B}">
              <ma14:wrappingTextBoxFlag xmlns="" xmlns:ma14="http://schemas.microsoft.com/office/mac/drawingml/2011/main" val="1"/>
            </a:ext>
          </a:extLst>
        </p:spPr>
        <p:txBody>
          <a:bodyPr lIns="45719" rIns="45719">
            <a:normAutofit/>
          </a:bodyPr>
          <a:lstStyle>
            <a:lvl1pPr>
              <a:defRPr b="1"/>
            </a:lvl1pPr>
          </a:lstStyle>
          <a:p>
            <a:r>
              <a:rPr lang="en-US"/>
              <a:t>Click to edit Master title style</a:t>
            </a:r>
            <a:endParaRPr/>
          </a:p>
        </p:txBody>
      </p:sp>
      <p:sp>
        <p:nvSpPr>
          <p:cNvPr id="4" name="Shape 8"/>
          <p:cNvSpPr>
            <a:spLocks noGrp="1"/>
          </p:cNvSpPr>
          <p:nvPr>
            <p:ph idx="1"/>
          </p:nvPr>
        </p:nvSpPr>
        <p:spPr>
          <a:xfrm>
            <a:off x="609599" y="3273355"/>
            <a:ext cx="3203737" cy="2741208"/>
          </a:xfrm>
          <a:prstGeom prst="rect">
            <a:avLst/>
          </a:prstGeom>
          <a:ln w="12700">
            <a:miter lim="400000"/>
          </a:ln>
          <a:extLst>
            <a:ext uri="{C572A759-6A51-4108-AA02-DFA0A04FC94B}">
              <ma14:wrappingTextBoxFlag xmlns="" xmlns:ma14="http://schemas.microsoft.com/office/mac/drawingml/2011/main" val="1"/>
            </a:ext>
          </a:extLst>
        </p:spPr>
        <p:txBody>
          <a:bodyPr lIns="45719" rIns="45719">
            <a:normAutofit/>
          </a:bodyPr>
          <a:lstStyle>
            <a:lvl1pPr>
              <a:defRPr sz="1796"/>
            </a:lvl1pPr>
            <a:lvl2pPr>
              <a:defRPr sz="1796"/>
            </a:lvl2pPr>
            <a:lvl3pPr>
              <a:defRPr sz="1796"/>
            </a:lvl3pPr>
            <a:lvl4pPr>
              <a:defRPr sz="1796"/>
            </a:lvl4pPr>
            <a:lvl5pPr>
              <a:defRPr sz="1796"/>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Shape 8"/>
          <p:cNvSpPr>
            <a:spLocks noGrp="1"/>
          </p:cNvSpPr>
          <p:nvPr>
            <p:ph idx="10"/>
          </p:nvPr>
        </p:nvSpPr>
        <p:spPr>
          <a:xfrm>
            <a:off x="4494133" y="3273355"/>
            <a:ext cx="3203737" cy="2741208"/>
          </a:xfrm>
          <a:prstGeom prst="rect">
            <a:avLst/>
          </a:prstGeom>
          <a:ln w="12700">
            <a:miter lim="400000"/>
          </a:ln>
          <a:extLst>
            <a:ext uri="{C572A759-6A51-4108-AA02-DFA0A04FC94B}">
              <ma14:wrappingTextBoxFlag xmlns="" xmlns:ma14="http://schemas.microsoft.com/office/mac/drawingml/2011/main" val="1"/>
            </a:ext>
          </a:extLst>
        </p:spPr>
        <p:txBody>
          <a:bodyPr lIns="45719" rIns="45719">
            <a:normAutofit/>
          </a:bodyPr>
          <a:lstStyle>
            <a:lvl1pPr>
              <a:defRPr sz="1796"/>
            </a:lvl1pPr>
            <a:lvl2pPr>
              <a:defRPr sz="1796"/>
            </a:lvl2pPr>
            <a:lvl3pPr>
              <a:defRPr sz="1796"/>
            </a:lvl3pPr>
            <a:lvl4pPr>
              <a:defRPr sz="1796"/>
            </a:lvl4pPr>
            <a:lvl5pPr>
              <a:defRPr sz="1796"/>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6" name="Shape 8"/>
          <p:cNvSpPr>
            <a:spLocks noGrp="1"/>
          </p:cNvSpPr>
          <p:nvPr>
            <p:ph idx="11"/>
          </p:nvPr>
        </p:nvSpPr>
        <p:spPr>
          <a:xfrm>
            <a:off x="8378664" y="3273355"/>
            <a:ext cx="3203737" cy="2741208"/>
          </a:xfrm>
          <a:prstGeom prst="rect">
            <a:avLst/>
          </a:prstGeom>
          <a:ln w="12700">
            <a:miter lim="400000"/>
          </a:ln>
          <a:extLst>
            <a:ext uri="{C572A759-6A51-4108-AA02-DFA0A04FC94B}">
              <ma14:wrappingTextBoxFlag xmlns="" xmlns:ma14="http://schemas.microsoft.com/office/mac/drawingml/2011/main" val="1"/>
            </a:ext>
          </a:extLst>
        </p:spPr>
        <p:txBody>
          <a:bodyPr lIns="45719" rIns="45719">
            <a:normAutofit/>
          </a:bodyPr>
          <a:lstStyle>
            <a:lvl1pPr>
              <a:defRPr sz="1796"/>
            </a:lvl1pPr>
            <a:lvl2pPr>
              <a:defRPr sz="1796"/>
            </a:lvl2pPr>
            <a:lvl3pPr>
              <a:defRPr sz="1796"/>
            </a:lvl3pPr>
            <a:lvl4pPr>
              <a:defRPr sz="1796"/>
            </a:lvl4pPr>
            <a:lvl5pPr>
              <a:defRPr sz="1796"/>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7" name="Picture Placeholder 6"/>
          <p:cNvSpPr>
            <a:spLocks noGrp="1"/>
          </p:cNvSpPr>
          <p:nvPr>
            <p:ph type="pic" sz="quarter" idx="12"/>
          </p:nvPr>
        </p:nvSpPr>
        <p:spPr>
          <a:xfrm>
            <a:off x="609599" y="1257760"/>
            <a:ext cx="3203737" cy="1846262"/>
          </a:xfrm>
        </p:spPr>
        <p:txBody>
          <a:bodyPr/>
          <a:lstStyle/>
          <a:p>
            <a:r>
              <a:rPr lang="en-US"/>
              <a:t>Click icon to add picture</a:t>
            </a:r>
          </a:p>
        </p:txBody>
      </p:sp>
      <p:sp>
        <p:nvSpPr>
          <p:cNvPr id="9" name="Picture Placeholder 6"/>
          <p:cNvSpPr>
            <a:spLocks noGrp="1"/>
          </p:cNvSpPr>
          <p:nvPr>
            <p:ph type="pic" sz="quarter" idx="13"/>
          </p:nvPr>
        </p:nvSpPr>
        <p:spPr>
          <a:xfrm>
            <a:off x="4494133" y="1257760"/>
            <a:ext cx="3203737" cy="1846262"/>
          </a:xfrm>
        </p:spPr>
        <p:txBody>
          <a:bodyPr/>
          <a:lstStyle/>
          <a:p>
            <a:r>
              <a:rPr lang="en-US"/>
              <a:t>Click icon to add picture</a:t>
            </a:r>
          </a:p>
        </p:txBody>
      </p:sp>
      <p:sp>
        <p:nvSpPr>
          <p:cNvPr id="10" name="Picture Placeholder 6"/>
          <p:cNvSpPr>
            <a:spLocks noGrp="1"/>
          </p:cNvSpPr>
          <p:nvPr>
            <p:ph type="pic" sz="quarter" idx="14"/>
          </p:nvPr>
        </p:nvSpPr>
        <p:spPr>
          <a:xfrm>
            <a:off x="8378664" y="1257760"/>
            <a:ext cx="3203737" cy="1846262"/>
          </a:xfrm>
        </p:spPr>
        <p:txBody>
          <a:bodyPr/>
          <a:lstStyle/>
          <a:p>
            <a:r>
              <a:rPr lang="en-US"/>
              <a:t>Click icon to add picture</a:t>
            </a:r>
          </a:p>
        </p:txBody>
      </p:sp>
      <p:sp>
        <p:nvSpPr>
          <p:cNvPr id="11" name="Slide Number Placeholder 4">
            <a:extLst>
              <a:ext uri="{FF2B5EF4-FFF2-40B4-BE49-F238E27FC236}">
                <a16:creationId xmlns:a16="http://schemas.microsoft.com/office/drawing/2014/main" id="{9993ABF0-0745-4718-ADBF-6ABFF935AD54}"/>
              </a:ext>
            </a:extLst>
          </p:cNvPr>
          <p:cNvSpPr>
            <a:spLocks noGrp="1"/>
          </p:cNvSpPr>
          <p:nvPr>
            <p:ph type="sldNum" sz="quarter" idx="15"/>
          </p:nvPr>
        </p:nvSpPr>
        <p:spPr>
          <a:xfrm>
            <a:off x="11591920" y="6448314"/>
            <a:ext cx="503416" cy="365125"/>
          </a:xfrm>
        </p:spPr>
        <p:txBody>
          <a:bodyPr/>
          <a:lstStyle>
            <a:lvl1pPr>
              <a:defRPr>
                <a:solidFill>
                  <a:schemeClr val="tx1"/>
                </a:solidFill>
              </a:defRPr>
            </a:lvl1pPr>
          </a:lstStyle>
          <a:p>
            <a:fld id="{A22638FE-01C9-41BA-BE25-085106FB5C8A}" type="slidenum">
              <a:rPr lang="en-US" smtClean="0"/>
              <a:t>‹#›</a:t>
            </a:fld>
            <a:endParaRPr lang="en-US"/>
          </a:p>
        </p:txBody>
      </p:sp>
    </p:spTree>
    <p:extLst>
      <p:ext uri="{BB962C8B-B14F-4D97-AF65-F5344CB8AC3E}">
        <p14:creationId xmlns:p14="http://schemas.microsoft.com/office/powerpoint/2010/main" val="323322138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tandard 4">
    <p:spTree>
      <p:nvGrpSpPr>
        <p:cNvPr id="1" name=""/>
        <p:cNvGrpSpPr/>
        <p:nvPr/>
      </p:nvGrpSpPr>
      <p:grpSpPr>
        <a:xfrm>
          <a:off x="0" y="0"/>
          <a:ext cx="0" cy="0"/>
          <a:chOff x="0" y="0"/>
          <a:chExt cx="0" cy="0"/>
        </a:xfrm>
      </p:grpSpPr>
      <p:sp>
        <p:nvSpPr>
          <p:cNvPr id="3" name="Shape 7"/>
          <p:cNvSpPr>
            <a:spLocks noGrp="1"/>
          </p:cNvSpPr>
          <p:nvPr>
            <p:ph type="title"/>
          </p:nvPr>
        </p:nvSpPr>
        <p:spPr>
          <a:xfrm>
            <a:off x="466333" y="281941"/>
            <a:ext cx="11259334" cy="693551"/>
          </a:xfrm>
          <a:prstGeom prst="rect">
            <a:avLst/>
          </a:prstGeom>
          <a:ln w="12700">
            <a:miter lim="400000"/>
          </a:ln>
          <a:extLst>
            <a:ext uri="{C572A759-6A51-4108-AA02-DFA0A04FC94B}">
              <ma14:wrappingTextBoxFlag xmlns="" xmlns:ma14="http://schemas.microsoft.com/office/mac/drawingml/2011/main" val="1"/>
            </a:ext>
          </a:extLst>
        </p:spPr>
        <p:txBody>
          <a:bodyPr lIns="45719" rIns="45719">
            <a:normAutofit/>
          </a:bodyPr>
          <a:lstStyle>
            <a:lvl1pPr>
              <a:defRPr b="1"/>
            </a:lvl1pPr>
          </a:lstStyle>
          <a:p>
            <a:r>
              <a:rPr lang="en-US"/>
              <a:t>Click to edit Master title style</a:t>
            </a:r>
            <a:endParaRPr/>
          </a:p>
        </p:txBody>
      </p:sp>
      <p:sp>
        <p:nvSpPr>
          <p:cNvPr id="4" name="Shape 8"/>
          <p:cNvSpPr>
            <a:spLocks noGrp="1"/>
          </p:cNvSpPr>
          <p:nvPr>
            <p:ph idx="1"/>
          </p:nvPr>
        </p:nvSpPr>
        <p:spPr>
          <a:xfrm>
            <a:off x="538123" y="2794610"/>
            <a:ext cx="2562990" cy="3289999"/>
          </a:xfrm>
          <a:prstGeom prst="rect">
            <a:avLst/>
          </a:prstGeom>
          <a:ln w="12700">
            <a:miter lim="400000"/>
          </a:ln>
          <a:extLst>
            <a:ext uri="{C572A759-6A51-4108-AA02-DFA0A04FC94B}">
              <ma14:wrappingTextBoxFlag xmlns="" xmlns:ma14="http://schemas.microsoft.com/office/mac/drawingml/2011/main" val="1"/>
            </a:ext>
          </a:extLst>
        </p:spPr>
        <p:txBody>
          <a:bodyPr lIns="45719" rIns="45719">
            <a:normAutofit/>
          </a:bodyPr>
          <a:lstStyle>
            <a:lvl1pPr>
              <a:defRPr sz="1596"/>
            </a:lvl1pPr>
            <a:lvl2pPr>
              <a:defRPr sz="1596"/>
            </a:lvl2pPr>
            <a:lvl3pPr>
              <a:defRPr sz="1596"/>
            </a:lvl3pPr>
            <a:lvl4pPr>
              <a:defRPr sz="1596"/>
            </a:lvl4pPr>
            <a:lvl5pPr>
              <a:defRPr sz="1596"/>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7" name="Shape 8"/>
          <p:cNvSpPr>
            <a:spLocks noGrp="1"/>
          </p:cNvSpPr>
          <p:nvPr>
            <p:ph idx="10"/>
          </p:nvPr>
        </p:nvSpPr>
        <p:spPr>
          <a:xfrm>
            <a:off x="3398750" y="2794610"/>
            <a:ext cx="2562990" cy="3289999"/>
          </a:xfrm>
          <a:prstGeom prst="rect">
            <a:avLst/>
          </a:prstGeom>
          <a:ln w="12700">
            <a:miter lim="400000"/>
          </a:ln>
          <a:extLst>
            <a:ext uri="{C572A759-6A51-4108-AA02-DFA0A04FC94B}">
              <ma14:wrappingTextBoxFlag xmlns="" xmlns:ma14="http://schemas.microsoft.com/office/mac/drawingml/2011/main" val="1"/>
            </a:ext>
          </a:extLst>
        </p:spPr>
        <p:txBody>
          <a:bodyPr lIns="45719" rIns="45719">
            <a:normAutofit/>
          </a:bodyPr>
          <a:lstStyle>
            <a:lvl1pPr>
              <a:defRPr sz="1596"/>
            </a:lvl1pPr>
            <a:lvl2pPr>
              <a:defRPr sz="1596"/>
            </a:lvl2pPr>
            <a:lvl3pPr>
              <a:defRPr sz="1596"/>
            </a:lvl3pPr>
            <a:lvl4pPr>
              <a:defRPr sz="1596"/>
            </a:lvl4pPr>
            <a:lvl5pPr>
              <a:defRPr sz="1596"/>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8" name="Shape 8"/>
          <p:cNvSpPr>
            <a:spLocks noGrp="1"/>
          </p:cNvSpPr>
          <p:nvPr>
            <p:ph idx="11"/>
          </p:nvPr>
        </p:nvSpPr>
        <p:spPr>
          <a:xfrm>
            <a:off x="6247576" y="2794610"/>
            <a:ext cx="2562990" cy="3289999"/>
          </a:xfrm>
          <a:prstGeom prst="rect">
            <a:avLst/>
          </a:prstGeom>
          <a:ln w="12700">
            <a:miter lim="400000"/>
          </a:ln>
          <a:extLst>
            <a:ext uri="{C572A759-6A51-4108-AA02-DFA0A04FC94B}">
              <ma14:wrappingTextBoxFlag xmlns="" xmlns:ma14="http://schemas.microsoft.com/office/mac/drawingml/2011/main" val="1"/>
            </a:ext>
          </a:extLst>
        </p:spPr>
        <p:txBody>
          <a:bodyPr lIns="45719" rIns="45719">
            <a:normAutofit/>
          </a:bodyPr>
          <a:lstStyle>
            <a:lvl1pPr>
              <a:defRPr sz="1596"/>
            </a:lvl1pPr>
            <a:lvl2pPr>
              <a:defRPr sz="1596"/>
            </a:lvl2pPr>
            <a:lvl3pPr>
              <a:defRPr sz="1596"/>
            </a:lvl3pPr>
            <a:lvl4pPr>
              <a:defRPr sz="1596"/>
            </a:lvl4pPr>
            <a:lvl5pPr>
              <a:defRPr sz="1596"/>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9" name="Shape 8"/>
          <p:cNvSpPr>
            <a:spLocks noGrp="1"/>
          </p:cNvSpPr>
          <p:nvPr>
            <p:ph idx="12"/>
          </p:nvPr>
        </p:nvSpPr>
        <p:spPr>
          <a:xfrm>
            <a:off x="9096402" y="2794610"/>
            <a:ext cx="2562990" cy="3289999"/>
          </a:xfrm>
          <a:prstGeom prst="rect">
            <a:avLst/>
          </a:prstGeom>
          <a:ln w="12700">
            <a:miter lim="400000"/>
          </a:ln>
          <a:extLst>
            <a:ext uri="{C572A759-6A51-4108-AA02-DFA0A04FC94B}">
              <ma14:wrappingTextBoxFlag xmlns="" xmlns:ma14="http://schemas.microsoft.com/office/mac/drawingml/2011/main" val="1"/>
            </a:ext>
          </a:extLst>
        </p:spPr>
        <p:txBody>
          <a:bodyPr lIns="45719" rIns="45719">
            <a:normAutofit/>
          </a:bodyPr>
          <a:lstStyle>
            <a:lvl1pPr>
              <a:defRPr sz="1596"/>
            </a:lvl1pPr>
            <a:lvl2pPr>
              <a:defRPr sz="1596"/>
            </a:lvl2pPr>
            <a:lvl3pPr>
              <a:defRPr sz="1596"/>
            </a:lvl3pPr>
            <a:lvl4pPr>
              <a:defRPr sz="1596"/>
            </a:lvl4pPr>
            <a:lvl5pPr>
              <a:defRPr sz="1596"/>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10" name="Picture Placeholder 9"/>
          <p:cNvSpPr>
            <a:spLocks noGrp="1"/>
          </p:cNvSpPr>
          <p:nvPr>
            <p:ph type="pic" sz="quarter" idx="13"/>
          </p:nvPr>
        </p:nvSpPr>
        <p:spPr>
          <a:xfrm>
            <a:off x="538760" y="1241143"/>
            <a:ext cx="2561718" cy="1338262"/>
          </a:xfrm>
        </p:spPr>
        <p:txBody>
          <a:bodyPr/>
          <a:lstStyle/>
          <a:p>
            <a:r>
              <a:rPr lang="en-US"/>
              <a:t>Click icon to add picture</a:t>
            </a:r>
          </a:p>
        </p:txBody>
      </p:sp>
      <p:sp>
        <p:nvSpPr>
          <p:cNvPr id="12" name="Picture Placeholder 9"/>
          <p:cNvSpPr>
            <a:spLocks noGrp="1"/>
          </p:cNvSpPr>
          <p:nvPr>
            <p:ph type="pic" sz="quarter" idx="14"/>
          </p:nvPr>
        </p:nvSpPr>
        <p:spPr>
          <a:xfrm>
            <a:off x="3398751" y="1241143"/>
            <a:ext cx="2561718" cy="1338262"/>
          </a:xfrm>
        </p:spPr>
        <p:txBody>
          <a:bodyPr/>
          <a:lstStyle/>
          <a:p>
            <a:r>
              <a:rPr lang="en-US"/>
              <a:t>Click icon to add picture</a:t>
            </a:r>
          </a:p>
        </p:txBody>
      </p:sp>
      <p:sp>
        <p:nvSpPr>
          <p:cNvPr id="13" name="Picture Placeholder 9"/>
          <p:cNvSpPr>
            <a:spLocks noGrp="1"/>
          </p:cNvSpPr>
          <p:nvPr>
            <p:ph type="pic" sz="quarter" idx="15"/>
          </p:nvPr>
        </p:nvSpPr>
        <p:spPr>
          <a:xfrm>
            <a:off x="6248847" y="1241143"/>
            <a:ext cx="2561718" cy="1338262"/>
          </a:xfrm>
        </p:spPr>
        <p:txBody>
          <a:bodyPr/>
          <a:lstStyle/>
          <a:p>
            <a:r>
              <a:rPr lang="en-US"/>
              <a:t>Click icon to add picture</a:t>
            </a:r>
          </a:p>
        </p:txBody>
      </p:sp>
      <p:sp>
        <p:nvSpPr>
          <p:cNvPr id="14" name="Picture Placeholder 9"/>
          <p:cNvSpPr>
            <a:spLocks noGrp="1"/>
          </p:cNvSpPr>
          <p:nvPr>
            <p:ph type="pic" sz="quarter" idx="16"/>
          </p:nvPr>
        </p:nvSpPr>
        <p:spPr>
          <a:xfrm>
            <a:off x="9096403" y="1241143"/>
            <a:ext cx="2561718" cy="1338262"/>
          </a:xfrm>
        </p:spPr>
        <p:txBody>
          <a:bodyPr/>
          <a:lstStyle/>
          <a:p>
            <a:r>
              <a:rPr lang="en-US"/>
              <a:t>Click icon to add picture</a:t>
            </a:r>
          </a:p>
        </p:txBody>
      </p:sp>
      <p:sp>
        <p:nvSpPr>
          <p:cNvPr id="6" name="Slide Number Placeholder 5">
            <a:extLst>
              <a:ext uri="{FF2B5EF4-FFF2-40B4-BE49-F238E27FC236}">
                <a16:creationId xmlns:a16="http://schemas.microsoft.com/office/drawing/2014/main" id="{6BE108EB-7AE9-4A88-8140-8EF5047936B0}"/>
              </a:ext>
            </a:extLst>
          </p:cNvPr>
          <p:cNvSpPr>
            <a:spLocks noGrp="1"/>
          </p:cNvSpPr>
          <p:nvPr>
            <p:ph type="sldNum" sz="quarter" idx="18"/>
          </p:nvPr>
        </p:nvSpPr>
        <p:spPr/>
        <p:txBody>
          <a:bodyPr/>
          <a:lstStyle>
            <a:lvl1pPr>
              <a:defRPr>
                <a:solidFill>
                  <a:schemeClr val="tx1"/>
                </a:solidFill>
              </a:defRPr>
            </a:lvl1pPr>
          </a:lstStyle>
          <a:p>
            <a:fld id="{A22638FE-01C9-41BA-BE25-085106FB5C8A}" type="slidenum">
              <a:rPr lang="en-US" smtClean="0"/>
              <a:t>‹#›</a:t>
            </a:fld>
            <a:endParaRPr lang="en-US"/>
          </a:p>
        </p:txBody>
      </p:sp>
    </p:spTree>
    <p:extLst>
      <p:ext uri="{BB962C8B-B14F-4D97-AF65-F5344CB8AC3E}">
        <p14:creationId xmlns:p14="http://schemas.microsoft.com/office/powerpoint/2010/main" val="18404741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ection Blue Divider">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D7424D0-56B3-2443-8CF1-904F331A1CDA}"/>
              </a:ext>
            </a:extLst>
          </p:cNvPr>
          <p:cNvSpPr/>
          <p:nvPr/>
        </p:nvSpPr>
        <p:spPr>
          <a:xfrm>
            <a:off x="-31032" y="3052947"/>
            <a:ext cx="12223033" cy="369330"/>
          </a:xfrm>
          <a:prstGeom prst="rect">
            <a:avLst/>
          </a:prstGeom>
          <a:solidFill>
            <a:schemeClr val="bg1"/>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671" tIns="45671" rIns="45671" bIns="45671" numCol="1" spcCol="38100" rtlCol="0" anchor="ctr">
            <a:spAutoFit/>
          </a:bodyPr>
          <a:lstStyle/>
          <a:p>
            <a:pPr marL="0" marR="0" indent="0" algn="l" defTabSz="913486" rtl="0" fontAlgn="auto" latinLnBrk="0" hangingPunct="0">
              <a:lnSpc>
                <a:spcPct val="100000"/>
              </a:lnSpc>
              <a:spcBef>
                <a:spcPts val="0"/>
              </a:spcBef>
              <a:spcAft>
                <a:spcPts val="0"/>
              </a:spcAft>
              <a:buClrTx/>
              <a:buSzTx/>
              <a:buFontTx/>
              <a:buNone/>
              <a:tabLst/>
            </a:pPr>
            <a:endParaRPr kumimoji="0" lang="en-US" sz="1798" b="0" i="0" u="none" strike="noStrike" cap="none" spc="0" normalizeH="0" baseline="0">
              <a:ln>
                <a:noFill/>
              </a:ln>
              <a:solidFill>
                <a:srgbClr val="072941"/>
              </a:solidFill>
              <a:effectLst/>
              <a:uFillTx/>
              <a:latin typeface="Calibri" panose="020F0502020204030204" pitchFamily="34" charset="0"/>
              <a:ea typeface="+mj-ea"/>
              <a:cs typeface="+mj-cs"/>
              <a:sym typeface="Calibri"/>
            </a:endParaRPr>
          </a:p>
        </p:txBody>
      </p:sp>
      <p:pic>
        <p:nvPicPr>
          <p:cNvPr id="9" name="Picture 8">
            <a:extLst>
              <a:ext uri="{FF2B5EF4-FFF2-40B4-BE49-F238E27FC236}">
                <a16:creationId xmlns:a16="http://schemas.microsoft.com/office/drawing/2014/main" id="{2925E9B3-EE83-0644-8A0F-D702C3199662}"/>
              </a:ext>
            </a:extLst>
          </p:cNvPr>
          <p:cNvPicPr>
            <a:picLocks/>
          </p:cNvPicPr>
          <p:nvPr/>
        </p:nvPicPr>
        <p:blipFill rotWithShape="1">
          <a:blip r:embed="rId2" cstate="email">
            <a:extLst>
              <a:ext uri="{28A0092B-C50C-407E-A947-70E740481C1C}">
                <a14:useLocalDpi xmlns:a14="http://schemas.microsoft.com/office/drawing/2010/main"/>
              </a:ext>
            </a:extLst>
          </a:blip>
          <a:srcRect/>
          <a:stretch/>
        </p:blipFill>
        <p:spPr>
          <a:xfrm>
            <a:off x="-31033" y="14747"/>
            <a:ext cx="6132868" cy="6858000"/>
          </a:xfrm>
          <a:prstGeom prst="rect">
            <a:avLst/>
          </a:prstGeom>
        </p:spPr>
      </p:pic>
      <p:sp>
        <p:nvSpPr>
          <p:cNvPr id="10" name="Shape 8">
            <a:extLst>
              <a:ext uri="{FF2B5EF4-FFF2-40B4-BE49-F238E27FC236}">
                <a16:creationId xmlns:a16="http://schemas.microsoft.com/office/drawing/2014/main" id="{F150CF6B-1388-9344-B77C-C085D836C28B}"/>
              </a:ext>
            </a:extLst>
          </p:cNvPr>
          <p:cNvSpPr>
            <a:spLocks noGrp="1"/>
          </p:cNvSpPr>
          <p:nvPr>
            <p:ph idx="12"/>
          </p:nvPr>
        </p:nvSpPr>
        <p:spPr>
          <a:xfrm>
            <a:off x="6532630" y="2243470"/>
            <a:ext cx="5068943" cy="4082902"/>
          </a:xfrm>
          <a:prstGeom prst="rect">
            <a:avLst/>
          </a:prstGeom>
          <a:ln w="12700">
            <a:miter lim="400000"/>
          </a:ln>
          <a:extLst>
            <a:ext uri="{C572A759-6A51-4108-AA02-DFA0A04FC94B}">
              <ma14:wrappingTextBoxFlag xmlns="" xmlns:ma14="http://schemas.microsoft.com/office/mac/drawingml/2011/main" val="1"/>
            </a:ext>
          </a:extLst>
        </p:spPr>
        <p:txBody>
          <a:bodyPr lIns="45719" rIns="45719">
            <a:normAutofit/>
          </a:bodyPr>
          <a:lstStyle>
            <a:lvl1pPr>
              <a:defRPr sz="1796"/>
            </a:lvl1pPr>
            <a:lvl2pPr>
              <a:defRPr sz="1796"/>
            </a:lvl2pPr>
            <a:lvl3pPr>
              <a:defRPr sz="1796"/>
            </a:lvl3pPr>
            <a:lvl4pPr>
              <a:defRPr sz="1796"/>
            </a:lvl4pPr>
            <a:lvl5pPr>
              <a:defRPr sz="1796"/>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12" name="Rectangle 11">
            <a:extLst>
              <a:ext uri="{FF2B5EF4-FFF2-40B4-BE49-F238E27FC236}">
                <a16:creationId xmlns:a16="http://schemas.microsoft.com/office/drawing/2014/main" id="{1CC22EDC-0F39-FE44-A71D-76BFD2F20E0F}"/>
              </a:ext>
            </a:extLst>
          </p:cNvPr>
          <p:cNvSpPr>
            <a:spLocks/>
          </p:cNvSpPr>
          <p:nvPr/>
        </p:nvSpPr>
        <p:spPr>
          <a:xfrm rot="10800000">
            <a:off x="590428" y="14746"/>
            <a:ext cx="5505572" cy="6858000"/>
          </a:xfrm>
          <a:prstGeom prst="rect">
            <a:avLst/>
          </a:prstGeom>
          <a:gradFill>
            <a:gsLst>
              <a:gs pos="0">
                <a:schemeClr val="tx1"/>
              </a:gs>
              <a:gs pos="100000">
                <a:schemeClr val="tx1">
                  <a:alpha val="0"/>
                </a:schemeClr>
              </a:gs>
            </a:gsLst>
            <a:lin ang="0" scaled="0"/>
          </a:gra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671" tIns="45671" rIns="45671" bIns="45671" numCol="1" spcCol="38100" rtlCol="0" anchor="ctr">
            <a:noAutofit/>
          </a:bodyPr>
          <a:lstStyle/>
          <a:p>
            <a:pPr marL="0" marR="0" indent="0" algn="l" defTabSz="913486" rtl="0" fontAlgn="auto" latinLnBrk="0" hangingPunct="0">
              <a:lnSpc>
                <a:spcPct val="100000"/>
              </a:lnSpc>
              <a:spcBef>
                <a:spcPts val="0"/>
              </a:spcBef>
              <a:spcAft>
                <a:spcPts val="0"/>
              </a:spcAft>
              <a:buClrTx/>
              <a:buSzTx/>
              <a:buFontTx/>
              <a:buNone/>
              <a:tabLst/>
            </a:pPr>
            <a:endParaRPr kumimoji="0" lang="en-US" sz="1798" b="0" i="0" u="none" strike="noStrike" cap="none" spc="0" normalizeH="0" baseline="0">
              <a:ln>
                <a:noFill/>
              </a:ln>
              <a:solidFill>
                <a:srgbClr val="072941"/>
              </a:solidFill>
              <a:effectLst/>
              <a:uFillTx/>
              <a:latin typeface="Calibri" panose="020F0502020204030204" pitchFamily="34" charset="0"/>
              <a:sym typeface="Calibri"/>
            </a:endParaRPr>
          </a:p>
        </p:txBody>
      </p:sp>
      <p:sp>
        <p:nvSpPr>
          <p:cNvPr id="7" name="Rectangle 6">
            <a:extLst>
              <a:ext uri="{FF2B5EF4-FFF2-40B4-BE49-F238E27FC236}">
                <a16:creationId xmlns:a16="http://schemas.microsoft.com/office/drawing/2014/main" id="{371ED297-7BA9-466D-A965-AC62B16AC0B0}"/>
              </a:ext>
            </a:extLst>
          </p:cNvPr>
          <p:cNvSpPr/>
          <p:nvPr/>
        </p:nvSpPr>
        <p:spPr>
          <a:xfrm>
            <a:off x="918532" y="1162050"/>
            <a:ext cx="915353" cy="91440"/>
          </a:xfrm>
          <a:prstGeom prst="rect">
            <a:avLst/>
          </a:prstGeom>
          <a:solidFill>
            <a:schemeClr val="bg1"/>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671" tIns="45671" rIns="45671" bIns="45671" numCol="1" spcCol="38100" rtlCol="0" anchor="ctr">
            <a:noAutofit/>
          </a:bodyPr>
          <a:lstStyle/>
          <a:p>
            <a:pPr marL="0" marR="0" indent="0" algn="l" defTabSz="913486" rtl="0" fontAlgn="auto" latinLnBrk="0" hangingPunct="0">
              <a:lnSpc>
                <a:spcPct val="100000"/>
              </a:lnSpc>
              <a:spcBef>
                <a:spcPts val="0"/>
              </a:spcBef>
              <a:spcAft>
                <a:spcPts val="0"/>
              </a:spcAft>
              <a:buClrTx/>
              <a:buSzTx/>
              <a:buFontTx/>
              <a:buNone/>
              <a:tabLst/>
            </a:pPr>
            <a:endParaRPr kumimoji="0" lang="en-US" sz="1798" b="0" i="0" u="none" strike="noStrike" cap="none" spc="0" normalizeH="0" baseline="0">
              <a:ln>
                <a:noFill/>
              </a:ln>
              <a:solidFill>
                <a:srgbClr val="072941"/>
              </a:solidFill>
              <a:effectLst/>
              <a:uFillTx/>
              <a:latin typeface="Calibri" panose="020F0502020204030204" pitchFamily="34" charset="0"/>
              <a:sym typeface="Calibri"/>
            </a:endParaRPr>
          </a:p>
        </p:txBody>
      </p:sp>
      <p:sp>
        <p:nvSpPr>
          <p:cNvPr id="15" name="Text Placeholder 14">
            <a:extLst>
              <a:ext uri="{FF2B5EF4-FFF2-40B4-BE49-F238E27FC236}">
                <a16:creationId xmlns:a16="http://schemas.microsoft.com/office/drawing/2014/main" id="{FA3DB315-4FE4-4AB7-AC70-05542D09E924}"/>
              </a:ext>
            </a:extLst>
          </p:cNvPr>
          <p:cNvSpPr>
            <a:spLocks noGrp="1"/>
          </p:cNvSpPr>
          <p:nvPr>
            <p:ph type="body" sz="quarter" idx="10" hasCustomPrompt="1"/>
          </p:nvPr>
        </p:nvSpPr>
        <p:spPr>
          <a:xfrm>
            <a:off x="829539" y="1462546"/>
            <a:ext cx="4800949" cy="1981200"/>
          </a:xfrm>
        </p:spPr>
        <p:txBody>
          <a:bodyPr>
            <a:normAutofit/>
          </a:bodyPr>
          <a:lstStyle>
            <a:lvl1pPr marL="0" marR="0" indent="0" algn="l" defTabSz="912573" rtl="0" eaLnBrk="1" fontAlgn="auto" latinLnBrk="0" hangingPunct="1">
              <a:lnSpc>
                <a:spcPct val="100000"/>
              </a:lnSpc>
              <a:spcBef>
                <a:spcPts val="1198"/>
              </a:spcBef>
              <a:spcAft>
                <a:spcPts val="0"/>
              </a:spcAft>
              <a:buClrTx/>
              <a:buSzTx/>
              <a:buFontTx/>
              <a:buNone/>
              <a:tabLst/>
              <a:defRPr kumimoji="0" lang="en-US" sz="3596" b="1" i="0" u="none" strike="noStrike" cap="none" spc="0" normalizeH="0" baseline="0" dirty="0">
                <a:ln>
                  <a:noFill/>
                </a:ln>
                <a:solidFill>
                  <a:schemeClr val="bg1"/>
                </a:solidFill>
                <a:effectLst/>
                <a:uFillTx/>
                <a:latin typeface="Calibri" panose="020F0502020204030204" pitchFamily="34" charset="0"/>
                <a:ea typeface="Calibri" panose="020F0502020204030204" pitchFamily="34" charset="0"/>
                <a:cs typeface="Calibri" panose="020F0502020204030204" pitchFamily="34" charset="0"/>
                <a:sym typeface="Helvetica"/>
              </a:defRPr>
            </a:lvl1pPr>
          </a:lstStyle>
          <a:p>
            <a:pPr lvl="0"/>
            <a:r>
              <a:rPr lang="en-US"/>
              <a:t>Click To Edit Title</a:t>
            </a:r>
          </a:p>
        </p:txBody>
      </p:sp>
      <p:sp>
        <p:nvSpPr>
          <p:cNvPr id="17" name="Text Placeholder 16">
            <a:extLst>
              <a:ext uri="{FF2B5EF4-FFF2-40B4-BE49-F238E27FC236}">
                <a16:creationId xmlns:a16="http://schemas.microsoft.com/office/drawing/2014/main" id="{F2B683F2-4BBD-47C8-894F-EE9C27F61E37}"/>
              </a:ext>
            </a:extLst>
          </p:cNvPr>
          <p:cNvSpPr>
            <a:spLocks noGrp="1"/>
          </p:cNvSpPr>
          <p:nvPr>
            <p:ph type="body" sz="quarter" idx="11" hasCustomPrompt="1"/>
          </p:nvPr>
        </p:nvSpPr>
        <p:spPr>
          <a:xfrm>
            <a:off x="829540" y="583773"/>
            <a:ext cx="4800949" cy="447586"/>
          </a:xfrm>
        </p:spPr>
        <p:txBody>
          <a:bodyPr>
            <a:noAutofit/>
          </a:bodyPr>
          <a:lstStyle>
            <a:lvl1pPr marL="0" marR="0" indent="0" algn="l" defTabSz="912573" rtl="0" eaLnBrk="1" fontAlgn="auto" latinLnBrk="0" hangingPunct="1">
              <a:lnSpc>
                <a:spcPct val="100000"/>
              </a:lnSpc>
              <a:spcBef>
                <a:spcPts val="1198"/>
              </a:spcBef>
              <a:spcAft>
                <a:spcPts val="0"/>
              </a:spcAft>
              <a:buClrTx/>
              <a:buSzTx/>
              <a:buFontTx/>
              <a:buNone/>
              <a:tabLst/>
              <a:defRPr kumimoji="0" lang="en-US" sz="1998" b="0" i="0" u="none" strike="noStrike" cap="all" spc="0" normalizeH="0" baseline="0" dirty="0" smtClean="0">
                <a:ln>
                  <a:noFill/>
                </a:ln>
                <a:solidFill>
                  <a:schemeClr val="bg1"/>
                </a:solidFill>
                <a:effectLst/>
                <a:uFillTx/>
                <a:latin typeface="Calibri" panose="020F0502020204030204" pitchFamily="34" charset="0"/>
                <a:ea typeface="Calibri" panose="020F0502020204030204" pitchFamily="34" charset="0"/>
                <a:cs typeface="Calibri" panose="020F0502020204030204" pitchFamily="34" charset="0"/>
                <a:sym typeface="Helvetica"/>
              </a:defRPr>
            </a:lvl1pPr>
            <a:lvl2pPr marL="0" marR="0" indent="0" algn="l" defTabSz="912573" rtl="0" eaLnBrk="1" fontAlgn="auto" latinLnBrk="0" hangingPunct="1">
              <a:lnSpc>
                <a:spcPct val="100000"/>
              </a:lnSpc>
              <a:spcBef>
                <a:spcPts val="1198"/>
              </a:spcBef>
              <a:spcAft>
                <a:spcPts val="0"/>
              </a:spcAft>
              <a:buClrTx/>
              <a:buSzTx/>
              <a:buFontTx/>
              <a:buNone/>
              <a:tabLst/>
              <a:defRPr kumimoji="0" lang="en-US" sz="1998" b="0" i="0" u="none" strike="noStrike" cap="all" spc="0" normalizeH="0" baseline="0" dirty="0" smtClean="0">
                <a:ln>
                  <a:noFill/>
                </a:ln>
                <a:solidFill>
                  <a:schemeClr val="bg1"/>
                </a:solidFill>
                <a:effectLst/>
                <a:uFillTx/>
                <a:latin typeface="+mj-lt"/>
                <a:ea typeface="Arial" charset="0"/>
                <a:cs typeface="Arial" charset="0"/>
                <a:sym typeface="Helvetica"/>
              </a:defRPr>
            </a:lvl2pPr>
            <a:lvl3pPr marL="0" marR="0" indent="0" algn="l" defTabSz="912573" rtl="0" eaLnBrk="1" fontAlgn="auto" latinLnBrk="0" hangingPunct="1">
              <a:lnSpc>
                <a:spcPct val="100000"/>
              </a:lnSpc>
              <a:spcBef>
                <a:spcPts val="1198"/>
              </a:spcBef>
              <a:spcAft>
                <a:spcPts val="0"/>
              </a:spcAft>
              <a:buClrTx/>
              <a:buSzTx/>
              <a:buFontTx/>
              <a:buNone/>
              <a:tabLst/>
              <a:defRPr kumimoji="0" lang="en-US" sz="1998" b="0" i="0" u="none" strike="noStrike" cap="all" spc="0" normalizeH="0" baseline="0" dirty="0" smtClean="0">
                <a:ln>
                  <a:noFill/>
                </a:ln>
                <a:solidFill>
                  <a:schemeClr val="bg1"/>
                </a:solidFill>
                <a:effectLst/>
                <a:uFillTx/>
                <a:latin typeface="+mj-lt"/>
                <a:ea typeface="Arial" charset="0"/>
                <a:cs typeface="Arial" charset="0"/>
                <a:sym typeface="Helvetica"/>
              </a:defRPr>
            </a:lvl3pPr>
            <a:lvl4pPr marL="0" marR="0" indent="0" algn="l" defTabSz="912573" rtl="0" eaLnBrk="1" fontAlgn="auto" latinLnBrk="0" hangingPunct="1">
              <a:lnSpc>
                <a:spcPct val="100000"/>
              </a:lnSpc>
              <a:spcBef>
                <a:spcPts val="1198"/>
              </a:spcBef>
              <a:spcAft>
                <a:spcPts val="0"/>
              </a:spcAft>
              <a:buClrTx/>
              <a:buSzTx/>
              <a:buFontTx/>
              <a:buNone/>
              <a:tabLst/>
              <a:defRPr kumimoji="0" lang="en-US" sz="1998" b="0" i="0" u="none" strike="noStrike" cap="all" spc="0" normalizeH="0" baseline="0" dirty="0" smtClean="0">
                <a:ln>
                  <a:noFill/>
                </a:ln>
                <a:solidFill>
                  <a:schemeClr val="bg1"/>
                </a:solidFill>
                <a:effectLst/>
                <a:uFillTx/>
                <a:latin typeface="+mj-lt"/>
                <a:ea typeface="Arial" charset="0"/>
                <a:cs typeface="Arial" charset="0"/>
                <a:sym typeface="Helvetica"/>
              </a:defRPr>
            </a:lvl4pPr>
            <a:lvl5pPr marL="0" marR="0" indent="0" algn="l" defTabSz="912573" rtl="0" eaLnBrk="1" fontAlgn="auto" latinLnBrk="0" hangingPunct="1">
              <a:lnSpc>
                <a:spcPct val="100000"/>
              </a:lnSpc>
              <a:spcBef>
                <a:spcPts val="1198"/>
              </a:spcBef>
              <a:spcAft>
                <a:spcPts val="0"/>
              </a:spcAft>
              <a:buClrTx/>
              <a:buSzTx/>
              <a:buFontTx/>
              <a:buNone/>
              <a:tabLst/>
              <a:defRPr kumimoji="0" lang="en-US" sz="1998" b="0" i="0" u="none" strike="noStrike" cap="all" spc="0" normalizeH="0" baseline="0" dirty="0">
                <a:ln>
                  <a:noFill/>
                </a:ln>
                <a:solidFill>
                  <a:schemeClr val="bg1"/>
                </a:solidFill>
                <a:effectLst/>
                <a:uFillTx/>
                <a:latin typeface="+mj-lt"/>
                <a:ea typeface="Arial" charset="0"/>
                <a:cs typeface="Arial" charset="0"/>
                <a:sym typeface="Helvetica"/>
              </a:defRPr>
            </a:lvl5pPr>
          </a:lstStyle>
          <a:p>
            <a:pPr lvl="0"/>
            <a:r>
              <a:rPr lang="en-US"/>
              <a:t>CLICK TO EDIT SECTION TITLE CHANGE</a:t>
            </a:r>
          </a:p>
        </p:txBody>
      </p:sp>
      <p:pic>
        <p:nvPicPr>
          <p:cNvPr id="13" name="image1.png">
            <a:extLst>
              <a:ext uri="{FF2B5EF4-FFF2-40B4-BE49-F238E27FC236}">
                <a16:creationId xmlns:a16="http://schemas.microsoft.com/office/drawing/2014/main" id="{B23B9895-056B-D545-B7A2-818AE6726A7C}"/>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15760" y="6412367"/>
            <a:ext cx="363322" cy="437014"/>
          </a:xfrm>
          <a:prstGeom prst="rect">
            <a:avLst/>
          </a:prstGeom>
          <a:ln w="12700">
            <a:miter lim="400000"/>
          </a:ln>
        </p:spPr>
      </p:pic>
      <p:sp>
        <p:nvSpPr>
          <p:cNvPr id="14" name="TextBox 13">
            <a:extLst>
              <a:ext uri="{FF2B5EF4-FFF2-40B4-BE49-F238E27FC236}">
                <a16:creationId xmlns:a16="http://schemas.microsoft.com/office/drawing/2014/main" id="{44E9CB18-23CA-834A-930A-E74144ECBA94}"/>
              </a:ext>
            </a:extLst>
          </p:cNvPr>
          <p:cNvSpPr txBox="1"/>
          <p:nvPr/>
        </p:nvSpPr>
        <p:spPr>
          <a:xfrm>
            <a:off x="609602" y="6507767"/>
            <a:ext cx="976506" cy="24599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45671" tIns="45671" rIns="45671" bIns="45671" numCol="1" spcCol="38100" rtlCol="0" anchor="t">
            <a:spAutoFit/>
          </a:bodyPr>
          <a:lstStyle/>
          <a:p>
            <a:pPr marL="0" marR="0" indent="0" algn="l" defTabSz="913486" rtl="0" fontAlgn="auto" latinLnBrk="0" hangingPunct="0">
              <a:lnSpc>
                <a:spcPct val="100000"/>
              </a:lnSpc>
              <a:spcBef>
                <a:spcPts val="0"/>
              </a:spcBef>
              <a:spcAft>
                <a:spcPts val="0"/>
              </a:spcAft>
              <a:buClrTx/>
              <a:buSzTx/>
              <a:buFontTx/>
              <a:buNone/>
              <a:tabLst/>
            </a:pPr>
            <a:r>
              <a:rPr kumimoji="0" lang="en-US" sz="999" b="0" i="0" u="none" strike="noStrike" cap="none" spc="0" normalizeH="0" baseline="0">
                <a:ln>
                  <a:noFill/>
                </a:ln>
                <a:solidFill>
                  <a:schemeClr val="bg1"/>
                </a:solidFill>
                <a:effectLst/>
                <a:uFillTx/>
                <a:latin typeface="Calibri" panose="020F0502020204030204" pitchFamily="34" charset="0"/>
                <a:ea typeface="+mj-ea"/>
                <a:cs typeface="Calibri" panose="020F0502020204030204" pitchFamily="34" charset="0"/>
                <a:sym typeface="Calibri"/>
              </a:rPr>
              <a:t>www.earley.com</a:t>
            </a:r>
          </a:p>
        </p:txBody>
      </p:sp>
      <p:sp>
        <p:nvSpPr>
          <p:cNvPr id="3" name="Slide Number Placeholder 2">
            <a:extLst>
              <a:ext uri="{FF2B5EF4-FFF2-40B4-BE49-F238E27FC236}">
                <a16:creationId xmlns:a16="http://schemas.microsoft.com/office/drawing/2014/main" id="{2840135C-E513-4757-B7B4-8D9AA58F79F7}"/>
              </a:ext>
            </a:extLst>
          </p:cNvPr>
          <p:cNvSpPr>
            <a:spLocks noGrp="1"/>
          </p:cNvSpPr>
          <p:nvPr>
            <p:ph type="sldNum" sz="quarter" idx="13"/>
          </p:nvPr>
        </p:nvSpPr>
        <p:spPr/>
        <p:txBody>
          <a:bodyPr/>
          <a:lstStyle/>
          <a:p>
            <a:fld id="{A22638FE-01C9-41BA-BE25-085106FB5C8A}" type="slidenum">
              <a:rPr lang="en-US" smtClean="0"/>
              <a:t>‹#›</a:t>
            </a:fld>
            <a:endParaRPr lang="en-US"/>
          </a:p>
        </p:txBody>
      </p:sp>
      <p:sp>
        <p:nvSpPr>
          <p:cNvPr id="16" name="Shape 7">
            <a:extLst>
              <a:ext uri="{FF2B5EF4-FFF2-40B4-BE49-F238E27FC236}">
                <a16:creationId xmlns:a16="http://schemas.microsoft.com/office/drawing/2014/main" id="{413C58AE-F8A0-4EA0-82D5-15D01715A905}"/>
              </a:ext>
            </a:extLst>
          </p:cNvPr>
          <p:cNvSpPr>
            <a:spLocks noGrp="1"/>
          </p:cNvSpPr>
          <p:nvPr>
            <p:ph type="title"/>
          </p:nvPr>
        </p:nvSpPr>
        <p:spPr>
          <a:xfrm>
            <a:off x="6532630" y="1427983"/>
            <a:ext cx="5068943" cy="693551"/>
          </a:xfrm>
          <a:prstGeom prst="rect">
            <a:avLst/>
          </a:prstGeom>
          <a:ln w="12700">
            <a:miter lim="400000"/>
          </a:ln>
          <a:extLst>
            <a:ext uri="{C572A759-6A51-4108-AA02-DFA0A04FC94B}">
              <ma14:wrappingTextBoxFlag xmlns="" xmlns:ma14="http://schemas.microsoft.com/office/mac/drawingml/2011/main" val="1"/>
            </a:ext>
          </a:extLst>
        </p:spPr>
        <p:txBody>
          <a:bodyPr lIns="45719" rIns="45719">
            <a:normAutofit/>
          </a:bodyPr>
          <a:lstStyle>
            <a:lvl1pPr algn="l">
              <a:defRPr sz="2398"/>
            </a:lvl1pPr>
          </a:lstStyle>
          <a:p>
            <a:r>
              <a:rPr lang="en-US"/>
              <a:t>Click to edit Master title style</a:t>
            </a:r>
            <a:endParaRPr/>
          </a:p>
        </p:txBody>
      </p:sp>
    </p:spTree>
    <p:extLst>
      <p:ext uri="{BB962C8B-B14F-4D97-AF65-F5344CB8AC3E}">
        <p14:creationId xmlns:p14="http://schemas.microsoft.com/office/powerpoint/2010/main" val="362040316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ection - Green Divider">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D7424D0-56B3-2443-8CF1-904F331A1CDA}"/>
              </a:ext>
            </a:extLst>
          </p:cNvPr>
          <p:cNvSpPr/>
          <p:nvPr/>
        </p:nvSpPr>
        <p:spPr>
          <a:xfrm>
            <a:off x="-31032" y="3052947"/>
            <a:ext cx="12223033" cy="369330"/>
          </a:xfrm>
          <a:prstGeom prst="rect">
            <a:avLst/>
          </a:prstGeom>
          <a:solidFill>
            <a:schemeClr val="bg1"/>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671" tIns="45671" rIns="45671" bIns="45671" numCol="1" spcCol="38100" rtlCol="0" anchor="ctr">
            <a:spAutoFit/>
          </a:bodyPr>
          <a:lstStyle/>
          <a:p>
            <a:pPr marL="0" marR="0" indent="0" algn="l" defTabSz="913486" rtl="0" fontAlgn="auto" latinLnBrk="0" hangingPunct="0">
              <a:lnSpc>
                <a:spcPct val="100000"/>
              </a:lnSpc>
              <a:spcBef>
                <a:spcPts val="0"/>
              </a:spcBef>
              <a:spcAft>
                <a:spcPts val="0"/>
              </a:spcAft>
              <a:buClrTx/>
              <a:buSzTx/>
              <a:buFontTx/>
              <a:buNone/>
              <a:tabLst/>
            </a:pPr>
            <a:endParaRPr kumimoji="0" lang="en-US" sz="1798" b="0" i="0" u="none" strike="noStrike" cap="none" spc="0" normalizeH="0" baseline="0">
              <a:ln>
                <a:noFill/>
              </a:ln>
              <a:solidFill>
                <a:srgbClr val="072941"/>
              </a:solidFill>
              <a:effectLst/>
              <a:uFillTx/>
              <a:latin typeface="Calibri" panose="020F0502020204030204" pitchFamily="34" charset="0"/>
              <a:ea typeface="+mj-ea"/>
              <a:cs typeface="+mj-cs"/>
              <a:sym typeface="Calibri"/>
            </a:endParaRPr>
          </a:p>
        </p:txBody>
      </p:sp>
      <p:pic>
        <p:nvPicPr>
          <p:cNvPr id="4" name="Picture 3">
            <a:extLst>
              <a:ext uri="{FF2B5EF4-FFF2-40B4-BE49-F238E27FC236}">
                <a16:creationId xmlns:a16="http://schemas.microsoft.com/office/drawing/2014/main" id="{B10CADAF-6331-4204-8876-D79562F3CE17}"/>
              </a:ext>
            </a:extLst>
          </p:cNvPr>
          <p:cNvPicPr>
            <a:picLocks/>
          </p:cNvPicPr>
          <p:nvPr/>
        </p:nvPicPr>
        <p:blipFill rotWithShape="1">
          <a:blip r:embed="rId2" cstate="email">
            <a:extLst>
              <a:ext uri="{28A0092B-C50C-407E-A947-70E740481C1C}">
                <a14:useLocalDpi xmlns:a14="http://schemas.microsoft.com/office/drawing/2010/main"/>
              </a:ext>
            </a:extLst>
          </a:blip>
          <a:srcRect/>
          <a:stretch/>
        </p:blipFill>
        <p:spPr>
          <a:xfrm rot="10800000">
            <a:off x="-36869" y="0"/>
            <a:ext cx="6132868" cy="6858000"/>
          </a:xfrm>
          <a:prstGeom prst="rect">
            <a:avLst/>
          </a:prstGeom>
        </p:spPr>
      </p:pic>
      <p:sp>
        <p:nvSpPr>
          <p:cNvPr id="12" name="Shape 8">
            <a:extLst>
              <a:ext uri="{FF2B5EF4-FFF2-40B4-BE49-F238E27FC236}">
                <a16:creationId xmlns:a16="http://schemas.microsoft.com/office/drawing/2014/main" id="{A3BF2F97-FA42-5A44-94C3-FE5FA8D89BAD}"/>
              </a:ext>
            </a:extLst>
          </p:cNvPr>
          <p:cNvSpPr>
            <a:spLocks noGrp="1"/>
          </p:cNvSpPr>
          <p:nvPr>
            <p:ph idx="12"/>
          </p:nvPr>
        </p:nvSpPr>
        <p:spPr>
          <a:xfrm>
            <a:off x="6532630" y="2243470"/>
            <a:ext cx="5068943" cy="4082902"/>
          </a:xfrm>
          <a:prstGeom prst="rect">
            <a:avLst/>
          </a:prstGeom>
          <a:ln w="12700">
            <a:miter lim="400000"/>
          </a:ln>
          <a:extLst>
            <a:ext uri="{C572A759-6A51-4108-AA02-DFA0A04FC94B}">
              <ma14:wrappingTextBoxFlag xmlns="" xmlns:ma14="http://schemas.microsoft.com/office/mac/drawingml/2011/main" val="1"/>
            </a:ext>
          </a:extLst>
        </p:spPr>
        <p:txBody>
          <a:bodyPr lIns="45719" rIns="45719">
            <a:normAutofit/>
          </a:bodyPr>
          <a:lstStyle>
            <a:lvl1pPr>
              <a:defRPr sz="1796"/>
            </a:lvl1pPr>
            <a:lvl2pPr>
              <a:defRPr sz="1796"/>
            </a:lvl2pPr>
            <a:lvl3pPr>
              <a:defRPr sz="1796"/>
            </a:lvl3pPr>
            <a:lvl4pPr>
              <a:defRPr sz="1796"/>
            </a:lvl4pPr>
            <a:lvl5pPr>
              <a:defRPr sz="1796"/>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14" name="Rectangle 13">
            <a:extLst>
              <a:ext uri="{FF2B5EF4-FFF2-40B4-BE49-F238E27FC236}">
                <a16:creationId xmlns:a16="http://schemas.microsoft.com/office/drawing/2014/main" id="{D78D4B1E-E96E-4B4A-BF15-F679E965759E}"/>
              </a:ext>
            </a:extLst>
          </p:cNvPr>
          <p:cNvSpPr>
            <a:spLocks/>
          </p:cNvSpPr>
          <p:nvPr/>
        </p:nvSpPr>
        <p:spPr>
          <a:xfrm rot="10800000">
            <a:off x="-36869" y="14746"/>
            <a:ext cx="6132868" cy="6858000"/>
          </a:xfrm>
          <a:prstGeom prst="rect">
            <a:avLst/>
          </a:prstGeom>
          <a:gradFill>
            <a:gsLst>
              <a:gs pos="0">
                <a:schemeClr val="accent4"/>
              </a:gs>
              <a:gs pos="100000">
                <a:schemeClr val="tx1">
                  <a:alpha val="0"/>
                </a:schemeClr>
              </a:gs>
            </a:gsLst>
            <a:lin ang="0" scaled="0"/>
          </a:gra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671" tIns="45671" rIns="45671" bIns="45671" numCol="1" spcCol="38100" rtlCol="0" anchor="ctr">
            <a:noAutofit/>
          </a:bodyPr>
          <a:lstStyle/>
          <a:p>
            <a:pPr marL="0" marR="0" indent="0" algn="l" defTabSz="913486" rtl="0" fontAlgn="auto" latinLnBrk="0" hangingPunct="0">
              <a:lnSpc>
                <a:spcPct val="100000"/>
              </a:lnSpc>
              <a:spcBef>
                <a:spcPts val="0"/>
              </a:spcBef>
              <a:spcAft>
                <a:spcPts val="0"/>
              </a:spcAft>
              <a:buClrTx/>
              <a:buSzTx/>
              <a:buFontTx/>
              <a:buNone/>
              <a:tabLst/>
            </a:pPr>
            <a:endParaRPr kumimoji="0" lang="en-US" sz="1798" b="0" i="0" u="none" strike="noStrike" cap="none" spc="0" normalizeH="0" baseline="0">
              <a:ln>
                <a:noFill/>
              </a:ln>
              <a:solidFill>
                <a:srgbClr val="072941"/>
              </a:solidFill>
              <a:effectLst/>
              <a:uFillTx/>
              <a:latin typeface="Calibri" panose="020F0502020204030204" pitchFamily="34" charset="0"/>
              <a:sym typeface="Calibri"/>
            </a:endParaRPr>
          </a:p>
        </p:txBody>
      </p:sp>
      <p:sp>
        <p:nvSpPr>
          <p:cNvPr id="7" name="Rectangle 6">
            <a:extLst>
              <a:ext uri="{FF2B5EF4-FFF2-40B4-BE49-F238E27FC236}">
                <a16:creationId xmlns:a16="http://schemas.microsoft.com/office/drawing/2014/main" id="{371ED297-7BA9-466D-A965-AC62B16AC0B0}"/>
              </a:ext>
            </a:extLst>
          </p:cNvPr>
          <p:cNvSpPr/>
          <p:nvPr/>
        </p:nvSpPr>
        <p:spPr>
          <a:xfrm>
            <a:off x="918532" y="1162050"/>
            <a:ext cx="915353" cy="91440"/>
          </a:xfrm>
          <a:prstGeom prst="rect">
            <a:avLst/>
          </a:prstGeom>
          <a:solidFill>
            <a:schemeClr val="bg1"/>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671" tIns="45671" rIns="45671" bIns="45671" numCol="1" spcCol="38100" rtlCol="0" anchor="ctr">
            <a:noAutofit/>
          </a:bodyPr>
          <a:lstStyle/>
          <a:p>
            <a:pPr marL="0" marR="0" indent="0" algn="l" defTabSz="913486" rtl="0" fontAlgn="auto" latinLnBrk="0" hangingPunct="0">
              <a:lnSpc>
                <a:spcPct val="100000"/>
              </a:lnSpc>
              <a:spcBef>
                <a:spcPts val="0"/>
              </a:spcBef>
              <a:spcAft>
                <a:spcPts val="0"/>
              </a:spcAft>
              <a:buClrTx/>
              <a:buSzTx/>
              <a:buFontTx/>
              <a:buNone/>
              <a:tabLst/>
            </a:pPr>
            <a:endParaRPr kumimoji="0" lang="en-US" sz="1798" b="0" i="0" u="none" strike="noStrike" cap="none" spc="0" normalizeH="0" baseline="0">
              <a:ln>
                <a:noFill/>
              </a:ln>
              <a:solidFill>
                <a:srgbClr val="072941"/>
              </a:solidFill>
              <a:effectLst/>
              <a:uFillTx/>
              <a:latin typeface="Calibri" panose="020F0502020204030204" pitchFamily="34" charset="0"/>
              <a:sym typeface="Calibri"/>
            </a:endParaRPr>
          </a:p>
        </p:txBody>
      </p:sp>
      <p:sp>
        <p:nvSpPr>
          <p:cNvPr id="15" name="Text Placeholder 14">
            <a:extLst>
              <a:ext uri="{FF2B5EF4-FFF2-40B4-BE49-F238E27FC236}">
                <a16:creationId xmlns:a16="http://schemas.microsoft.com/office/drawing/2014/main" id="{FA3DB315-4FE4-4AB7-AC70-05542D09E924}"/>
              </a:ext>
            </a:extLst>
          </p:cNvPr>
          <p:cNvSpPr>
            <a:spLocks noGrp="1"/>
          </p:cNvSpPr>
          <p:nvPr>
            <p:ph type="body" sz="quarter" idx="10" hasCustomPrompt="1"/>
          </p:nvPr>
        </p:nvSpPr>
        <p:spPr>
          <a:xfrm>
            <a:off x="829539" y="1462546"/>
            <a:ext cx="4800949" cy="1981200"/>
          </a:xfrm>
        </p:spPr>
        <p:txBody>
          <a:bodyPr>
            <a:normAutofit/>
          </a:bodyPr>
          <a:lstStyle>
            <a:lvl1pPr marL="0" marR="0" indent="0" algn="l" defTabSz="912573" rtl="0" eaLnBrk="1" fontAlgn="auto" latinLnBrk="0" hangingPunct="1">
              <a:lnSpc>
                <a:spcPct val="100000"/>
              </a:lnSpc>
              <a:spcBef>
                <a:spcPts val="1198"/>
              </a:spcBef>
              <a:spcAft>
                <a:spcPts val="0"/>
              </a:spcAft>
              <a:buClrTx/>
              <a:buSzTx/>
              <a:buFontTx/>
              <a:buNone/>
              <a:tabLst/>
              <a:defRPr kumimoji="0" lang="en-US" sz="3596" b="1" i="0" u="none" strike="noStrike" cap="none" spc="0" normalizeH="0" baseline="0" dirty="0">
                <a:ln>
                  <a:noFill/>
                </a:ln>
                <a:solidFill>
                  <a:schemeClr val="bg1"/>
                </a:solidFill>
                <a:effectLst/>
                <a:uFillTx/>
                <a:latin typeface="Calibri" panose="020F0502020204030204" pitchFamily="34" charset="0"/>
                <a:ea typeface="Calibri" panose="020F0502020204030204" pitchFamily="34" charset="0"/>
                <a:cs typeface="Calibri" panose="020F0502020204030204" pitchFamily="34" charset="0"/>
                <a:sym typeface="Helvetica"/>
              </a:defRPr>
            </a:lvl1pPr>
          </a:lstStyle>
          <a:p>
            <a:pPr lvl="0"/>
            <a:r>
              <a:rPr lang="en-US"/>
              <a:t>Click To Edit Title</a:t>
            </a:r>
          </a:p>
        </p:txBody>
      </p:sp>
      <p:sp>
        <p:nvSpPr>
          <p:cNvPr id="17" name="Text Placeholder 16">
            <a:extLst>
              <a:ext uri="{FF2B5EF4-FFF2-40B4-BE49-F238E27FC236}">
                <a16:creationId xmlns:a16="http://schemas.microsoft.com/office/drawing/2014/main" id="{F2B683F2-4BBD-47C8-894F-EE9C27F61E37}"/>
              </a:ext>
            </a:extLst>
          </p:cNvPr>
          <p:cNvSpPr>
            <a:spLocks noGrp="1"/>
          </p:cNvSpPr>
          <p:nvPr>
            <p:ph type="body" sz="quarter" idx="11" hasCustomPrompt="1"/>
          </p:nvPr>
        </p:nvSpPr>
        <p:spPr>
          <a:xfrm>
            <a:off x="829540" y="583773"/>
            <a:ext cx="4800949" cy="447586"/>
          </a:xfrm>
        </p:spPr>
        <p:txBody>
          <a:bodyPr>
            <a:noAutofit/>
          </a:bodyPr>
          <a:lstStyle>
            <a:lvl1pPr marL="0" marR="0" indent="0" algn="l" defTabSz="912573" rtl="0" eaLnBrk="1" fontAlgn="auto" latinLnBrk="0" hangingPunct="1">
              <a:lnSpc>
                <a:spcPct val="100000"/>
              </a:lnSpc>
              <a:spcBef>
                <a:spcPts val="1198"/>
              </a:spcBef>
              <a:spcAft>
                <a:spcPts val="0"/>
              </a:spcAft>
              <a:buClrTx/>
              <a:buSzTx/>
              <a:buFontTx/>
              <a:buNone/>
              <a:tabLst/>
              <a:defRPr kumimoji="0" lang="en-US" sz="1998" b="0" i="0" u="none" strike="noStrike" cap="all" spc="0" normalizeH="0" baseline="0" dirty="0" smtClean="0">
                <a:ln>
                  <a:noFill/>
                </a:ln>
                <a:solidFill>
                  <a:schemeClr val="bg1"/>
                </a:solidFill>
                <a:effectLst/>
                <a:uFillTx/>
                <a:latin typeface="Calibri" panose="020F0502020204030204" pitchFamily="34" charset="0"/>
                <a:ea typeface="Calibri" panose="020F0502020204030204" pitchFamily="34" charset="0"/>
                <a:cs typeface="Calibri" panose="020F0502020204030204" pitchFamily="34" charset="0"/>
                <a:sym typeface="Helvetica"/>
              </a:defRPr>
            </a:lvl1pPr>
            <a:lvl2pPr marL="0" marR="0" indent="0" algn="l" defTabSz="912573" rtl="0" eaLnBrk="1" fontAlgn="auto" latinLnBrk="0" hangingPunct="1">
              <a:lnSpc>
                <a:spcPct val="100000"/>
              </a:lnSpc>
              <a:spcBef>
                <a:spcPts val="1198"/>
              </a:spcBef>
              <a:spcAft>
                <a:spcPts val="0"/>
              </a:spcAft>
              <a:buClrTx/>
              <a:buSzTx/>
              <a:buFontTx/>
              <a:buNone/>
              <a:tabLst/>
              <a:defRPr kumimoji="0" lang="en-US" sz="1998" b="0" i="0" u="none" strike="noStrike" cap="all" spc="0" normalizeH="0" baseline="0" dirty="0" smtClean="0">
                <a:ln>
                  <a:noFill/>
                </a:ln>
                <a:solidFill>
                  <a:schemeClr val="bg1"/>
                </a:solidFill>
                <a:effectLst/>
                <a:uFillTx/>
                <a:latin typeface="+mj-lt"/>
                <a:ea typeface="Arial" charset="0"/>
                <a:cs typeface="Arial" charset="0"/>
                <a:sym typeface="Helvetica"/>
              </a:defRPr>
            </a:lvl2pPr>
            <a:lvl3pPr marL="0" marR="0" indent="0" algn="l" defTabSz="912573" rtl="0" eaLnBrk="1" fontAlgn="auto" latinLnBrk="0" hangingPunct="1">
              <a:lnSpc>
                <a:spcPct val="100000"/>
              </a:lnSpc>
              <a:spcBef>
                <a:spcPts val="1198"/>
              </a:spcBef>
              <a:spcAft>
                <a:spcPts val="0"/>
              </a:spcAft>
              <a:buClrTx/>
              <a:buSzTx/>
              <a:buFontTx/>
              <a:buNone/>
              <a:tabLst/>
              <a:defRPr kumimoji="0" lang="en-US" sz="1998" b="0" i="0" u="none" strike="noStrike" cap="all" spc="0" normalizeH="0" baseline="0" dirty="0" smtClean="0">
                <a:ln>
                  <a:noFill/>
                </a:ln>
                <a:solidFill>
                  <a:schemeClr val="bg1"/>
                </a:solidFill>
                <a:effectLst/>
                <a:uFillTx/>
                <a:latin typeface="+mj-lt"/>
                <a:ea typeface="Arial" charset="0"/>
                <a:cs typeface="Arial" charset="0"/>
                <a:sym typeface="Helvetica"/>
              </a:defRPr>
            </a:lvl3pPr>
            <a:lvl4pPr marL="0" marR="0" indent="0" algn="l" defTabSz="912573" rtl="0" eaLnBrk="1" fontAlgn="auto" latinLnBrk="0" hangingPunct="1">
              <a:lnSpc>
                <a:spcPct val="100000"/>
              </a:lnSpc>
              <a:spcBef>
                <a:spcPts val="1198"/>
              </a:spcBef>
              <a:spcAft>
                <a:spcPts val="0"/>
              </a:spcAft>
              <a:buClrTx/>
              <a:buSzTx/>
              <a:buFontTx/>
              <a:buNone/>
              <a:tabLst/>
              <a:defRPr kumimoji="0" lang="en-US" sz="1998" b="0" i="0" u="none" strike="noStrike" cap="all" spc="0" normalizeH="0" baseline="0" dirty="0" smtClean="0">
                <a:ln>
                  <a:noFill/>
                </a:ln>
                <a:solidFill>
                  <a:schemeClr val="bg1"/>
                </a:solidFill>
                <a:effectLst/>
                <a:uFillTx/>
                <a:latin typeface="+mj-lt"/>
                <a:ea typeface="Arial" charset="0"/>
                <a:cs typeface="Arial" charset="0"/>
                <a:sym typeface="Helvetica"/>
              </a:defRPr>
            </a:lvl4pPr>
            <a:lvl5pPr marL="0" marR="0" indent="0" algn="l" defTabSz="912573" rtl="0" eaLnBrk="1" fontAlgn="auto" latinLnBrk="0" hangingPunct="1">
              <a:lnSpc>
                <a:spcPct val="100000"/>
              </a:lnSpc>
              <a:spcBef>
                <a:spcPts val="1198"/>
              </a:spcBef>
              <a:spcAft>
                <a:spcPts val="0"/>
              </a:spcAft>
              <a:buClrTx/>
              <a:buSzTx/>
              <a:buFontTx/>
              <a:buNone/>
              <a:tabLst/>
              <a:defRPr kumimoji="0" lang="en-US" sz="1998" b="0" i="0" u="none" strike="noStrike" cap="all" spc="0" normalizeH="0" baseline="0" dirty="0">
                <a:ln>
                  <a:noFill/>
                </a:ln>
                <a:solidFill>
                  <a:schemeClr val="bg1"/>
                </a:solidFill>
                <a:effectLst/>
                <a:uFillTx/>
                <a:latin typeface="+mj-lt"/>
                <a:ea typeface="Arial" charset="0"/>
                <a:cs typeface="Arial" charset="0"/>
                <a:sym typeface="Helvetica"/>
              </a:defRPr>
            </a:lvl5pPr>
          </a:lstStyle>
          <a:p>
            <a:pPr lvl="0"/>
            <a:r>
              <a:rPr lang="en-US"/>
              <a:t>CLICK TO EDIT SECTION TITLE CHANGE</a:t>
            </a:r>
          </a:p>
        </p:txBody>
      </p:sp>
      <p:pic>
        <p:nvPicPr>
          <p:cNvPr id="18" name="image1.png">
            <a:extLst>
              <a:ext uri="{FF2B5EF4-FFF2-40B4-BE49-F238E27FC236}">
                <a16:creationId xmlns:a16="http://schemas.microsoft.com/office/drawing/2014/main" id="{26A3889F-D7B4-FB4D-A0A0-B7164C643D2F}"/>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15760" y="6412367"/>
            <a:ext cx="363322" cy="437014"/>
          </a:xfrm>
          <a:prstGeom prst="rect">
            <a:avLst/>
          </a:prstGeom>
          <a:ln w="12700">
            <a:miter lim="400000"/>
          </a:ln>
        </p:spPr>
      </p:pic>
      <p:sp>
        <p:nvSpPr>
          <p:cNvPr id="19" name="TextBox 18">
            <a:extLst>
              <a:ext uri="{FF2B5EF4-FFF2-40B4-BE49-F238E27FC236}">
                <a16:creationId xmlns:a16="http://schemas.microsoft.com/office/drawing/2014/main" id="{0D5CB43F-0B9E-C745-84D3-38DAAEC123E4}"/>
              </a:ext>
            </a:extLst>
          </p:cNvPr>
          <p:cNvSpPr txBox="1"/>
          <p:nvPr/>
        </p:nvSpPr>
        <p:spPr>
          <a:xfrm>
            <a:off x="609602" y="6507767"/>
            <a:ext cx="976506" cy="24599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45671" tIns="45671" rIns="45671" bIns="45671" numCol="1" spcCol="38100" rtlCol="0" anchor="t">
            <a:spAutoFit/>
          </a:bodyPr>
          <a:lstStyle/>
          <a:p>
            <a:pPr marL="0" marR="0" indent="0" algn="l" defTabSz="913486" rtl="0" fontAlgn="auto" latinLnBrk="0" hangingPunct="0">
              <a:lnSpc>
                <a:spcPct val="100000"/>
              </a:lnSpc>
              <a:spcBef>
                <a:spcPts val="0"/>
              </a:spcBef>
              <a:spcAft>
                <a:spcPts val="0"/>
              </a:spcAft>
              <a:buClrTx/>
              <a:buSzTx/>
              <a:buFontTx/>
              <a:buNone/>
              <a:tabLst/>
            </a:pPr>
            <a:r>
              <a:rPr kumimoji="0" lang="en-US" sz="999" b="0" i="0" u="none" strike="noStrike" cap="none" spc="0" normalizeH="0" baseline="0">
                <a:ln>
                  <a:noFill/>
                </a:ln>
                <a:solidFill>
                  <a:schemeClr val="bg1"/>
                </a:solidFill>
                <a:effectLst/>
                <a:uFillTx/>
                <a:latin typeface="Calibri" panose="020F0502020204030204" pitchFamily="34" charset="0"/>
                <a:ea typeface="+mj-ea"/>
                <a:cs typeface="Calibri" panose="020F0502020204030204" pitchFamily="34" charset="0"/>
                <a:sym typeface="Calibri"/>
              </a:rPr>
              <a:t>www.earley.com</a:t>
            </a:r>
          </a:p>
        </p:txBody>
      </p:sp>
      <p:sp>
        <p:nvSpPr>
          <p:cNvPr id="3" name="Slide Number Placeholder 2">
            <a:extLst>
              <a:ext uri="{FF2B5EF4-FFF2-40B4-BE49-F238E27FC236}">
                <a16:creationId xmlns:a16="http://schemas.microsoft.com/office/drawing/2014/main" id="{7EE4D1F8-1E0B-4194-9EA9-3B85633A8C0C}"/>
              </a:ext>
            </a:extLst>
          </p:cNvPr>
          <p:cNvSpPr>
            <a:spLocks noGrp="1"/>
          </p:cNvSpPr>
          <p:nvPr>
            <p:ph type="sldNum" sz="quarter" idx="13"/>
          </p:nvPr>
        </p:nvSpPr>
        <p:spPr/>
        <p:txBody>
          <a:bodyPr/>
          <a:lstStyle/>
          <a:p>
            <a:fld id="{A22638FE-01C9-41BA-BE25-085106FB5C8A}" type="slidenum">
              <a:rPr lang="en-US" smtClean="0"/>
              <a:t>‹#›</a:t>
            </a:fld>
            <a:endParaRPr lang="en-US"/>
          </a:p>
        </p:txBody>
      </p:sp>
      <p:sp>
        <p:nvSpPr>
          <p:cNvPr id="16" name="Shape 7">
            <a:extLst>
              <a:ext uri="{FF2B5EF4-FFF2-40B4-BE49-F238E27FC236}">
                <a16:creationId xmlns:a16="http://schemas.microsoft.com/office/drawing/2014/main" id="{56D923B6-7587-4385-92A1-2B3A929250AF}"/>
              </a:ext>
            </a:extLst>
          </p:cNvPr>
          <p:cNvSpPr>
            <a:spLocks noGrp="1"/>
          </p:cNvSpPr>
          <p:nvPr>
            <p:ph type="title"/>
          </p:nvPr>
        </p:nvSpPr>
        <p:spPr>
          <a:xfrm>
            <a:off x="6532630" y="1427983"/>
            <a:ext cx="5068943" cy="693551"/>
          </a:xfrm>
          <a:prstGeom prst="rect">
            <a:avLst/>
          </a:prstGeom>
          <a:ln w="12700">
            <a:miter lim="400000"/>
          </a:ln>
          <a:extLst>
            <a:ext uri="{C572A759-6A51-4108-AA02-DFA0A04FC94B}">
              <ma14:wrappingTextBoxFlag xmlns="" xmlns:ma14="http://schemas.microsoft.com/office/mac/drawingml/2011/main" val="1"/>
            </a:ext>
          </a:extLst>
        </p:spPr>
        <p:txBody>
          <a:bodyPr lIns="45719" rIns="45719">
            <a:normAutofit/>
          </a:bodyPr>
          <a:lstStyle>
            <a:lvl1pPr algn="l">
              <a:defRPr sz="2398"/>
            </a:lvl1pPr>
          </a:lstStyle>
          <a:p>
            <a:r>
              <a:rPr lang="en-US"/>
              <a:t>Click to edit Master title style</a:t>
            </a:r>
            <a:endParaRPr/>
          </a:p>
        </p:txBody>
      </p:sp>
    </p:spTree>
    <p:extLst>
      <p:ext uri="{BB962C8B-B14F-4D97-AF65-F5344CB8AC3E}">
        <p14:creationId xmlns:p14="http://schemas.microsoft.com/office/powerpoint/2010/main" val="101627032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ection Purple Divider">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D7424D0-56B3-2443-8CF1-904F331A1CDA}"/>
              </a:ext>
            </a:extLst>
          </p:cNvPr>
          <p:cNvSpPr/>
          <p:nvPr/>
        </p:nvSpPr>
        <p:spPr>
          <a:xfrm>
            <a:off x="-31032" y="3052947"/>
            <a:ext cx="12223033" cy="369330"/>
          </a:xfrm>
          <a:prstGeom prst="rect">
            <a:avLst/>
          </a:prstGeom>
          <a:solidFill>
            <a:schemeClr val="bg1"/>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671" tIns="45671" rIns="45671" bIns="45671" numCol="1" spcCol="38100" rtlCol="0" anchor="ctr">
            <a:spAutoFit/>
          </a:bodyPr>
          <a:lstStyle/>
          <a:p>
            <a:pPr marL="0" marR="0" indent="0" algn="l" defTabSz="913486" rtl="0" fontAlgn="auto" latinLnBrk="0" hangingPunct="0">
              <a:lnSpc>
                <a:spcPct val="100000"/>
              </a:lnSpc>
              <a:spcBef>
                <a:spcPts val="0"/>
              </a:spcBef>
              <a:spcAft>
                <a:spcPts val="0"/>
              </a:spcAft>
              <a:buClrTx/>
              <a:buSzTx/>
              <a:buFontTx/>
              <a:buNone/>
              <a:tabLst/>
            </a:pPr>
            <a:endParaRPr kumimoji="0" lang="en-US" sz="1798" b="0" i="0" u="none" strike="noStrike" cap="none" spc="0" normalizeH="0" baseline="0">
              <a:ln>
                <a:noFill/>
              </a:ln>
              <a:solidFill>
                <a:srgbClr val="072941"/>
              </a:solidFill>
              <a:effectLst/>
              <a:uFillTx/>
              <a:latin typeface="Calibri" panose="020F0502020204030204" pitchFamily="34" charset="0"/>
              <a:ea typeface="+mj-ea"/>
              <a:cs typeface="+mj-cs"/>
              <a:sym typeface="Calibri"/>
            </a:endParaRPr>
          </a:p>
        </p:txBody>
      </p:sp>
      <p:pic>
        <p:nvPicPr>
          <p:cNvPr id="14" name="Picture 13">
            <a:extLst>
              <a:ext uri="{FF2B5EF4-FFF2-40B4-BE49-F238E27FC236}">
                <a16:creationId xmlns:a16="http://schemas.microsoft.com/office/drawing/2014/main" id="{34DC5778-9DD2-D54A-BF9A-DE2028A17853}"/>
              </a:ext>
            </a:extLst>
          </p:cNvPr>
          <p:cNvPicPr>
            <a:picLocks/>
          </p:cNvPicPr>
          <p:nvPr/>
        </p:nvPicPr>
        <p:blipFill rotWithShape="1">
          <a:blip r:embed="rId2" cstate="email">
            <a:grayscl/>
            <a:extLst>
              <a:ext uri="{28A0092B-C50C-407E-A947-70E740481C1C}">
                <a14:useLocalDpi xmlns:a14="http://schemas.microsoft.com/office/drawing/2010/main"/>
              </a:ext>
            </a:extLst>
          </a:blip>
          <a:srcRect/>
          <a:stretch/>
        </p:blipFill>
        <p:spPr>
          <a:xfrm>
            <a:off x="-36868" y="0"/>
            <a:ext cx="6132868" cy="6858000"/>
          </a:xfrm>
          <a:prstGeom prst="rect">
            <a:avLst/>
          </a:prstGeom>
        </p:spPr>
      </p:pic>
      <p:sp>
        <p:nvSpPr>
          <p:cNvPr id="16" name="Rectangle 15">
            <a:extLst>
              <a:ext uri="{FF2B5EF4-FFF2-40B4-BE49-F238E27FC236}">
                <a16:creationId xmlns:a16="http://schemas.microsoft.com/office/drawing/2014/main" id="{66464445-A72B-FE4D-B60B-5807E20E33C5}"/>
              </a:ext>
            </a:extLst>
          </p:cNvPr>
          <p:cNvSpPr>
            <a:spLocks/>
          </p:cNvSpPr>
          <p:nvPr/>
        </p:nvSpPr>
        <p:spPr>
          <a:xfrm rot="10800000">
            <a:off x="-36869" y="-4"/>
            <a:ext cx="6132868" cy="6872750"/>
          </a:xfrm>
          <a:prstGeom prst="rect">
            <a:avLst/>
          </a:prstGeom>
          <a:solidFill>
            <a:schemeClr val="accent6">
              <a:alpha val="70000"/>
            </a:schemeClr>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671" tIns="45671" rIns="45671" bIns="45671" numCol="1" spcCol="38100" rtlCol="0" anchor="ctr">
            <a:noAutofit/>
          </a:bodyPr>
          <a:lstStyle/>
          <a:p>
            <a:pPr marL="0" marR="0" indent="0" algn="l" defTabSz="913486" rtl="0" fontAlgn="auto" latinLnBrk="0" hangingPunct="0">
              <a:lnSpc>
                <a:spcPct val="100000"/>
              </a:lnSpc>
              <a:spcBef>
                <a:spcPts val="0"/>
              </a:spcBef>
              <a:spcAft>
                <a:spcPts val="0"/>
              </a:spcAft>
              <a:buClrTx/>
              <a:buSzTx/>
              <a:buFontTx/>
              <a:buNone/>
              <a:tabLst/>
            </a:pPr>
            <a:endParaRPr kumimoji="0" lang="en-US" sz="1798" b="0" i="0" u="none" strike="noStrike" cap="none" spc="0" normalizeH="0" baseline="0">
              <a:ln>
                <a:noFill/>
              </a:ln>
              <a:solidFill>
                <a:srgbClr val="072941"/>
              </a:solidFill>
              <a:effectLst/>
              <a:uFillTx/>
              <a:latin typeface="Calibri" panose="020F0502020204030204" pitchFamily="34" charset="0"/>
              <a:sym typeface="Calibri"/>
            </a:endParaRPr>
          </a:p>
        </p:txBody>
      </p:sp>
      <p:sp>
        <p:nvSpPr>
          <p:cNvPr id="18" name="Rectangle 17">
            <a:extLst>
              <a:ext uri="{FF2B5EF4-FFF2-40B4-BE49-F238E27FC236}">
                <a16:creationId xmlns:a16="http://schemas.microsoft.com/office/drawing/2014/main" id="{D1E1C681-A68E-164B-81C1-94BF25E9C474}"/>
              </a:ext>
            </a:extLst>
          </p:cNvPr>
          <p:cNvSpPr>
            <a:spLocks/>
          </p:cNvSpPr>
          <p:nvPr/>
        </p:nvSpPr>
        <p:spPr>
          <a:xfrm rot="10800000">
            <a:off x="-55303" y="-6135"/>
            <a:ext cx="6132868" cy="6872751"/>
          </a:xfrm>
          <a:prstGeom prst="rect">
            <a:avLst/>
          </a:prstGeom>
          <a:gradFill>
            <a:gsLst>
              <a:gs pos="0">
                <a:schemeClr val="accent6"/>
              </a:gs>
              <a:gs pos="100000">
                <a:schemeClr val="accent6">
                  <a:alpha val="0"/>
                </a:schemeClr>
              </a:gs>
            </a:gsLst>
            <a:lin ang="0" scaled="0"/>
          </a:gra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671" tIns="45671" rIns="45671" bIns="45671" numCol="1" spcCol="38100" rtlCol="0" anchor="ctr">
            <a:noAutofit/>
          </a:bodyPr>
          <a:lstStyle/>
          <a:p>
            <a:pPr marL="0" marR="0" indent="0" algn="l" defTabSz="913486" rtl="0" fontAlgn="auto" latinLnBrk="0" hangingPunct="0">
              <a:lnSpc>
                <a:spcPct val="100000"/>
              </a:lnSpc>
              <a:spcBef>
                <a:spcPts val="0"/>
              </a:spcBef>
              <a:spcAft>
                <a:spcPts val="0"/>
              </a:spcAft>
              <a:buClrTx/>
              <a:buSzTx/>
              <a:buFontTx/>
              <a:buNone/>
              <a:tabLst/>
            </a:pPr>
            <a:endParaRPr kumimoji="0" lang="en-US" sz="1798" b="0" i="0" u="none" strike="noStrike" cap="none" spc="0" normalizeH="0" baseline="0">
              <a:ln>
                <a:noFill/>
              </a:ln>
              <a:solidFill>
                <a:srgbClr val="072941"/>
              </a:solidFill>
              <a:effectLst/>
              <a:uFillTx/>
              <a:latin typeface="Calibri" panose="020F0502020204030204" pitchFamily="34" charset="0"/>
              <a:sym typeface="Calibri"/>
            </a:endParaRPr>
          </a:p>
        </p:txBody>
      </p:sp>
      <p:sp>
        <p:nvSpPr>
          <p:cNvPr id="10" name="Shape 8">
            <a:extLst>
              <a:ext uri="{FF2B5EF4-FFF2-40B4-BE49-F238E27FC236}">
                <a16:creationId xmlns:a16="http://schemas.microsoft.com/office/drawing/2014/main" id="{F150CF6B-1388-9344-B77C-C085D836C28B}"/>
              </a:ext>
            </a:extLst>
          </p:cNvPr>
          <p:cNvSpPr>
            <a:spLocks noGrp="1"/>
          </p:cNvSpPr>
          <p:nvPr>
            <p:ph idx="12"/>
          </p:nvPr>
        </p:nvSpPr>
        <p:spPr>
          <a:xfrm>
            <a:off x="6532630" y="2243470"/>
            <a:ext cx="5068943" cy="4082902"/>
          </a:xfrm>
          <a:prstGeom prst="rect">
            <a:avLst/>
          </a:prstGeom>
          <a:ln w="12700">
            <a:miter lim="400000"/>
          </a:ln>
          <a:extLst>
            <a:ext uri="{C572A759-6A51-4108-AA02-DFA0A04FC94B}">
              <ma14:wrappingTextBoxFlag xmlns="" xmlns:ma14="http://schemas.microsoft.com/office/mac/drawingml/2011/main" val="1"/>
            </a:ext>
          </a:extLst>
        </p:spPr>
        <p:txBody>
          <a:bodyPr lIns="45719" rIns="45719">
            <a:normAutofit/>
          </a:bodyPr>
          <a:lstStyle>
            <a:lvl1pPr>
              <a:defRPr sz="1796"/>
            </a:lvl1pPr>
            <a:lvl2pPr>
              <a:defRPr sz="1796"/>
            </a:lvl2pPr>
            <a:lvl3pPr>
              <a:defRPr sz="1796"/>
            </a:lvl3pPr>
            <a:lvl4pPr>
              <a:defRPr sz="1796"/>
            </a:lvl4pPr>
            <a:lvl5pPr>
              <a:defRPr sz="1796"/>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15" name="Text Placeholder 14">
            <a:extLst>
              <a:ext uri="{FF2B5EF4-FFF2-40B4-BE49-F238E27FC236}">
                <a16:creationId xmlns:a16="http://schemas.microsoft.com/office/drawing/2014/main" id="{FA3DB315-4FE4-4AB7-AC70-05542D09E924}"/>
              </a:ext>
            </a:extLst>
          </p:cNvPr>
          <p:cNvSpPr>
            <a:spLocks noGrp="1"/>
          </p:cNvSpPr>
          <p:nvPr>
            <p:ph type="body" sz="quarter" idx="10" hasCustomPrompt="1"/>
          </p:nvPr>
        </p:nvSpPr>
        <p:spPr>
          <a:xfrm>
            <a:off x="829539" y="1462546"/>
            <a:ext cx="4800949" cy="1981200"/>
          </a:xfrm>
        </p:spPr>
        <p:txBody>
          <a:bodyPr>
            <a:normAutofit/>
          </a:bodyPr>
          <a:lstStyle>
            <a:lvl1pPr marL="0" marR="0" indent="0" algn="l" defTabSz="912573" rtl="0" eaLnBrk="1" fontAlgn="auto" latinLnBrk="0" hangingPunct="1">
              <a:lnSpc>
                <a:spcPct val="100000"/>
              </a:lnSpc>
              <a:spcBef>
                <a:spcPts val="1198"/>
              </a:spcBef>
              <a:spcAft>
                <a:spcPts val="0"/>
              </a:spcAft>
              <a:buClrTx/>
              <a:buSzTx/>
              <a:buFontTx/>
              <a:buNone/>
              <a:tabLst/>
              <a:defRPr kumimoji="0" lang="en-US" sz="3596" b="1" i="0" u="none" strike="noStrike" cap="none" spc="0" normalizeH="0" baseline="0" dirty="0">
                <a:ln>
                  <a:noFill/>
                </a:ln>
                <a:solidFill>
                  <a:schemeClr val="bg1"/>
                </a:solidFill>
                <a:effectLst/>
                <a:uFillTx/>
                <a:latin typeface="Calibri" panose="020F0502020204030204" pitchFamily="34" charset="0"/>
                <a:ea typeface="Calibri" panose="020F0502020204030204" pitchFamily="34" charset="0"/>
                <a:cs typeface="Calibri" panose="020F0502020204030204" pitchFamily="34" charset="0"/>
                <a:sym typeface="Helvetica"/>
              </a:defRPr>
            </a:lvl1pPr>
          </a:lstStyle>
          <a:p>
            <a:pPr lvl="0"/>
            <a:r>
              <a:rPr lang="en-US"/>
              <a:t>Click To Edit Title</a:t>
            </a:r>
          </a:p>
        </p:txBody>
      </p:sp>
      <p:sp>
        <p:nvSpPr>
          <p:cNvPr id="7" name="Rectangle 6">
            <a:extLst>
              <a:ext uri="{FF2B5EF4-FFF2-40B4-BE49-F238E27FC236}">
                <a16:creationId xmlns:a16="http://schemas.microsoft.com/office/drawing/2014/main" id="{371ED297-7BA9-466D-A965-AC62B16AC0B0}"/>
              </a:ext>
            </a:extLst>
          </p:cNvPr>
          <p:cNvSpPr/>
          <p:nvPr/>
        </p:nvSpPr>
        <p:spPr>
          <a:xfrm>
            <a:off x="918532" y="1162050"/>
            <a:ext cx="915353" cy="91440"/>
          </a:xfrm>
          <a:prstGeom prst="rect">
            <a:avLst/>
          </a:prstGeom>
          <a:solidFill>
            <a:schemeClr val="bg1"/>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671" tIns="45671" rIns="45671" bIns="45671" numCol="1" spcCol="38100" rtlCol="0" anchor="ctr">
            <a:noAutofit/>
          </a:bodyPr>
          <a:lstStyle/>
          <a:p>
            <a:pPr marL="0" marR="0" indent="0" algn="l" defTabSz="913486" rtl="0" fontAlgn="auto" latinLnBrk="0" hangingPunct="0">
              <a:lnSpc>
                <a:spcPct val="100000"/>
              </a:lnSpc>
              <a:spcBef>
                <a:spcPts val="0"/>
              </a:spcBef>
              <a:spcAft>
                <a:spcPts val="0"/>
              </a:spcAft>
              <a:buClrTx/>
              <a:buSzTx/>
              <a:buFontTx/>
              <a:buNone/>
              <a:tabLst/>
            </a:pPr>
            <a:endParaRPr kumimoji="0" lang="en-US" sz="1798" b="0" i="0" u="none" strike="noStrike" cap="none" spc="0" normalizeH="0" baseline="0">
              <a:ln>
                <a:noFill/>
              </a:ln>
              <a:solidFill>
                <a:srgbClr val="072941"/>
              </a:solidFill>
              <a:effectLst/>
              <a:uFillTx/>
              <a:latin typeface="Calibri" panose="020F0502020204030204" pitchFamily="34" charset="0"/>
              <a:sym typeface="Calibri"/>
            </a:endParaRPr>
          </a:p>
        </p:txBody>
      </p:sp>
      <p:sp>
        <p:nvSpPr>
          <p:cNvPr id="17" name="Text Placeholder 16">
            <a:extLst>
              <a:ext uri="{FF2B5EF4-FFF2-40B4-BE49-F238E27FC236}">
                <a16:creationId xmlns:a16="http://schemas.microsoft.com/office/drawing/2014/main" id="{F2B683F2-4BBD-47C8-894F-EE9C27F61E37}"/>
              </a:ext>
            </a:extLst>
          </p:cNvPr>
          <p:cNvSpPr>
            <a:spLocks noGrp="1"/>
          </p:cNvSpPr>
          <p:nvPr>
            <p:ph type="body" sz="quarter" idx="11" hasCustomPrompt="1"/>
          </p:nvPr>
        </p:nvSpPr>
        <p:spPr>
          <a:xfrm>
            <a:off x="829540" y="583773"/>
            <a:ext cx="4800949" cy="447586"/>
          </a:xfrm>
        </p:spPr>
        <p:txBody>
          <a:bodyPr>
            <a:noAutofit/>
          </a:bodyPr>
          <a:lstStyle>
            <a:lvl1pPr marL="0" marR="0" indent="0" algn="l" defTabSz="912573" rtl="0" eaLnBrk="1" fontAlgn="auto" latinLnBrk="0" hangingPunct="1">
              <a:lnSpc>
                <a:spcPct val="100000"/>
              </a:lnSpc>
              <a:spcBef>
                <a:spcPts val="1198"/>
              </a:spcBef>
              <a:spcAft>
                <a:spcPts val="0"/>
              </a:spcAft>
              <a:buClrTx/>
              <a:buSzTx/>
              <a:buFontTx/>
              <a:buNone/>
              <a:tabLst/>
              <a:defRPr kumimoji="0" lang="en-US" sz="1998" b="0" i="0" u="none" strike="noStrike" cap="all" spc="0" normalizeH="0" baseline="0" dirty="0" smtClean="0">
                <a:ln>
                  <a:noFill/>
                </a:ln>
                <a:solidFill>
                  <a:schemeClr val="bg1"/>
                </a:solidFill>
                <a:effectLst/>
                <a:uFillTx/>
                <a:latin typeface="Calibri" panose="020F0502020204030204" pitchFamily="34" charset="0"/>
                <a:ea typeface="Calibri" panose="020F0502020204030204" pitchFamily="34" charset="0"/>
                <a:cs typeface="Calibri" panose="020F0502020204030204" pitchFamily="34" charset="0"/>
                <a:sym typeface="Helvetica"/>
              </a:defRPr>
            </a:lvl1pPr>
            <a:lvl2pPr marL="0" marR="0" indent="0" algn="l" defTabSz="912573" rtl="0" eaLnBrk="1" fontAlgn="auto" latinLnBrk="0" hangingPunct="1">
              <a:lnSpc>
                <a:spcPct val="100000"/>
              </a:lnSpc>
              <a:spcBef>
                <a:spcPts val="1198"/>
              </a:spcBef>
              <a:spcAft>
                <a:spcPts val="0"/>
              </a:spcAft>
              <a:buClrTx/>
              <a:buSzTx/>
              <a:buFontTx/>
              <a:buNone/>
              <a:tabLst/>
              <a:defRPr kumimoji="0" lang="en-US" sz="1998" b="0" i="0" u="none" strike="noStrike" cap="all" spc="0" normalizeH="0" baseline="0" dirty="0" smtClean="0">
                <a:ln>
                  <a:noFill/>
                </a:ln>
                <a:solidFill>
                  <a:schemeClr val="bg1"/>
                </a:solidFill>
                <a:effectLst/>
                <a:uFillTx/>
                <a:latin typeface="+mj-lt"/>
                <a:ea typeface="Arial" charset="0"/>
                <a:cs typeface="Arial" charset="0"/>
                <a:sym typeface="Helvetica"/>
              </a:defRPr>
            </a:lvl2pPr>
            <a:lvl3pPr marL="0" marR="0" indent="0" algn="l" defTabSz="912573" rtl="0" eaLnBrk="1" fontAlgn="auto" latinLnBrk="0" hangingPunct="1">
              <a:lnSpc>
                <a:spcPct val="100000"/>
              </a:lnSpc>
              <a:spcBef>
                <a:spcPts val="1198"/>
              </a:spcBef>
              <a:spcAft>
                <a:spcPts val="0"/>
              </a:spcAft>
              <a:buClrTx/>
              <a:buSzTx/>
              <a:buFontTx/>
              <a:buNone/>
              <a:tabLst/>
              <a:defRPr kumimoji="0" lang="en-US" sz="1998" b="0" i="0" u="none" strike="noStrike" cap="all" spc="0" normalizeH="0" baseline="0" dirty="0" smtClean="0">
                <a:ln>
                  <a:noFill/>
                </a:ln>
                <a:solidFill>
                  <a:schemeClr val="bg1"/>
                </a:solidFill>
                <a:effectLst/>
                <a:uFillTx/>
                <a:latin typeface="+mj-lt"/>
                <a:ea typeface="Arial" charset="0"/>
                <a:cs typeface="Arial" charset="0"/>
                <a:sym typeface="Helvetica"/>
              </a:defRPr>
            </a:lvl3pPr>
            <a:lvl4pPr marL="0" marR="0" indent="0" algn="l" defTabSz="912573" rtl="0" eaLnBrk="1" fontAlgn="auto" latinLnBrk="0" hangingPunct="1">
              <a:lnSpc>
                <a:spcPct val="100000"/>
              </a:lnSpc>
              <a:spcBef>
                <a:spcPts val="1198"/>
              </a:spcBef>
              <a:spcAft>
                <a:spcPts val="0"/>
              </a:spcAft>
              <a:buClrTx/>
              <a:buSzTx/>
              <a:buFontTx/>
              <a:buNone/>
              <a:tabLst/>
              <a:defRPr kumimoji="0" lang="en-US" sz="1998" b="0" i="0" u="none" strike="noStrike" cap="all" spc="0" normalizeH="0" baseline="0" dirty="0" smtClean="0">
                <a:ln>
                  <a:noFill/>
                </a:ln>
                <a:solidFill>
                  <a:schemeClr val="bg1"/>
                </a:solidFill>
                <a:effectLst/>
                <a:uFillTx/>
                <a:latin typeface="+mj-lt"/>
                <a:ea typeface="Arial" charset="0"/>
                <a:cs typeface="Arial" charset="0"/>
                <a:sym typeface="Helvetica"/>
              </a:defRPr>
            </a:lvl4pPr>
            <a:lvl5pPr marL="0" marR="0" indent="0" algn="l" defTabSz="912573" rtl="0" eaLnBrk="1" fontAlgn="auto" latinLnBrk="0" hangingPunct="1">
              <a:lnSpc>
                <a:spcPct val="100000"/>
              </a:lnSpc>
              <a:spcBef>
                <a:spcPts val="1198"/>
              </a:spcBef>
              <a:spcAft>
                <a:spcPts val="0"/>
              </a:spcAft>
              <a:buClrTx/>
              <a:buSzTx/>
              <a:buFontTx/>
              <a:buNone/>
              <a:tabLst/>
              <a:defRPr kumimoji="0" lang="en-US" sz="1998" b="0" i="0" u="none" strike="noStrike" cap="all" spc="0" normalizeH="0" baseline="0" dirty="0">
                <a:ln>
                  <a:noFill/>
                </a:ln>
                <a:solidFill>
                  <a:schemeClr val="bg1"/>
                </a:solidFill>
                <a:effectLst/>
                <a:uFillTx/>
                <a:latin typeface="+mj-lt"/>
                <a:ea typeface="Arial" charset="0"/>
                <a:cs typeface="Arial" charset="0"/>
                <a:sym typeface="Helvetica"/>
              </a:defRPr>
            </a:lvl5pPr>
          </a:lstStyle>
          <a:p>
            <a:pPr lvl="0"/>
            <a:r>
              <a:rPr lang="en-US"/>
              <a:t>CLICK TO EDIT SECTION TITLE CHANGE</a:t>
            </a:r>
          </a:p>
        </p:txBody>
      </p:sp>
      <p:pic>
        <p:nvPicPr>
          <p:cNvPr id="19" name="image1.png">
            <a:extLst>
              <a:ext uri="{FF2B5EF4-FFF2-40B4-BE49-F238E27FC236}">
                <a16:creationId xmlns:a16="http://schemas.microsoft.com/office/drawing/2014/main" id="{27DA2935-6602-FF45-9BBD-ECDC22B6F1BD}"/>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15760" y="6412367"/>
            <a:ext cx="363322" cy="437014"/>
          </a:xfrm>
          <a:prstGeom prst="rect">
            <a:avLst/>
          </a:prstGeom>
          <a:ln w="12700">
            <a:miter lim="400000"/>
          </a:ln>
        </p:spPr>
      </p:pic>
      <p:sp>
        <p:nvSpPr>
          <p:cNvPr id="20" name="TextBox 19">
            <a:extLst>
              <a:ext uri="{FF2B5EF4-FFF2-40B4-BE49-F238E27FC236}">
                <a16:creationId xmlns:a16="http://schemas.microsoft.com/office/drawing/2014/main" id="{643F77F4-4852-0F47-9842-1EEFFF77D289}"/>
              </a:ext>
            </a:extLst>
          </p:cNvPr>
          <p:cNvSpPr txBox="1"/>
          <p:nvPr/>
        </p:nvSpPr>
        <p:spPr>
          <a:xfrm>
            <a:off x="609602" y="6507767"/>
            <a:ext cx="976506" cy="24599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45671" tIns="45671" rIns="45671" bIns="45671" numCol="1" spcCol="38100" rtlCol="0" anchor="t">
            <a:spAutoFit/>
          </a:bodyPr>
          <a:lstStyle/>
          <a:p>
            <a:pPr marL="0" marR="0" indent="0" algn="l" defTabSz="913486" rtl="0" fontAlgn="auto" latinLnBrk="0" hangingPunct="0">
              <a:lnSpc>
                <a:spcPct val="100000"/>
              </a:lnSpc>
              <a:spcBef>
                <a:spcPts val="0"/>
              </a:spcBef>
              <a:spcAft>
                <a:spcPts val="0"/>
              </a:spcAft>
              <a:buClrTx/>
              <a:buSzTx/>
              <a:buFontTx/>
              <a:buNone/>
              <a:tabLst/>
            </a:pPr>
            <a:r>
              <a:rPr kumimoji="0" lang="en-US" sz="999" b="0" i="0" u="none" strike="noStrike" cap="none" spc="0" normalizeH="0" baseline="0">
                <a:ln>
                  <a:noFill/>
                </a:ln>
                <a:solidFill>
                  <a:schemeClr val="bg1"/>
                </a:solidFill>
                <a:effectLst/>
                <a:uFillTx/>
                <a:latin typeface="Calibri" panose="020F0502020204030204" pitchFamily="34" charset="0"/>
                <a:ea typeface="+mj-ea"/>
                <a:cs typeface="Calibri" panose="020F0502020204030204" pitchFamily="34" charset="0"/>
                <a:sym typeface="Calibri"/>
              </a:rPr>
              <a:t>www.earley.com</a:t>
            </a:r>
          </a:p>
        </p:txBody>
      </p:sp>
      <p:sp>
        <p:nvSpPr>
          <p:cNvPr id="3" name="Slide Number Placeholder 2">
            <a:extLst>
              <a:ext uri="{FF2B5EF4-FFF2-40B4-BE49-F238E27FC236}">
                <a16:creationId xmlns:a16="http://schemas.microsoft.com/office/drawing/2014/main" id="{B3673AA5-14B2-4B53-AA68-67C31532F569}"/>
              </a:ext>
            </a:extLst>
          </p:cNvPr>
          <p:cNvSpPr>
            <a:spLocks noGrp="1"/>
          </p:cNvSpPr>
          <p:nvPr>
            <p:ph type="sldNum" sz="quarter" idx="13"/>
          </p:nvPr>
        </p:nvSpPr>
        <p:spPr/>
        <p:txBody>
          <a:bodyPr/>
          <a:lstStyle/>
          <a:p>
            <a:fld id="{A22638FE-01C9-41BA-BE25-085106FB5C8A}" type="slidenum">
              <a:rPr lang="en-US" smtClean="0"/>
              <a:t>‹#›</a:t>
            </a:fld>
            <a:endParaRPr lang="en-US"/>
          </a:p>
        </p:txBody>
      </p:sp>
      <p:sp>
        <p:nvSpPr>
          <p:cNvPr id="21" name="Shape 7">
            <a:extLst>
              <a:ext uri="{FF2B5EF4-FFF2-40B4-BE49-F238E27FC236}">
                <a16:creationId xmlns:a16="http://schemas.microsoft.com/office/drawing/2014/main" id="{421DD9DB-A286-49C6-8AFA-BE6E8E644406}"/>
              </a:ext>
            </a:extLst>
          </p:cNvPr>
          <p:cNvSpPr>
            <a:spLocks noGrp="1"/>
          </p:cNvSpPr>
          <p:nvPr>
            <p:ph type="title"/>
          </p:nvPr>
        </p:nvSpPr>
        <p:spPr>
          <a:xfrm>
            <a:off x="6532630" y="1427983"/>
            <a:ext cx="5068943" cy="693551"/>
          </a:xfrm>
          <a:prstGeom prst="rect">
            <a:avLst/>
          </a:prstGeom>
          <a:ln w="12700">
            <a:miter lim="400000"/>
          </a:ln>
          <a:extLst>
            <a:ext uri="{C572A759-6A51-4108-AA02-DFA0A04FC94B}">
              <ma14:wrappingTextBoxFlag xmlns="" xmlns:ma14="http://schemas.microsoft.com/office/mac/drawingml/2011/main" val="1"/>
            </a:ext>
          </a:extLst>
        </p:spPr>
        <p:txBody>
          <a:bodyPr lIns="45719" rIns="45719">
            <a:normAutofit/>
          </a:bodyPr>
          <a:lstStyle>
            <a:lvl1pPr algn="l">
              <a:defRPr sz="2398"/>
            </a:lvl1pPr>
          </a:lstStyle>
          <a:p>
            <a:r>
              <a:rPr lang="en-US"/>
              <a:t>Click to edit Master title style</a:t>
            </a:r>
            <a:endParaRPr/>
          </a:p>
        </p:txBody>
      </p:sp>
    </p:spTree>
    <p:extLst>
      <p:ext uri="{BB962C8B-B14F-4D97-AF65-F5344CB8AC3E}">
        <p14:creationId xmlns:p14="http://schemas.microsoft.com/office/powerpoint/2010/main" val="10699354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Blue Divider">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D0CC2603-1D97-BF47-85CB-7AB423FC21F7}"/>
              </a:ext>
            </a:extLst>
          </p:cNvPr>
          <p:cNvPicPr>
            <a:picLocks/>
          </p:cNvPicPr>
          <p:nvPr/>
        </p:nvPicPr>
        <p:blipFill rotWithShape="1">
          <a:blip r:embed="rId2" cstate="email">
            <a:extLst>
              <a:ext uri="{28A0092B-C50C-407E-A947-70E740481C1C}">
                <a14:useLocalDpi xmlns:a14="http://schemas.microsoft.com/office/drawing/2010/main"/>
              </a:ext>
            </a:extLst>
          </a:blip>
          <a:srcRect l="-255"/>
          <a:stretch/>
        </p:blipFill>
        <p:spPr>
          <a:xfrm>
            <a:off x="-31033" y="14747"/>
            <a:ext cx="12223033" cy="6858000"/>
          </a:xfrm>
          <a:prstGeom prst="rect">
            <a:avLst/>
          </a:prstGeom>
        </p:spPr>
      </p:pic>
      <p:sp>
        <p:nvSpPr>
          <p:cNvPr id="10" name="Rectangle 9">
            <a:extLst>
              <a:ext uri="{FF2B5EF4-FFF2-40B4-BE49-F238E27FC236}">
                <a16:creationId xmlns:a16="http://schemas.microsoft.com/office/drawing/2014/main" id="{CA0B8211-E477-3846-88DD-E660E474E004}"/>
              </a:ext>
            </a:extLst>
          </p:cNvPr>
          <p:cNvSpPr>
            <a:spLocks/>
          </p:cNvSpPr>
          <p:nvPr/>
        </p:nvSpPr>
        <p:spPr>
          <a:xfrm rot="10800000">
            <a:off x="0" y="14746"/>
            <a:ext cx="12191998" cy="6858000"/>
          </a:xfrm>
          <a:prstGeom prst="rect">
            <a:avLst/>
          </a:prstGeom>
          <a:gradFill>
            <a:gsLst>
              <a:gs pos="0">
                <a:schemeClr val="tx1"/>
              </a:gs>
              <a:gs pos="100000">
                <a:schemeClr val="tx1">
                  <a:alpha val="0"/>
                </a:schemeClr>
              </a:gs>
            </a:gsLst>
            <a:lin ang="0" scaled="0"/>
          </a:gra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671" tIns="45671" rIns="45671" bIns="45671" numCol="1" spcCol="38100" rtlCol="0" anchor="ctr">
            <a:noAutofit/>
          </a:bodyPr>
          <a:lstStyle/>
          <a:p>
            <a:pPr marL="0" marR="0" indent="0" algn="l" defTabSz="913486" rtl="0" fontAlgn="auto" latinLnBrk="0" hangingPunct="0">
              <a:lnSpc>
                <a:spcPct val="100000"/>
              </a:lnSpc>
              <a:spcBef>
                <a:spcPts val="0"/>
              </a:spcBef>
              <a:spcAft>
                <a:spcPts val="0"/>
              </a:spcAft>
              <a:buClrTx/>
              <a:buSzTx/>
              <a:buFontTx/>
              <a:buNone/>
              <a:tabLst/>
            </a:pPr>
            <a:endParaRPr kumimoji="0" lang="en-US" sz="1798" b="0" i="0" u="none" strike="noStrike" cap="none" spc="0" normalizeH="0" baseline="0">
              <a:ln>
                <a:noFill/>
              </a:ln>
              <a:solidFill>
                <a:srgbClr val="072941"/>
              </a:solidFill>
              <a:effectLst/>
              <a:uFillTx/>
              <a:latin typeface="Calibri" panose="020F0502020204030204" pitchFamily="34" charset="0"/>
              <a:sym typeface="Calibri"/>
            </a:endParaRPr>
          </a:p>
        </p:txBody>
      </p:sp>
      <p:pic>
        <p:nvPicPr>
          <p:cNvPr id="9" name="Picture 2" descr="eis-logo">
            <a:extLst>
              <a:ext uri="{FF2B5EF4-FFF2-40B4-BE49-F238E27FC236}">
                <a16:creationId xmlns:a16="http://schemas.microsoft.com/office/drawing/2014/main" id="{E66A3F7A-CC93-40F8-9D87-551A28785452}"/>
              </a:ext>
            </a:extLst>
          </p:cNvPr>
          <p:cNvPicPr>
            <a:picLocks noChangeAspect="1" noChangeArrowheads="1"/>
          </p:cNvPicPr>
          <p:nvPr/>
        </p:nvPicPr>
        <p:blipFill rotWithShape="1">
          <a:blip r:embed="rId3" cstate="email">
            <a:extLst>
              <a:ext uri="{28A0092B-C50C-407E-A947-70E740481C1C}">
                <a14:useLocalDpi xmlns:a14="http://schemas.microsoft.com/office/drawing/2010/main"/>
              </a:ext>
            </a:extLst>
          </a:blip>
          <a:srcRect/>
          <a:stretch/>
        </p:blipFill>
        <p:spPr bwMode="auto">
          <a:xfrm>
            <a:off x="1833627" y="2506514"/>
            <a:ext cx="1231305" cy="1479817"/>
          </a:xfrm>
          <a:prstGeom prst="rect">
            <a:avLst/>
          </a:prstGeom>
          <a:noFill/>
          <a:extLst>
            <a:ext uri="{909E8E84-426E-40DD-AFC4-6F175D3DCCD1}">
              <a14:hiddenFill xmlns:a14="http://schemas.microsoft.com/office/drawing/2010/main">
                <a:solidFill>
                  <a:srgbClr val="FFFFFF"/>
                </a:solidFill>
              </a14:hiddenFill>
            </a:ext>
          </a:extLst>
        </p:spPr>
      </p:pic>
      <p:sp>
        <p:nvSpPr>
          <p:cNvPr id="11" name="Rectangle 10">
            <a:extLst>
              <a:ext uri="{FF2B5EF4-FFF2-40B4-BE49-F238E27FC236}">
                <a16:creationId xmlns:a16="http://schemas.microsoft.com/office/drawing/2014/main" id="{03341223-3D9C-1E49-99BB-E0632A812AB6}"/>
              </a:ext>
            </a:extLst>
          </p:cNvPr>
          <p:cNvSpPr/>
          <p:nvPr/>
        </p:nvSpPr>
        <p:spPr>
          <a:xfrm>
            <a:off x="6096000" y="3401498"/>
            <a:ext cx="915353" cy="91440"/>
          </a:xfrm>
          <a:prstGeom prst="rect">
            <a:avLst/>
          </a:prstGeom>
          <a:solidFill>
            <a:schemeClr val="bg1"/>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671" tIns="45671" rIns="45671" bIns="45671" numCol="1" spcCol="38100" rtlCol="0" anchor="ctr">
            <a:noAutofit/>
          </a:bodyPr>
          <a:lstStyle/>
          <a:p>
            <a:pPr marL="0" marR="0" indent="0" algn="l" defTabSz="913486" rtl="0" fontAlgn="auto" latinLnBrk="0" hangingPunct="0">
              <a:lnSpc>
                <a:spcPct val="100000"/>
              </a:lnSpc>
              <a:spcBef>
                <a:spcPts val="0"/>
              </a:spcBef>
              <a:spcAft>
                <a:spcPts val="0"/>
              </a:spcAft>
              <a:buClrTx/>
              <a:buSzTx/>
              <a:buFontTx/>
              <a:buNone/>
              <a:tabLst/>
            </a:pPr>
            <a:endParaRPr kumimoji="0" lang="en-US" sz="1798" b="0" i="0" u="none" strike="noStrike" cap="none" spc="0" normalizeH="0" baseline="0">
              <a:ln>
                <a:noFill/>
              </a:ln>
              <a:solidFill>
                <a:srgbClr val="072941"/>
              </a:solidFill>
              <a:effectLst/>
              <a:uFillTx/>
              <a:latin typeface="Calibri" panose="020F0502020204030204" pitchFamily="34" charset="0"/>
              <a:sym typeface="Calibri"/>
            </a:endParaRPr>
          </a:p>
        </p:txBody>
      </p:sp>
      <p:sp>
        <p:nvSpPr>
          <p:cNvPr id="12" name="Text Placeholder 14">
            <a:extLst>
              <a:ext uri="{FF2B5EF4-FFF2-40B4-BE49-F238E27FC236}">
                <a16:creationId xmlns:a16="http://schemas.microsoft.com/office/drawing/2014/main" id="{F5236ECC-A4BA-FB41-8C8D-01CF691B8547}"/>
              </a:ext>
            </a:extLst>
          </p:cNvPr>
          <p:cNvSpPr>
            <a:spLocks noGrp="1"/>
          </p:cNvSpPr>
          <p:nvPr>
            <p:ph type="body" sz="quarter" idx="10" hasCustomPrompt="1"/>
          </p:nvPr>
        </p:nvSpPr>
        <p:spPr>
          <a:xfrm>
            <a:off x="6095998" y="1162050"/>
            <a:ext cx="5053514" cy="1981200"/>
          </a:xfrm>
        </p:spPr>
        <p:txBody>
          <a:bodyPr>
            <a:normAutofit/>
          </a:bodyPr>
          <a:lstStyle>
            <a:lvl1pPr marL="0" marR="0" indent="0" algn="l" defTabSz="912573" rtl="0" eaLnBrk="1" fontAlgn="auto" latinLnBrk="0" hangingPunct="1">
              <a:lnSpc>
                <a:spcPct val="100000"/>
              </a:lnSpc>
              <a:spcBef>
                <a:spcPts val="1198"/>
              </a:spcBef>
              <a:spcAft>
                <a:spcPts val="0"/>
              </a:spcAft>
              <a:buClrTx/>
              <a:buSzTx/>
              <a:buFontTx/>
              <a:buNone/>
              <a:tabLst/>
              <a:defRPr kumimoji="0" lang="en-US" sz="3596" b="1" i="0" u="none" strike="noStrike" cap="none" spc="0" normalizeH="0" baseline="0" dirty="0">
                <a:ln>
                  <a:noFill/>
                </a:ln>
                <a:solidFill>
                  <a:schemeClr val="bg1"/>
                </a:solidFill>
                <a:effectLst/>
                <a:uFillTx/>
                <a:latin typeface="Calibri" panose="020F0502020204030204" pitchFamily="34" charset="0"/>
                <a:ea typeface="Calibri" panose="020F0502020204030204" pitchFamily="34" charset="0"/>
                <a:cs typeface="Calibri" panose="020F0502020204030204" pitchFamily="34" charset="0"/>
                <a:sym typeface="Helvetica"/>
              </a:defRPr>
            </a:lvl1pPr>
          </a:lstStyle>
          <a:p>
            <a:pPr lvl="0"/>
            <a:r>
              <a:rPr lang="en-US"/>
              <a:t>Click To Edit Title</a:t>
            </a:r>
          </a:p>
        </p:txBody>
      </p:sp>
      <p:sp>
        <p:nvSpPr>
          <p:cNvPr id="13" name="Text Placeholder 16">
            <a:extLst>
              <a:ext uri="{FF2B5EF4-FFF2-40B4-BE49-F238E27FC236}">
                <a16:creationId xmlns:a16="http://schemas.microsoft.com/office/drawing/2014/main" id="{45AA1624-823B-5146-9A2E-869560E86F29}"/>
              </a:ext>
            </a:extLst>
          </p:cNvPr>
          <p:cNvSpPr>
            <a:spLocks noGrp="1"/>
          </p:cNvSpPr>
          <p:nvPr>
            <p:ph type="body" sz="quarter" idx="11" hasCustomPrompt="1"/>
          </p:nvPr>
        </p:nvSpPr>
        <p:spPr>
          <a:xfrm>
            <a:off x="6096000" y="3751186"/>
            <a:ext cx="5177468" cy="847725"/>
          </a:xfrm>
        </p:spPr>
        <p:txBody>
          <a:bodyPr>
            <a:noAutofit/>
          </a:bodyPr>
          <a:lstStyle>
            <a:lvl1pPr marL="0" marR="0" indent="0" algn="l" defTabSz="912573" rtl="0" eaLnBrk="1" fontAlgn="auto" latinLnBrk="0" hangingPunct="1">
              <a:lnSpc>
                <a:spcPct val="100000"/>
              </a:lnSpc>
              <a:spcBef>
                <a:spcPts val="1198"/>
              </a:spcBef>
              <a:spcAft>
                <a:spcPts val="0"/>
              </a:spcAft>
              <a:buClrTx/>
              <a:buSzTx/>
              <a:buFontTx/>
              <a:buNone/>
              <a:tabLst/>
              <a:defRPr kumimoji="0" lang="en-US" sz="1998" b="0" i="0" u="none" strike="noStrike" cap="all" spc="0" normalizeH="0" baseline="0" dirty="0" smtClean="0">
                <a:ln>
                  <a:noFill/>
                </a:ln>
                <a:solidFill>
                  <a:schemeClr val="bg1"/>
                </a:solidFill>
                <a:effectLst/>
                <a:uFillTx/>
                <a:latin typeface="Calibri" panose="020F0502020204030204" pitchFamily="34" charset="0"/>
                <a:ea typeface="Calibri" panose="020F0502020204030204" pitchFamily="34" charset="0"/>
                <a:cs typeface="Calibri" panose="020F0502020204030204" pitchFamily="34" charset="0"/>
                <a:sym typeface="Helvetica"/>
              </a:defRPr>
            </a:lvl1pPr>
            <a:lvl2pPr marL="0" marR="0" indent="0" algn="l" defTabSz="912573" rtl="0" eaLnBrk="1" fontAlgn="auto" latinLnBrk="0" hangingPunct="1">
              <a:lnSpc>
                <a:spcPct val="100000"/>
              </a:lnSpc>
              <a:spcBef>
                <a:spcPts val="1198"/>
              </a:spcBef>
              <a:spcAft>
                <a:spcPts val="0"/>
              </a:spcAft>
              <a:buClrTx/>
              <a:buSzTx/>
              <a:buFontTx/>
              <a:buNone/>
              <a:tabLst/>
              <a:defRPr kumimoji="0" lang="en-US" sz="1998" b="0" i="0" u="none" strike="noStrike" cap="all" spc="0" normalizeH="0" baseline="0" dirty="0" smtClean="0">
                <a:ln>
                  <a:noFill/>
                </a:ln>
                <a:solidFill>
                  <a:schemeClr val="bg1"/>
                </a:solidFill>
                <a:effectLst/>
                <a:uFillTx/>
                <a:latin typeface="+mj-lt"/>
                <a:ea typeface="Arial" charset="0"/>
                <a:cs typeface="Arial" charset="0"/>
                <a:sym typeface="Helvetica"/>
              </a:defRPr>
            </a:lvl2pPr>
            <a:lvl3pPr marL="0" marR="0" indent="0" algn="l" defTabSz="912573" rtl="0" eaLnBrk="1" fontAlgn="auto" latinLnBrk="0" hangingPunct="1">
              <a:lnSpc>
                <a:spcPct val="100000"/>
              </a:lnSpc>
              <a:spcBef>
                <a:spcPts val="1198"/>
              </a:spcBef>
              <a:spcAft>
                <a:spcPts val="0"/>
              </a:spcAft>
              <a:buClrTx/>
              <a:buSzTx/>
              <a:buFontTx/>
              <a:buNone/>
              <a:tabLst/>
              <a:defRPr kumimoji="0" lang="en-US" sz="1998" b="0" i="0" u="none" strike="noStrike" cap="all" spc="0" normalizeH="0" baseline="0" dirty="0" smtClean="0">
                <a:ln>
                  <a:noFill/>
                </a:ln>
                <a:solidFill>
                  <a:schemeClr val="bg1"/>
                </a:solidFill>
                <a:effectLst/>
                <a:uFillTx/>
                <a:latin typeface="+mj-lt"/>
                <a:ea typeface="Arial" charset="0"/>
                <a:cs typeface="Arial" charset="0"/>
                <a:sym typeface="Helvetica"/>
              </a:defRPr>
            </a:lvl3pPr>
            <a:lvl4pPr marL="0" marR="0" indent="0" algn="l" defTabSz="912573" rtl="0" eaLnBrk="1" fontAlgn="auto" latinLnBrk="0" hangingPunct="1">
              <a:lnSpc>
                <a:spcPct val="100000"/>
              </a:lnSpc>
              <a:spcBef>
                <a:spcPts val="1198"/>
              </a:spcBef>
              <a:spcAft>
                <a:spcPts val="0"/>
              </a:spcAft>
              <a:buClrTx/>
              <a:buSzTx/>
              <a:buFontTx/>
              <a:buNone/>
              <a:tabLst/>
              <a:defRPr kumimoji="0" lang="en-US" sz="1998" b="0" i="0" u="none" strike="noStrike" cap="all" spc="0" normalizeH="0" baseline="0" dirty="0" smtClean="0">
                <a:ln>
                  <a:noFill/>
                </a:ln>
                <a:solidFill>
                  <a:schemeClr val="bg1"/>
                </a:solidFill>
                <a:effectLst/>
                <a:uFillTx/>
                <a:latin typeface="+mj-lt"/>
                <a:ea typeface="Arial" charset="0"/>
                <a:cs typeface="Arial" charset="0"/>
                <a:sym typeface="Helvetica"/>
              </a:defRPr>
            </a:lvl4pPr>
            <a:lvl5pPr marL="0" marR="0" indent="0" algn="l" defTabSz="912573" rtl="0" eaLnBrk="1" fontAlgn="auto" latinLnBrk="0" hangingPunct="1">
              <a:lnSpc>
                <a:spcPct val="100000"/>
              </a:lnSpc>
              <a:spcBef>
                <a:spcPts val="1198"/>
              </a:spcBef>
              <a:spcAft>
                <a:spcPts val="0"/>
              </a:spcAft>
              <a:buClrTx/>
              <a:buSzTx/>
              <a:buFontTx/>
              <a:buNone/>
              <a:tabLst/>
              <a:defRPr kumimoji="0" lang="en-US" sz="1998" b="0" i="0" u="none" strike="noStrike" cap="all" spc="0" normalizeH="0" baseline="0" dirty="0">
                <a:ln>
                  <a:noFill/>
                </a:ln>
                <a:solidFill>
                  <a:schemeClr val="bg1"/>
                </a:solidFill>
                <a:effectLst/>
                <a:uFillTx/>
                <a:latin typeface="+mj-lt"/>
                <a:ea typeface="Arial" charset="0"/>
                <a:cs typeface="Arial" charset="0"/>
                <a:sym typeface="Helvetica"/>
              </a:defRPr>
            </a:lvl5pPr>
          </a:lstStyle>
          <a:p>
            <a:pPr lvl="0"/>
            <a:r>
              <a:rPr lang="en-US"/>
              <a:t>Click to edit subtitle</a:t>
            </a:r>
          </a:p>
        </p:txBody>
      </p:sp>
    </p:spTree>
    <p:extLst>
      <p:ext uri="{BB962C8B-B14F-4D97-AF65-F5344CB8AC3E}">
        <p14:creationId xmlns:p14="http://schemas.microsoft.com/office/powerpoint/2010/main" val="32442386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Green Divider">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10CADAF-6331-4204-8876-D79562F3CE17}"/>
              </a:ext>
            </a:extLst>
          </p:cNvPr>
          <p:cNvPicPr>
            <a:picLocks noChangeAspect="1"/>
          </p:cNvPicPr>
          <p:nvPr/>
        </p:nvPicPr>
        <p:blipFill rotWithShape="1">
          <a:blip r:embed="rId2" cstate="email">
            <a:extLst>
              <a:ext uri="{28A0092B-C50C-407E-A947-70E740481C1C}">
                <a14:useLocalDpi xmlns:a14="http://schemas.microsoft.com/office/drawing/2010/main"/>
              </a:ext>
            </a:extLst>
          </a:blip>
          <a:srcRect/>
          <a:stretch/>
        </p:blipFill>
        <p:spPr>
          <a:xfrm rot="10800000">
            <a:off x="-31029" y="-4"/>
            <a:ext cx="12223028" cy="6858004"/>
          </a:xfrm>
          <a:prstGeom prst="rect">
            <a:avLst/>
          </a:prstGeom>
        </p:spPr>
      </p:pic>
      <p:sp>
        <p:nvSpPr>
          <p:cNvPr id="5" name="Rectangle 4">
            <a:extLst>
              <a:ext uri="{FF2B5EF4-FFF2-40B4-BE49-F238E27FC236}">
                <a16:creationId xmlns:a16="http://schemas.microsoft.com/office/drawing/2014/main" id="{5A6840FF-03F7-4D2A-BABC-09762FFBD409}"/>
              </a:ext>
            </a:extLst>
          </p:cNvPr>
          <p:cNvSpPr/>
          <p:nvPr/>
        </p:nvSpPr>
        <p:spPr>
          <a:xfrm rot="10800000">
            <a:off x="-31028" y="14746"/>
            <a:ext cx="12223029" cy="6858000"/>
          </a:xfrm>
          <a:prstGeom prst="rect">
            <a:avLst/>
          </a:prstGeom>
          <a:gradFill>
            <a:gsLst>
              <a:gs pos="0">
                <a:schemeClr val="accent4"/>
              </a:gs>
              <a:gs pos="100000">
                <a:schemeClr val="tx1">
                  <a:alpha val="0"/>
                </a:schemeClr>
              </a:gs>
            </a:gsLst>
            <a:lin ang="0" scaled="0"/>
          </a:gra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671" tIns="45671" rIns="45671" bIns="45671" numCol="1" spcCol="38100" rtlCol="0" anchor="ctr">
            <a:noAutofit/>
          </a:bodyPr>
          <a:lstStyle/>
          <a:p>
            <a:pPr marL="0" marR="0" indent="0" algn="l" defTabSz="913486" rtl="0" fontAlgn="auto" latinLnBrk="0" hangingPunct="0">
              <a:lnSpc>
                <a:spcPct val="100000"/>
              </a:lnSpc>
              <a:spcBef>
                <a:spcPts val="0"/>
              </a:spcBef>
              <a:spcAft>
                <a:spcPts val="0"/>
              </a:spcAft>
              <a:buClrTx/>
              <a:buSzTx/>
              <a:buFontTx/>
              <a:buNone/>
              <a:tabLst/>
            </a:pPr>
            <a:endParaRPr kumimoji="0" lang="en-US" sz="1798" b="0" i="0" u="none" strike="noStrike" cap="none" spc="0" normalizeH="0" baseline="0">
              <a:ln>
                <a:noFill/>
              </a:ln>
              <a:solidFill>
                <a:srgbClr val="072941"/>
              </a:solidFill>
              <a:effectLst/>
              <a:uFillTx/>
              <a:latin typeface="Calibri" panose="020F0502020204030204" pitchFamily="34" charset="0"/>
              <a:sym typeface="Calibri"/>
            </a:endParaRPr>
          </a:p>
        </p:txBody>
      </p:sp>
      <p:pic>
        <p:nvPicPr>
          <p:cNvPr id="9" name="Picture 2" descr="eis-logo">
            <a:extLst>
              <a:ext uri="{FF2B5EF4-FFF2-40B4-BE49-F238E27FC236}">
                <a16:creationId xmlns:a16="http://schemas.microsoft.com/office/drawing/2014/main" id="{E66A3F7A-CC93-40F8-9D87-551A28785452}"/>
              </a:ext>
            </a:extLst>
          </p:cNvPr>
          <p:cNvPicPr>
            <a:picLocks noChangeAspect="1" noChangeArrowheads="1"/>
          </p:cNvPicPr>
          <p:nvPr/>
        </p:nvPicPr>
        <p:blipFill rotWithShape="1">
          <a:blip r:embed="rId3" cstate="email">
            <a:extLst>
              <a:ext uri="{28A0092B-C50C-407E-A947-70E740481C1C}">
                <a14:useLocalDpi xmlns:a14="http://schemas.microsoft.com/office/drawing/2010/main"/>
              </a:ext>
            </a:extLst>
          </a:blip>
          <a:srcRect/>
          <a:stretch/>
        </p:blipFill>
        <p:spPr bwMode="auto">
          <a:xfrm>
            <a:off x="1833627" y="2506514"/>
            <a:ext cx="1231305" cy="1479817"/>
          </a:xfrm>
          <a:prstGeom prst="rect">
            <a:avLst/>
          </a:prstGeom>
          <a:noFill/>
          <a:extLst>
            <a:ext uri="{909E8E84-426E-40DD-AFC4-6F175D3DCCD1}">
              <a14:hiddenFill xmlns:a14="http://schemas.microsoft.com/office/drawing/2010/main">
                <a:solidFill>
                  <a:srgbClr val="FFFFFF"/>
                </a:solidFill>
              </a14:hiddenFill>
            </a:ext>
          </a:extLst>
        </p:spPr>
      </p:pic>
      <p:sp>
        <p:nvSpPr>
          <p:cNvPr id="8" name="Rectangle 7">
            <a:extLst>
              <a:ext uri="{FF2B5EF4-FFF2-40B4-BE49-F238E27FC236}">
                <a16:creationId xmlns:a16="http://schemas.microsoft.com/office/drawing/2014/main" id="{F3C651B6-B639-6241-910B-EAF34417E92D}"/>
              </a:ext>
            </a:extLst>
          </p:cNvPr>
          <p:cNvSpPr/>
          <p:nvPr/>
        </p:nvSpPr>
        <p:spPr>
          <a:xfrm>
            <a:off x="6096000" y="3401498"/>
            <a:ext cx="915353" cy="91440"/>
          </a:xfrm>
          <a:prstGeom prst="rect">
            <a:avLst/>
          </a:prstGeom>
          <a:solidFill>
            <a:schemeClr val="bg1"/>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671" tIns="45671" rIns="45671" bIns="45671" numCol="1" spcCol="38100" rtlCol="0" anchor="ctr">
            <a:noAutofit/>
          </a:bodyPr>
          <a:lstStyle/>
          <a:p>
            <a:pPr marL="0" marR="0" indent="0" algn="l" defTabSz="913486" rtl="0" fontAlgn="auto" latinLnBrk="0" hangingPunct="0">
              <a:lnSpc>
                <a:spcPct val="100000"/>
              </a:lnSpc>
              <a:spcBef>
                <a:spcPts val="0"/>
              </a:spcBef>
              <a:spcAft>
                <a:spcPts val="0"/>
              </a:spcAft>
              <a:buClrTx/>
              <a:buSzTx/>
              <a:buFontTx/>
              <a:buNone/>
              <a:tabLst/>
            </a:pPr>
            <a:endParaRPr kumimoji="0" lang="en-US" sz="1798" b="0" i="0" u="none" strike="noStrike" cap="none" spc="0" normalizeH="0" baseline="0">
              <a:ln>
                <a:noFill/>
              </a:ln>
              <a:solidFill>
                <a:srgbClr val="072941"/>
              </a:solidFill>
              <a:effectLst/>
              <a:uFillTx/>
              <a:latin typeface="Calibri" panose="020F0502020204030204" pitchFamily="34" charset="0"/>
              <a:sym typeface="Calibri"/>
            </a:endParaRPr>
          </a:p>
        </p:txBody>
      </p:sp>
      <p:sp>
        <p:nvSpPr>
          <p:cNvPr id="10" name="Text Placeholder 14">
            <a:extLst>
              <a:ext uri="{FF2B5EF4-FFF2-40B4-BE49-F238E27FC236}">
                <a16:creationId xmlns:a16="http://schemas.microsoft.com/office/drawing/2014/main" id="{174A78D8-2844-1C41-B024-A81F0BB1CF85}"/>
              </a:ext>
            </a:extLst>
          </p:cNvPr>
          <p:cNvSpPr>
            <a:spLocks noGrp="1"/>
          </p:cNvSpPr>
          <p:nvPr>
            <p:ph type="body" sz="quarter" idx="10" hasCustomPrompt="1"/>
          </p:nvPr>
        </p:nvSpPr>
        <p:spPr>
          <a:xfrm>
            <a:off x="6095998" y="1162050"/>
            <a:ext cx="5053514" cy="1981200"/>
          </a:xfrm>
        </p:spPr>
        <p:txBody>
          <a:bodyPr>
            <a:normAutofit/>
          </a:bodyPr>
          <a:lstStyle>
            <a:lvl1pPr marL="0" marR="0" indent="0" algn="l" defTabSz="912573" rtl="0" eaLnBrk="1" fontAlgn="auto" latinLnBrk="0" hangingPunct="1">
              <a:lnSpc>
                <a:spcPct val="100000"/>
              </a:lnSpc>
              <a:spcBef>
                <a:spcPts val="1198"/>
              </a:spcBef>
              <a:spcAft>
                <a:spcPts val="0"/>
              </a:spcAft>
              <a:buClrTx/>
              <a:buSzTx/>
              <a:buFontTx/>
              <a:buNone/>
              <a:tabLst/>
              <a:defRPr kumimoji="0" lang="en-US" sz="3596" b="1" i="0" u="none" strike="noStrike" cap="none" spc="0" normalizeH="0" baseline="0" dirty="0">
                <a:ln>
                  <a:noFill/>
                </a:ln>
                <a:solidFill>
                  <a:schemeClr val="bg1"/>
                </a:solidFill>
                <a:effectLst/>
                <a:uFillTx/>
                <a:latin typeface="Calibri" panose="020F0502020204030204" pitchFamily="34" charset="0"/>
                <a:ea typeface="Calibri" panose="020F0502020204030204" pitchFamily="34" charset="0"/>
                <a:cs typeface="Calibri" panose="020F0502020204030204" pitchFamily="34" charset="0"/>
                <a:sym typeface="Helvetica"/>
              </a:defRPr>
            </a:lvl1pPr>
          </a:lstStyle>
          <a:p>
            <a:pPr lvl="0"/>
            <a:r>
              <a:rPr lang="en-US"/>
              <a:t>Click To Edit Title</a:t>
            </a:r>
          </a:p>
        </p:txBody>
      </p:sp>
      <p:sp>
        <p:nvSpPr>
          <p:cNvPr id="11" name="Text Placeholder 16">
            <a:extLst>
              <a:ext uri="{FF2B5EF4-FFF2-40B4-BE49-F238E27FC236}">
                <a16:creationId xmlns:a16="http://schemas.microsoft.com/office/drawing/2014/main" id="{B2D5719B-D8F5-E84C-975E-87CA6CA4F2BF}"/>
              </a:ext>
            </a:extLst>
          </p:cNvPr>
          <p:cNvSpPr>
            <a:spLocks noGrp="1"/>
          </p:cNvSpPr>
          <p:nvPr>
            <p:ph type="body" sz="quarter" idx="11" hasCustomPrompt="1"/>
          </p:nvPr>
        </p:nvSpPr>
        <p:spPr>
          <a:xfrm>
            <a:off x="6096000" y="3751186"/>
            <a:ext cx="5177468" cy="847725"/>
          </a:xfrm>
        </p:spPr>
        <p:txBody>
          <a:bodyPr>
            <a:noAutofit/>
          </a:bodyPr>
          <a:lstStyle>
            <a:lvl1pPr marL="0" marR="0" indent="0" algn="l" defTabSz="912573" rtl="0" eaLnBrk="1" fontAlgn="auto" latinLnBrk="0" hangingPunct="1">
              <a:lnSpc>
                <a:spcPct val="100000"/>
              </a:lnSpc>
              <a:spcBef>
                <a:spcPts val="1198"/>
              </a:spcBef>
              <a:spcAft>
                <a:spcPts val="0"/>
              </a:spcAft>
              <a:buClrTx/>
              <a:buSzTx/>
              <a:buFontTx/>
              <a:buNone/>
              <a:tabLst/>
              <a:defRPr kumimoji="0" lang="en-US" sz="1998" b="0" i="0" u="none" strike="noStrike" cap="all" spc="0" normalizeH="0" baseline="0" dirty="0" smtClean="0">
                <a:ln>
                  <a:noFill/>
                </a:ln>
                <a:solidFill>
                  <a:schemeClr val="bg1"/>
                </a:solidFill>
                <a:effectLst/>
                <a:uFillTx/>
                <a:latin typeface="Calibri" panose="020F0502020204030204" pitchFamily="34" charset="0"/>
                <a:ea typeface="Calibri" panose="020F0502020204030204" pitchFamily="34" charset="0"/>
                <a:cs typeface="Calibri" panose="020F0502020204030204" pitchFamily="34" charset="0"/>
                <a:sym typeface="Helvetica"/>
              </a:defRPr>
            </a:lvl1pPr>
            <a:lvl2pPr marL="0" marR="0" indent="0" algn="l" defTabSz="912573" rtl="0" eaLnBrk="1" fontAlgn="auto" latinLnBrk="0" hangingPunct="1">
              <a:lnSpc>
                <a:spcPct val="100000"/>
              </a:lnSpc>
              <a:spcBef>
                <a:spcPts val="1198"/>
              </a:spcBef>
              <a:spcAft>
                <a:spcPts val="0"/>
              </a:spcAft>
              <a:buClrTx/>
              <a:buSzTx/>
              <a:buFontTx/>
              <a:buNone/>
              <a:tabLst/>
              <a:defRPr kumimoji="0" lang="en-US" sz="1998" b="0" i="0" u="none" strike="noStrike" cap="all" spc="0" normalizeH="0" baseline="0" dirty="0" smtClean="0">
                <a:ln>
                  <a:noFill/>
                </a:ln>
                <a:solidFill>
                  <a:schemeClr val="bg1"/>
                </a:solidFill>
                <a:effectLst/>
                <a:uFillTx/>
                <a:latin typeface="+mj-lt"/>
                <a:ea typeface="Arial" charset="0"/>
                <a:cs typeface="Arial" charset="0"/>
                <a:sym typeface="Helvetica"/>
              </a:defRPr>
            </a:lvl2pPr>
            <a:lvl3pPr marL="0" marR="0" indent="0" algn="l" defTabSz="912573" rtl="0" eaLnBrk="1" fontAlgn="auto" latinLnBrk="0" hangingPunct="1">
              <a:lnSpc>
                <a:spcPct val="100000"/>
              </a:lnSpc>
              <a:spcBef>
                <a:spcPts val="1198"/>
              </a:spcBef>
              <a:spcAft>
                <a:spcPts val="0"/>
              </a:spcAft>
              <a:buClrTx/>
              <a:buSzTx/>
              <a:buFontTx/>
              <a:buNone/>
              <a:tabLst/>
              <a:defRPr kumimoji="0" lang="en-US" sz="1998" b="0" i="0" u="none" strike="noStrike" cap="all" spc="0" normalizeH="0" baseline="0" dirty="0" smtClean="0">
                <a:ln>
                  <a:noFill/>
                </a:ln>
                <a:solidFill>
                  <a:schemeClr val="bg1"/>
                </a:solidFill>
                <a:effectLst/>
                <a:uFillTx/>
                <a:latin typeface="+mj-lt"/>
                <a:ea typeface="Arial" charset="0"/>
                <a:cs typeface="Arial" charset="0"/>
                <a:sym typeface="Helvetica"/>
              </a:defRPr>
            </a:lvl3pPr>
            <a:lvl4pPr marL="0" marR="0" indent="0" algn="l" defTabSz="912573" rtl="0" eaLnBrk="1" fontAlgn="auto" latinLnBrk="0" hangingPunct="1">
              <a:lnSpc>
                <a:spcPct val="100000"/>
              </a:lnSpc>
              <a:spcBef>
                <a:spcPts val="1198"/>
              </a:spcBef>
              <a:spcAft>
                <a:spcPts val="0"/>
              </a:spcAft>
              <a:buClrTx/>
              <a:buSzTx/>
              <a:buFontTx/>
              <a:buNone/>
              <a:tabLst/>
              <a:defRPr kumimoji="0" lang="en-US" sz="1998" b="0" i="0" u="none" strike="noStrike" cap="all" spc="0" normalizeH="0" baseline="0" dirty="0" smtClean="0">
                <a:ln>
                  <a:noFill/>
                </a:ln>
                <a:solidFill>
                  <a:schemeClr val="bg1"/>
                </a:solidFill>
                <a:effectLst/>
                <a:uFillTx/>
                <a:latin typeface="+mj-lt"/>
                <a:ea typeface="Arial" charset="0"/>
                <a:cs typeface="Arial" charset="0"/>
                <a:sym typeface="Helvetica"/>
              </a:defRPr>
            </a:lvl4pPr>
            <a:lvl5pPr marL="0" marR="0" indent="0" algn="l" defTabSz="912573" rtl="0" eaLnBrk="1" fontAlgn="auto" latinLnBrk="0" hangingPunct="1">
              <a:lnSpc>
                <a:spcPct val="100000"/>
              </a:lnSpc>
              <a:spcBef>
                <a:spcPts val="1198"/>
              </a:spcBef>
              <a:spcAft>
                <a:spcPts val="0"/>
              </a:spcAft>
              <a:buClrTx/>
              <a:buSzTx/>
              <a:buFontTx/>
              <a:buNone/>
              <a:tabLst/>
              <a:defRPr kumimoji="0" lang="en-US" sz="1998" b="0" i="0" u="none" strike="noStrike" cap="all" spc="0" normalizeH="0" baseline="0" dirty="0">
                <a:ln>
                  <a:noFill/>
                </a:ln>
                <a:solidFill>
                  <a:schemeClr val="bg1"/>
                </a:solidFill>
                <a:effectLst/>
                <a:uFillTx/>
                <a:latin typeface="+mj-lt"/>
                <a:ea typeface="Arial" charset="0"/>
                <a:cs typeface="Arial" charset="0"/>
                <a:sym typeface="Helvetica"/>
              </a:defRPr>
            </a:lvl5pPr>
          </a:lstStyle>
          <a:p>
            <a:pPr lvl="0"/>
            <a:r>
              <a:rPr lang="en-US"/>
              <a:t>Click to edit subtitle</a:t>
            </a:r>
          </a:p>
        </p:txBody>
      </p:sp>
    </p:spTree>
    <p:extLst>
      <p:ext uri="{BB962C8B-B14F-4D97-AF65-F5344CB8AC3E}">
        <p14:creationId xmlns:p14="http://schemas.microsoft.com/office/powerpoint/2010/main" val="373623644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urple Divider">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826E84C2-78EB-4D1A-A479-FDE6F0049F93}"/>
              </a:ext>
            </a:extLst>
          </p:cNvPr>
          <p:cNvPicPr>
            <a:picLocks noChangeAspect="1"/>
          </p:cNvPicPr>
          <p:nvPr/>
        </p:nvPicPr>
        <p:blipFill rotWithShape="1">
          <a:blip r:embed="rId2" cstate="email">
            <a:grayscl/>
            <a:extLst>
              <a:ext uri="{28A0092B-C50C-407E-A947-70E740481C1C}">
                <a14:useLocalDpi xmlns:a14="http://schemas.microsoft.com/office/drawing/2010/main"/>
              </a:ext>
            </a:extLst>
          </a:blip>
          <a:srcRect/>
          <a:stretch/>
        </p:blipFill>
        <p:spPr>
          <a:xfrm>
            <a:off x="0" y="-3"/>
            <a:ext cx="12192000" cy="6858003"/>
          </a:xfrm>
          <a:prstGeom prst="rect">
            <a:avLst/>
          </a:prstGeom>
        </p:spPr>
      </p:pic>
      <p:sp>
        <p:nvSpPr>
          <p:cNvPr id="10" name="Rectangle 9">
            <a:extLst>
              <a:ext uri="{FF2B5EF4-FFF2-40B4-BE49-F238E27FC236}">
                <a16:creationId xmlns:a16="http://schemas.microsoft.com/office/drawing/2014/main" id="{6FE22296-8181-41B9-9124-1582127577FA}"/>
              </a:ext>
            </a:extLst>
          </p:cNvPr>
          <p:cNvSpPr/>
          <p:nvPr/>
        </p:nvSpPr>
        <p:spPr>
          <a:xfrm>
            <a:off x="0" y="3237494"/>
            <a:ext cx="12270576" cy="369010"/>
          </a:xfrm>
          <a:prstGeom prst="rect">
            <a:avLst/>
          </a:prstGeom>
          <a:solidFill>
            <a:schemeClr val="accent6">
              <a:alpha val="76000"/>
            </a:schemeClr>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671" tIns="45671" rIns="45671" bIns="45671" numCol="1" spcCol="38100" rtlCol="0" anchor="ctr">
            <a:spAutoFit/>
          </a:bodyPr>
          <a:lstStyle/>
          <a:p>
            <a:pPr marL="0" marR="0" indent="0" algn="l" defTabSz="913486" rtl="0" fontAlgn="auto" latinLnBrk="0" hangingPunct="0">
              <a:lnSpc>
                <a:spcPct val="100000"/>
              </a:lnSpc>
              <a:spcBef>
                <a:spcPts val="0"/>
              </a:spcBef>
              <a:spcAft>
                <a:spcPts val="0"/>
              </a:spcAft>
              <a:buClrTx/>
              <a:buSzTx/>
              <a:buFontTx/>
              <a:buNone/>
              <a:tabLst/>
            </a:pPr>
            <a:endParaRPr kumimoji="0" lang="en-US" sz="1798" b="0" i="0" u="none" strike="noStrike" cap="none" spc="0" normalizeH="0" baseline="0">
              <a:ln>
                <a:noFill/>
              </a:ln>
              <a:solidFill>
                <a:srgbClr val="072941"/>
              </a:solidFill>
              <a:effectLst/>
              <a:uFillTx/>
              <a:latin typeface="Calibri" panose="020F0502020204030204" pitchFamily="34" charset="0"/>
              <a:ea typeface="+mj-ea"/>
              <a:cs typeface="+mj-cs"/>
              <a:sym typeface="Calibri"/>
            </a:endParaRPr>
          </a:p>
        </p:txBody>
      </p:sp>
      <p:sp>
        <p:nvSpPr>
          <p:cNvPr id="11" name="Rectangle 10">
            <a:extLst>
              <a:ext uri="{FF2B5EF4-FFF2-40B4-BE49-F238E27FC236}">
                <a16:creationId xmlns:a16="http://schemas.microsoft.com/office/drawing/2014/main" id="{6D5771A4-7CD4-2340-B6DE-3DA6E571F127}"/>
              </a:ext>
            </a:extLst>
          </p:cNvPr>
          <p:cNvSpPr>
            <a:spLocks/>
          </p:cNvSpPr>
          <p:nvPr/>
        </p:nvSpPr>
        <p:spPr>
          <a:xfrm rot="10800000">
            <a:off x="0" y="18218"/>
            <a:ext cx="12270576" cy="6858000"/>
          </a:xfrm>
          <a:prstGeom prst="rect">
            <a:avLst/>
          </a:prstGeom>
          <a:gradFill>
            <a:gsLst>
              <a:gs pos="0">
                <a:schemeClr val="accent6"/>
              </a:gs>
              <a:gs pos="100000">
                <a:schemeClr val="accent6">
                  <a:alpha val="0"/>
                </a:schemeClr>
              </a:gs>
            </a:gsLst>
            <a:lin ang="0" scaled="0"/>
          </a:gra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671" tIns="45671" rIns="45671" bIns="45671" numCol="1" spcCol="38100" rtlCol="0" anchor="ctr">
            <a:noAutofit/>
          </a:bodyPr>
          <a:lstStyle/>
          <a:p>
            <a:pPr marL="0" marR="0" indent="0" algn="l" defTabSz="913486" rtl="0" fontAlgn="auto" latinLnBrk="0" hangingPunct="0">
              <a:lnSpc>
                <a:spcPct val="100000"/>
              </a:lnSpc>
              <a:spcBef>
                <a:spcPts val="0"/>
              </a:spcBef>
              <a:spcAft>
                <a:spcPts val="0"/>
              </a:spcAft>
              <a:buClrTx/>
              <a:buSzTx/>
              <a:buFontTx/>
              <a:buNone/>
              <a:tabLst/>
            </a:pPr>
            <a:endParaRPr kumimoji="0" lang="en-US" sz="1798" b="0" i="0" u="none" strike="noStrike" cap="none" spc="0" normalizeH="0" baseline="0">
              <a:ln>
                <a:noFill/>
              </a:ln>
              <a:solidFill>
                <a:srgbClr val="072941"/>
              </a:solidFill>
              <a:effectLst/>
              <a:uFillTx/>
              <a:latin typeface="Calibri" panose="020F0502020204030204" pitchFamily="34" charset="0"/>
              <a:sym typeface="Calibri"/>
            </a:endParaRPr>
          </a:p>
        </p:txBody>
      </p:sp>
      <p:sp>
        <p:nvSpPr>
          <p:cNvPr id="7" name="Rectangle 6">
            <a:extLst>
              <a:ext uri="{FF2B5EF4-FFF2-40B4-BE49-F238E27FC236}">
                <a16:creationId xmlns:a16="http://schemas.microsoft.com/office/drawing/2014/main" id="{371ED297-7BA9-466D-A965-AC62B16AC0B0}"/>
              </a:ext>
            </a:extLst>
          </p:cNvPr>
          <p:cNvSpPr/>
          <p:nvPr/>
        </p:nvSpPr>
        <p:spPr>
          <a:xfrm>
            <a:off x="6096000" y="3401498"/>
            <a:ext cx="915353" cy="91440"/>
          </a:xfrm>
          <a:prstGeom prst="rect">
            <a:avLst/>
          </a:prstGeom>
          <a:solidFill>
            <a:schemeClr val="bg1"/>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671" tIns="45671" rIns="45671" bIns="45671" numCol="1" spcCol="38100" rtlCol="0" anchor="ctr">
            <a:noAutofit/>
          </a:bodyPr>
          <a:lstStyle/>
          <a:p>
            <a:pPr marL="0" marR="0" indent="0" algn="l" defTabSz="913486" rtl="0" fontAlgn="auto" latinLnBrk="0" hangingPunct="0">
              <a:lnSpc>
                <a:spcPct val="100000"/>
              </a:lnSpc>
              <a:spcBef>
                <a:spcPts val="0"/>
              </a:spcBef>
              <a:spcAft>
                <a:spcPts val="0"/>
              </a:spcAft>
              <a:buClrTx/>
              <a:buSzTx/>
              <a:buFontTx/>
              <a:buNone/>
              <a:tabLst/>
            </a:pPr>
            <a:endParaRPr kumimoji="0" lang="en-US" sz="1798" b="0" i="0" u="none" strike="noStrike" cap="none" spc="0" normalizeH="0" baseline="0">
              <a:ln>
                <a:noFill/>
              </a:ln>
              <a:solidFill>
                <a:srgbClr val="072941"/>
              </a:solidFill>
              <a:effectLst/>
              <a:uFillTx/>
              <a:latin typeface="Calibri" panose="020F0502020204030204" pitchFamily="34" charset="0"/>
              <a:sym typeface="Calibri"/>
            </a:endParaRPr>
          </a:p>
        </p:txBody>
      </p:sp>
      <p:pic>
        <p:nvPicPr>
          <p:cNvPr id="9" name="Picture 2" descr="eis-logo">
            <a:extLst>
              <a:ext uri="{FF2B5EF4-FFF2-40B4-BE49-F238E27FC236}">
                <a16:creationId xmlns:a16="http://schemas.microsoft.com/office/drawing/2014/main" id="{E66A3F7A-CC93-40F8-9D87-551A28785452}"/>
              </a:ext>
            </a:extLst>
          </p:cNvPr>
          <p:cNvPicPr>
            <a:picLocks noChangeAspect="1" noChangeArrowheads="1"/>
          </p:cNvPicPr>
          <p:nvPr/>
        </p:nvPicPr>
        <p:blipFill rotWithShape="1">
          <a:blip r:embed="rId3" cstate="email">
            <a:extLst>
              <a:ext uri="{28A0092B-C50C-407E-A947-70E740481C1C}">
                <a14:useLocalDpi xmlns:a14="http://schemas.microsoft.com/office/drawing/2010/main"/>
              </a:ext>
            </a:extLst>
          </a:blip>
          <a:srcRect/>
          <a:stretch/>
        </p:blipFill>
        <p:spPr bwMode="auto">
          <a:xfrm>
            <a:off x="1833627" y="2506514"/>
            <a:ext cx="1231305" cy="1479817"/>
          </a:xfrm>
          <a:prstGeom prst="rect">
            <a:avLst/>
          </a:prstGeom>
          <a:noFill/>
          <a:extLst>
            <a:ext uri="{909E8E84-426E-40DD-AFC4-6F175D3DCCD1}">
              <a14:hiddenFill xmlns:a14="http://schemas.microsoft.com/office/drawing/2010/main">
                <a:solidFill>
                  <a:srgbClr val="FFFFFF"/>
                </a:solidFill>
              </a14:hiddenFill>
            </a:ext>
          </a:extLst>
        </p:spPr>
      </p:pic>
      <p:sp>
        <p:nvSpPr>
          <p:cNvPr id="15" name="Text Placeholder 14">
            <a:extLst>
              <a:ext uri="{FF2B5EF4-FFF2-40B4-BE49-F238E27FC236}">
                <a16:creationId xmlns:a16="http://schemas.microsoft.com/office/drawing/2014/main" id="{FA3DB315-4FE4-4AB7-AC70-05542D09E924}"/>
              </a:ext>
            </a:extLst>
          </p:cNvPr>
          <p:cNvSpPr>
            <a:spLocks noGrp="1"/>
          </p:cNvSpPr>
          <p:nvPr>
            <p:ph type="body" sz="quarter" idx="10" hasCustomPrompt="1"/>
          </p:nvPr>
        </p:nvSpPr>
        <p:spPr>
          <a:xfrm>
            <a:off x="6095998" y="1162050"/>
            <a:ext cx="5053514" cy="1981200"/>
          </a:xfrm>
        </p:spPr>
        <p:txBody>
          <a:bodyPr>
            <a:normAutofit/>
          </a:bodyPr>
          <a:lstStyle>
            <a:lvl1pPr marL="0" marR="0" indent="0" algn="l" defTabSz="912573" rtl="0" eaLnBrk="1" fontAlgn="auto" latinLnBrk="0" hangingPunct="1">
              <a:lnSpc>
                <a:spcPct val="100000"/>
              </a:lnSpc>
              <a:spcBef>
                <a:spcPts val="1198"/>
              </a:spcBef>
              <a:spcAft>
                <a:spcPts val="0"/>
              </a:spcAft>
              <a:buClrTx/>
              <a:buSzTx/>
              <a:buFontTx/>
              <a:buNone/>
              <a:tabLst/>
              <a:defRPr kumimoji="0" lang="en-US" sz="3596" b="1" i="0" u="none" strike="noStrike" cap="none" spc="0" normalizeH="0" baseline="0" dirty="0">
                <a:ln>
                  <a:noFill/>
                </a:ln>
                <a:solidFill>
                  <a:schemeClr val="bg1"/>
                </a:solidFill>
                <a:effectLst/>
                <a:uFillTx/>
                <a:latin typeface="Calibri" panose="020F0502020204030204" pitchFamily="34" charset="0"/>
                <a:ea typeface="Calibri" panose="020F0502020204030204" pitchFamily="34" charset="0"/>
                <a:cs typeface="Calibri" panose="020F0502020204030204" pitchFamily="34" charset="0"/>
                <a:sym typeface="Helvetica"/>
              </a:defRPr>
            </a:lvl1pPr>
          </a:lstStyle>
          <a:p>
            <a:pPr lvl="0"/>
            <a:r>
              <a:rPr lang="en-US"/>
              <a:t>Click To Edit Title</a:t>
            </a:r>
          </a:p>
        </p:txBody>
      </p:sp>
      <p:sp>
        <p:nvSpPr>
          <p:cNvPr id="17" name="Text Placeholder 16">
            <a:extLst>
              <a:ext uri="{FF2B5EF4-FFF2-40B4-BE49-F238E27FC236}">
                <a16:creationId xmlns:a16="http://schemas.microsoft.com/office/drawing/2014/main" id="{F2B683F2-4BBD-47C8-894F-EE9C27F61E37}"/>
              </a:ext>
            </a:extLst>
          </p:cNvPr>
          <p:cNvSpPr>
            <a:spLocks noGrp="1"/>
          </p:cNvSpPr>
          <p:nvPr>
            <p:ph type="body" sz="quarter" idx="11" hasCustomPrompt="1"/>
          </p:nvPr>
        </p:nvSpPr>
        <p:spPr>
          <a:xfrm>
            <a:off x="6096000" y="3751186"/>
            <a:ext cx="5177468" cy="847725"/>
          </a:xfrm>
        </p:spPr>
        <p:txBody>
          <a:bodyPr>
            <a:noAutofit/>
          </a:bodyPr>
          <a:lstStyle>
            <a:lvl1pPr marL="0" marR="0" indent="0" algn="l" defTabSz="912573" rtl="0" eaLnBrk="1" fontAlgn="auto" latinLnBrk="0" hangingPunct="1">
              <a:lnSpc>
                <a:spcPct val="100000"/>
              </a:lnSpc>
              <a:spcBef>
                <a:spcPts val="1198"/>
              </a:spcBef>
              <a:spcAft>
                <a:spcPts val="0"/>
              </a:spcAft>
              <a:buClrTx/>
              <a:buSzTx/>
              <a:buFontTx/>
              <a:buNone/>
              <a:tabLst/>
              <a:defRPr kumimoji="0" lang="en-US" sz="1998" b="0" i="0" u="none" strike="noStrike" cap="all" spc="0" normalizeH="0" baseline="0" dirty="0" smtClean="0">
                <a:ln>
                  <a:noFill/>
                </a:ln>
                <a:solidFill>
                  <a:schemeClr val="bg1"/>
                </a:solidFill>
                <a:effectLst/>
                <a:uFillTx/>
                <a:latin typeface="Calibri" panose="020F0502020204030204" pitchFamily="34" charset="0"/>
                <a:ea typeface="Calibri" panose="020F0502020204030204" pitchFamily="34" charset="0"/>
                <a:cs typeface="Calibri" panose="020F0502020204030204" pitchFamily="34" charset="0"/>
                <a:sym typeface="Helvetica"/>
              </a:defRPr>
            </a:lvl1pPr>
            <a:lvl2pPr marL="0" marR="0" indent="0" algn="l" defTabSz="912573" rtl="0" eaLnBrk="1" fontAlgn="auto" latinLnBrk="0" hangingPunct="1">
              <a:lnSpc>
                <a:spcPct val="100000"/>
              </a:lnSpc>
              <a:spcBef>
                <a:spcPts val="1198"/>
              </a:spcBef>
              <a:spcAft>
                <a:spcPts val="0"/>
              </a:spcAft>
              <a:buClrTx/>
              <a:buSzTx/>
              <a:buFontTx/>
              <a:buNone/>
              <a:tabLst/>
              <a:defRPr kumimoji="0" lang="en-US" sz="1998" b="0" i="0" u="none" strike="noStrike" cap="all" spc="0" normalizeH="0" baseline="0" dirty="0" smtClean="0">
                <a:ln>
                  <a:noFill/>
                </a:ln>
                <a:solidFill>
                  <a:schemeClr val="bg1"/>
                </a:solidFill>
                <a:effectLst/>
                <a:uFillTx/>
                <a:latin typeface="+mj-lt"/>
                <a:ea typeface="Arial" charset="0"/>
                <a:cs typeface="Arial" charset="0"/>
                <a:sym typeface="Helvetica"/>
              </a:defRPr>
            </a:lvl2pPr>
            <a:lvl3pPr marL="0" marR="0" indent="0" algn="l" defTabSz="912573" rtl="0" eaLnBrk="1" fontAlgn="auto" latinLnBrk="0" hangingPunct="1">
              <a:lnSpc>
                <a:spcPct val="100000"/>
              </a:lnSpc>
              <a:spcBef>
                <a:spcPts val="1198"/>
              </a:spcBef>
              <a:spcAft>
                <a:spcPts val="0"/>
              </a:spcAft>
              <a:buClrTx/>
              <a:buSzTx/>
              <a:buFontTx/>
              <a:buNone/>
              <a:tabLst/>
              <a:defRPr kumimoji="0" lang="en-US" sz="1998" b="0" i="0" u="none" strike="noStrike" cap="all" spc="0" normalizeH="0" baseline="0" dirty="0" smtClean="0">
                <a:ln>
                  <a:noFill/>
                </a:ln>
                <a:solidFill>
                  <a:schemeClr val="bg1"/>
                </a:solidFill>
                <a:effectLst/>
                <a:uFillTx/>
                <a:latin typeface="+mj-lt"/>
                <a:ea typeface="Arial" charset="0"/>
                <a:cs typeface="Arial" charset="0"/>
                <a:sym typeface="Helvetica"/>
              </a:defRPr>
            </a:lvl3pPr>
            <a:lvl4pPr marL="0" marR="0" indent="0" algn="l" defTabSz="912573" rtl="0" eaLnBrk="1" fontAlgn="auto" latinLnBrk="0" hangingPunct="1">
              <a:lnSpc>
                <a:spcPct val="100000"/>
              </a:lnSpc>
              <a:spcBef>
                <a:spcPts val="1198"/>
              </a:spcBef>
              <a:spcAft>
                <a:spcPts val="0"/>
              </a:spcAft>
              <a:buClrTx/>
              <a:buSzTx/>
              <a:buFontTx/>
              <a:buNone/>
              <a:tabLst/>
              <a:defRPr kumimoji="0" lang="en-US" sz="1998" b="0" i="0" u="none" strike="noStrike" cap="all" spc="0" normalizeH="0" baseline="0" dirty="0" smtClean="0">
                <a:ln>
                  <a:noFill/>
                </a:ln>
                <a:solidFill>
                  <a:schemeClr val="bg1"/>
                </a:solidFill>
                <a:effectLst/>
                <a:uFillTx/>
                <a:latin typeface="+mj-lt"/>
                <a:ea typeface="Arial" charset="0"/>
                <a:cs typeface="Arial" charset="0"/>
                <a:sym typeface="Helvetica"/>
              </a:defRPr>
            </a:lvl4pPr>
            <a:lvl5pPr marL="0" marR="0" indent="0" algn="l" defTabSz="912573" rtl="0" eaLnBrk="1" fontAlgn="auto" latinLnBrk="0" hangingPunct="1">
              <a:lnSpc>
                <a:spcPct val="100000"/>
              </a:lnSpc>
              <a:spcBef>
                <a:spcPts val="1198"/>
              </a:spcBef>
              <a:spcAft>
                <a:spcPts val="0"/>
              </a:spcAft>
              <a:buClrTx/>
              <a:buSzTx/>
              <a:buFontTx/>
              <a:buNone/>
              <a:tabLst/>
              <a:defRPr kumimoji="0" lang="en-US" sz="1998" b="0" i="0" u="none" strike="noStrike" cap="all" spc="0" normalizeH="0" baseline="0" dirty="0">
                <a:ln>
                  <a:noFill/>
                </a:ln>
                <a:solidFill>
                  <a:schemeClr val="bg1"/>
                </a:solidFill>
                <a:effectLst/>
                <a:uFillTx/>
                <a:latin typeface="+mj-lt"/>
                <a:ea typeface="Arial" charset="0"/>
                <a:cs typeface="Arial" charset="0"/>
                <a:sym typeface="Helvetica"/>
              </a:defRPr>
            </a:lvl5pPr>
          </a:lstStyle>
          <a:p>
            <a:pPr lvl="0"/>
            <a:r>
              <a:rPr lang="en-US"/>
              <a:t>Click to edit subtitle</a:t>
            </a:r>
          </a:p>
        </p:txBody>
      </p:sp>
    </p:spTree>
    <p:extLst>
      <p:ext uri="{BB962C8B-B14F-4D97-AF65-F5344CB8AC3E}">
        <p14:creationId xmlns:p14="http://schemas.microsoft.com/office/powerpoint/2010/main" val="197980961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Blue">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D0CC2603-1D97-BF47-85CB-7AB423FC21F7}"/>
              </a:ext>
            </a:extLst>
          </p:cNvPr>
          <p:cNvPicPr>
            <a:picLocks/>
          </p:cNvPicPr>
          <p:nvPr/>
        </p:nvPicPr>
        <p:blipFill rotWithShape="1">
          <a:blip r:embed="rId2" cstate="email">
            <a:extLst>
              <a:ext uri="{28A0092B-C50C-407E-A947-70E740481C1C}">
                <a14:useLocalDpi xmlns:a14="http://schemas.microsoft.com/office/drawing/2010/main"/>
              </a:ext>
            </a:extLst>
          </a:blip>
          <a:srcRect l="-255"/>
          <a:stretch/>
        </p:blipFill>
        <p:spPr>
          <a:xfrm>
            <a:off x="-31033" y="14747"/>
            <a:ext cx="12223033" cy="6858000"/>
          </a:xfrm>
          <a:prstGeom prst="rect">
            <a:avLst/>
          </a:prstGeom>
        </p:spPr>
      </p:pic>
      <p:sp>
        <p:nvSpPr>
          <p:cNvPr id="10" name="Rectangle 9">
            <a:extLst>
              <a:ext uri="{FF2B5EF4-FFF2-40B4-BE49-F238E27FC236}">
                <a16:creationId xmlns:a16="http://schemas.microsoft.com/office/drawing/2014/main" id="{CA0B8211-E477-3846-88DD-E660E474E004}"/>
              </a:ext>
            </a:extLst>
          </p:cNvPr>
          <p:cNvSpPr>
            <a:spLocks/>
          </p:cNvSpPr>
          <p:nvPr/>
        </p:nvSpPr>
        <p:spPr>
          <a:xfrm rot="10800000">
            <a:off x="0" y="4153"/>
            <a:ext cx="12191998" cy="6858000"/>
          </a:xfrm>
          <a:prstGeom prst="rect">
            <a:avLst/>
          </a:prstGeom>
          <a:gradFill>
            <a:gsLst>
              <a:gs pos="0">
                <a:schemeClr val="tx1"/>
              </a:gs>
              <a:gs pos="100000">
                <a:schemeClr val="tx1">
                  <a:alpha val="0"/>
                </a:schemeClr>
              </a:gs>
            </a:gsLst>
            <a:lin ang="0" scaled="0"/>
          </a:gra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671" tIns="45671" rIns="45671" bIns="45671" numCol="1" spcCol="38100" rtlCol="0" anchor="ctr">
            <a:noAutofit/>
          </a:bodyPr>
          <a:lstStyle/>
          <a:p>
            <a:pPr marL="0" marR="0" indent="0" algn="l" defTabSz="913486" rtl="0" fontAlgn="auto" latinLnBrk="0" hangingPunct="0">
              <a:lnSpc>
                <a:spcPct val="100000"/>
              </a:lnSpc>
              <a:spcBef>
                <a:spcPts val="0"/>
              </a:spcBef>
              <a:spcAft>
                <a:spcPts val="0"/>
              </a:spcAft>
              <a:buClrTx/>
              <a:buSzTx/>
              <a:buFontTx/>
              <a:buNone/>
              <a:tabLst/>
            </a:pPr>
            <a:endParaRPr kumimoji="0" lang="en-US" sz="1798" b="0" i="0" u="none" strike="noStrike" cap="none" spc="0" normalizeH="0" baseline="0">
              <a:ln>
                <a:noFill/>
              </a:ln>
              <a:solidFill>
                <a:srgbClr val="072941"/>
              </a:solidFill>
              <a:effectLst/>
              <a:uFillTx/>
              <a:latin typeface="Calibri" panose="020F0502020204030204" pitchFamily="34" charset="0"/>
              <a:sym typeface="Calibri"/>
            </a:endParaRPr>
          </a:p>
        </p:txBody>
      </p:sp>
      <p:pic>
        <p:nvPicPr>
          <p:cNvPr id="26" name="Picture 25">
            <a:extLst>
              <a:ext uri="{FF2B5EF4-FFF2-40B4-BE49-F238E27FC236}">
                <a16:creationId xmlns:a16="http://schemas.microsoft.com/office/drawing/2014/main" id="{9651F526-8B4A-634B-A35B-9F78BF1E6A19}"/>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38830" y="2992311"/>
            <a:ext cx="2936611" cy="1178181"/>
          </a:xfrm>
          <a:prstGeom prst="rect">
            <a:avLst/>
          </a:prstGeom>
        </p:spPr>
      </p:pic>
      <p:sp>
        <p:nvSpPr>
          <p:cNvPr id="27" name="Rectangle 45">
            <a:extLst>
              <a:ext uri="{FF2B5EF4-FFF2-40B4-BE49-F238E27FC236}">
                <a16:creationId xmlns:a16="http://schemas.microsoft.com/office/drawing/2014/main" id="{26E1ED27-EDE9-FB46-BFE9-E705E3F4E2AF}"/>
              </a:ext>
            </a:extLst>
          </p:cNvPr>
          <p:cNvSpPr/>
          <p:nvPr/>
        </p:nvSpPr>
        <p:spPr>
          <a:xfrm rot="817502">
            <a:off x="5011627" y="-665636"/>
            <a:ext cx="7829622" cy="8567794"/>
          </a:xfrm>
          <a:custGeom>
            <a:avLst/>
            <a:gdLst>
              <a:gd name="connsiteX0" fmla="*/ 0 w 8614253"/>
              <a:gd name="connsiteY0" fmla="*/ 0 h 11082883"/>
              <a:gd name="connsiteX1" fmla="*/ 8614253 w 8614253"/>
              <a:gd name="connsiteY1" fmla="*/ 0 h 11082883"/>
              <a:gd name="connsiteX2" fmla="*/ 8614253 w 8614253"/>
              <a:gd name="connsiteY2" fmla="*/ 11082883 h 11082883"/>
              <a:gd name="connsiteX3" fmla="*/ 0 w 8614253"/>
              <a:gd name="connsiteY3" fmla="*/ 11082883 h 11082883"/>
              <a:gd name="connsiteX4" fmla="*/ 0 w 8614253"/>
              <a:gd name="connsiteY4" fmla="*/ 0 h 11082883"/>
              <a:gd name="connsiteX0" fmla="*/ 277202 w 8614253"/>
              <a:gd name="connsiteY0" fmla="*/ 2006227 h 11082883"/>
              <a:gd name="connsiteX1" fmla="*/ 8614253 w 8614253"/>
              <a:gd name="connsiteY1" fmla="*/ 0 h 11082883"/>
              <a:gd name="connsiteX2" fmla="*/ 8614253 w 8614253"/>
              <a:gd name="connsiteY2" fmla="*/ 11082883 h 11082883"/>
              <a:gd name="connsiteX3" fmla="*/ 0 w 8614253"/>
              <a:gd name="connsiteY3" fmla="*/ 11082883 h 11082883"/>
              <a:gd name="connsiteX4" fmla="*/ 277202 w 8614253"/>
              <a:gd name="connsiteY4" fmla="*/ 2006227 h 11082883"/>
              <a:gd name="connsiteX0" fmla="*/ 277202 w 8614253"/>
              <a:gd name="connsiteY0" fmla="*/ 1411375 h 10488031"/>
              <a:gd name="connsiteX1" fmla="*/ 6232006 w 8614253"/>
              <a:gd name="connsiteY1" fmla="*/ 0 h 10488031"/>
              <a:gd name="connsiteX2" fmla="*/ 8614253 w 8614253"/>
              <a:gd name="connsiteY2" fmla="*/ 10488031 h 10488031"/>
              <a:gd name="connsiteX3" fmla="*/ 0 w 8614253"/>
              <a:gd name="connsiteY3" fmla="*/ 10488031 h 10488031"/>
              <a:gd name="connsiteX4" fmla="*/ 277202 w 8614253"/>
              <a:gd name="connsiteY4" fmla="*/ 1411375 h 10488031"/>
              <a:gd name="connsiteX0" fmla="*/ 277202 w 8614253"/>
              <a:gd name="connsiteY0" fmla="*/ 1436311 h 10512967"/>
              <a:gd name="connsiteX1" fmla="*/ 6191115 w 8614253"/>
              <a:gd name="connsiteY1" fmla="*/ 0 h 10512967"/>
              <a:gd name="connsiteX2" fmla="*/ 8614253 w 8614253"/>
              <a:gd name="connsiteY2" fmla="*/ 10512967 h 10512967"/>
              <a:gd name="connsiteX3" fmla="*/ 0 w 8614253"/>
              <a:gd name="connsiteY3" fmla="*/ 10512967 h 10512967"/>
              <a:gd name="connsiteX4" fmla="*/ 277202 w 8614253"/>
              <a:gd name="connsiteY4" fmla="*/ 1436311 h 10512967"/>
              <a:gd name="connsiteX0" fmla="*/ 277202 w 7759139"/>
              <a:gd name="connsiteY0" fmla="*/ 1436311 h 10512967"/>
              <a:gd name="connsiteX1" fmla="*/ 6191115 w 7759139"/>
              <a:gd name="connsiteY1" fmla="*/ 0 h 10512967"/>
              <a:gd name="connsiteX2" fmla="*/ 7759139 w 7759139"/>
              <a:gd name="connsiteY2" fmla="*/ 6625675 h 10512967"/>
              <a:gd name="connsiteX3" fmla="*/ 0 w 7759139"/>
              <a:gd name="connsiteY3" fmla="*/ 10512967 h 10512967"/>
              <a:gd name="connsiteX4" fmla="*/ 277202 w 7759139"/>
              <a:gd name="connsiteY4" fmla="*/ 1436311 h 10512967"/>
              <a:gd name="connsiteX0" fmla="*/ 320521 w 7802458"/>
              <a:gd name="connsiteY0" fmla="*/ 1436311 h 8537169"/>
              <a:gd name="connsiteX1" fmla="*/ 6234434 w 7802458"/>
              <a:gd name="connsiteY1" fmla="*/ 0 h 8537169"/>
              <a:gd name="connsiteX2" fmla="*/ 7802458 w 7802458"/>
              <a:gd name="connsiteY2" fmla="*/ 6625675 h 8537169"/>
              <a:gd name="connsiteX3" fmla="*/ 0 w 7802458"/>
              <a:gd name="connsiteY3" fmla="*/ 8537169 h 8537169"/>
              <a:gd name="connsiteX4" fmla="*/ 320521 w 7802458"/>
              <a:gd name="connsiteY4" fmla="*/ 1436311 h 8537169"/>
              <a:gd name="connsiteX0" fmla="*/ 32276 w 7802458"/>
              <a:gd name="connsiteY0" fmla="*/ 1541024 h 8537169"/>
              <a:gd name="connsiteX1" fmla="*/ 6234434 w 7802458"/>
              <a:gd name="connsiteY1" fmla="*/ 0 h 8537169"/>
              <a:gd name="connsiteX2" fmla="*/ 7802458 w 7802458"/>
              <a:gd name="connsiteY2" fmla="*/ 6625675 h 8537169"/>
              <a:gd name="connsiteX3" fmla="*/ 0 w 7802458"/>
              <a:gd name="connsiteY3" fmla="*/ 8537169 h 8537169"/>
              <a:gd name="connsiteX4" fmla="*/ 32276 w 7802458"/>
              <a:gd name="connsiteY4" fmla="*/ 1541024 h 8537169"/>
              <a:gd name="connsiteX0" fmla="*/ 32700 w 7802458"/>
              <a:gd name="connsiteY0" fmla="*/ 1481886 h 8537169"/>
              <a:gd name="connsiteX1" fmla="*/ 6234434 w 7802458"/>
              <a:gd name="connsiteY1" fmla="*/ 0 h 8537169"/>
              <a:gd name="connsiteX2" fmla="*/ 7802458 w 7802458"/>
              <a:gd name="connsiteY2" fmla="*/ 6625675 h 8537169"/>
              <a:gd name="connsiteX3" fmla="*/ 0 w 7802458"/>
              <a:gd name="connsiteY3" fmla="*/ 8537169 h 8537169"/>
              <a:gd name="connsiteX4" fmla="*/ 32700 w 7802458"/>
              <a:gd name="connsiteY4" fmla="*/ 1481886 h 8537169"/>
              <a:gd name="connsiteX0" fmla="*/ 32700 w 7802458"/>
              <a:gd name="connsiteY0" fmla="*/ 1501211 h 8556494"/>
              <a:gd name="connsiteX1" fmla="*/ 6207611 w 7802458"/>
              <a:gd name="connsiteY1" fmla="*/ 0 h 8556494"/>
              <a:gd name="connsiteX2" fmla="*/ 7802458 w 7802458"/>
              <a:gd name="connsiteY2" fmla="*/ 6645000 h 8556494"/>
              <a:gd name="connsiteX3" fmla="*/ 0 w 7802458"/>
              <a:gd name="connsiteY3" fmla="*/ 8556494 h 8556494"/>
              <a:gd name="connsiteX4" fmla="*/ 32700 w 7802458"/>
              <a:gd name="connsiteY4" fmla="*/ 1501211 h 8556494"/>
              <a:gd name="connsiteX0" fmla="*/ 32700 w 7820515"/>
              <a:gd name="connsiteY0" fmla="*/ 1501211 h 8556494"/>
              <a:gd name="connsiteX1" fmla="*/ 6207611 w 7820515"/>
              <a:gd name="connsiteY1" fmla="*/ 0 h 8556494"/>
              <a:gd name="connsiteX2" fmla="*/ 7820515 w 7820515"/>
              <a:gd name="connsiteY2" fmla="*/ 6673831 h 8556494"/>
              <a:gd name="connsiteX3" fmla="*/ 0 w 7820515"/>
              <a:gd name="connsiteY3" fmla="*/ 8556494 h 8556494"/>
              <a:gd name="connsiteX4" fmla="*/ 32700 w 7820515"/>
              <a:gd name="connsiteY4" fmla="*/ 1501211 h 8556494"/>
              <a:gd name="connsiteX0" fmla="*/ 33651 w 7821466"/>
              <a:gd name="connsiteY0" fmla="*/ 1501211 h 8567794"/>
              <a:gd name="connsiteX1" fmla="*/ 6208562 w 7821466"/>
              <a:gd name="connsiteY1" fmla="*/ 0 h 8567794"/>
              <a:gd name="connsiteX2" fmla="*/ 7821466 w 7821466"/>
              <a:gd name="connsiteY2" fmla="*/ 6673831 h 8567794"/>
              <a:gd name="connsiteX3" fmla="*/ 0 w 7821466"/>
              <a:gd name="connsiteY3" fmla="*/ 8567794 h 8567794"/>
              <a:gd name="connsiteX4" fmla="*/ 33651 w 7821466"/>
              <a:gd name="connsiteY4" fmla="*/ 1501211 h 85677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21466" h="8567794">
                <a:moveTo>
                  <a:pt x="33651" y="1501211"/>
                </a:moveTo>
                <a:lnTo>
                  <a:pt x="6208562" y="0"/>
                </a:lnTo>
                <a:lnTo>
                  <a:pt x="7821466" y="6673831"/>
                </a:lnTo>
                <a:lnTo>
                  <a:pt x="0" y="8567794"/>
                </a:lnTo>
                <a:lnTo>
                  <a:pt x="33651" y="1501211"/>
                </a:lnTo>
                <a:close/>
              </a:path>
            </a:pathLst>
          </a:custGeom>
          <a:solidFill>
            <a:schemeClr val="tx1"/>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671" tIns="45671" rIns="45671" bIns="45671" numCol="1" spcCol="38100" rtlCol="0" anchor="ctr">
            <a:noAutofit/>
          </a:bodyPr>
          <a:lstStyle/>
          <a:p>
            <a:pPr marL="0" marR="0" indent="0" algn="l" defTabSz="913486" rtl="0" fontAlgn="auto" latinLnBrk="0" hangingPunct="0">
              <a:lnSpc>
                <a:spcPct val="100000"/>
              </a:lnSpc>
              <a:spcBef>
                <a:spcPts val="0"/>
              </a:spcBef>
              <a:spcAft>
                <a:spcPts val="0"/>
              </a:spcAft>
              <a:buClrTx/>
              <a:buSzTx/>
              <a:buFontTx/>
              <a:buNone/>
              <a:tabLst/>
            </a:pPr>
            <a:endParaRPr kumimoji="0" lang="en-US" sz="1798" b="0" i="0" u="none" strike="noStrike" cap="none" spc="0" normalizeH="0" baseline="0">
              <a:ln>
                <a:noFill/>
              </a:ln>
              <a:solidFill>
                <a:srgbClr val="072941"/>
              </a:solidFill>
              <a:effectLst/>
              <a:uFillTx/>
              <a:latin typeface="Calibri" panose="020F0502020204030204" pitchFamily="34" charset="0"/>
              <a:sym typeface="Calibri"/>
            </a:endParaRPr>
          </a:p>
        </p:txBody>
      </p:sp>
      <p:sp>
        <p:nvSpPr>
          <p:cNvPr id="31" name="Rectangle 30">
            <a:extLst>
              <a:ext uri="{FF2B5EF4-FFF2-40B4-BE49-F238E27FC236}">
                <a16:creationId xmlns:a16="http://schemas.microsoft.com/office/drawing/2014/main" id="{42079E7E-A85E-C047-B8D1-4620089A3369}"/>
              </a:ext>
            </a:extLst>
          </p:cNvPr>
          <p:cNvSpPr/>
          <p:nvPr/>
        </p:nvSpPr>
        <p:spPr>
          <a:xfrm>
            <a:off x="6095999" y="3533720"/>
            <a:ext cx="915353" cy="91440"/>
          </a:xfrm>
          <a:prstGeom prst="rect">
            <a:avLst/>
          </a:prstGeom>
          <a:solidFill>
            <a:srgbClr val="135181"/>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671" tIns="45671" rIns="45671" bIns="45671" numCol="1" spcCol="38100" rtlCol="0" anchor="ctr">
            <a:noAutofit/>
          </a:bodyPr>
          <a:lstStyle/>
          <a:p>
            <a:pPr marL="0" marR="0" indent="0" algn="l" defTabSz="913486" rtl="0" fontAlgn="auto" latinLnBrk="0" hangingPunct="0">
              <a:lnSpc>
                <a:spcPct val="100000"/>
              </a:lnSpc>
              <a:spcBef>
                <a:spcPts val="0"/>
              </a:spcBef>
              <a:spcAft>
                <a:spcPts val="0"/>
              </a:spcAft>
              <a:buClrTx/>
              <a:buSzTx/>
              <a:buFontTx/>
              <a:buNone/>
              <a:tabLst/>
            </a:pPr>
            <a:endParaRPr kumimoji="0" lang="en-US" sz="1798" b="0" i="0" u="none" strike="noStrike" cap="none" spc="0" normalizeH="0" baseline="0">
              <a:ln>
                <a:noFill/>
              </a:ln>
              <a:solidFill>
                <a:srgbClr val="072941"/>
              </a:solidFill>
              <a:effectLst/>
              <a:uFillTx/>
              <a:latin typeface="Calibri" panose="020F0502020204030204" pitchFamily="34" charset="0"/>
              <a:sym typeface="Calibri"/>
            </a:endParaRPr>
          </a:p>
        </p:txBody>
      </p:sp>
      <p:sp>
        <p:nvSpPr>
          <p:cNvPr id="17" name="Text Placeholder 16">
            <a:extLst>
              <a:ext uri="{FF2B5EF4-FFF2-40B4-BE49-F238E27FC236}">
                <a16:creationId xmlns:a16="http://schemas.microsoft.com/office/drawing/2014/main" id="{F2B683F2-4BBD-47C8-894F-EE9C27F61E37}"/>
              </a:ext>
            </a:extLst>
          </p:cNvPr>
          <p:cNvSpPr>
            <a:spLocks noGrp="1"/>
          </p:cNvSpPr>
          <p:nvPr>
            <p:ph type="body" sz="quarter" idx="11" hasCustomPrompt="1"/>
          </p:nvPr>
        </p:nvSpPr>
        <p:spPr>
          <a:xfrm>
            <a:off x="6102276" y="3866693"/>
            <a:ext cx="5317394" cy="847725"/>
          </a:xfrm>
        </p:spPr>
        <p:txBody>
          <a:bodyPr>
            <a:noAutofit/>
          </a:bodyPr>
          <a:lstStyle>
            <a:lvl1pPr marL="0" marR="0" indent="0" algn="l" defTabSz="912573" rtl="0" eaLnBrk="1" fontAlgn="auto" latinLnBrk="0" hangingPunct="1">
              <a:lnSpc>
                <a:spcPct val="100000"/>
              </a:lnSpc>
              <a:spcBef>
                <a:spcPts val="1198"/>
              </a:spcBef>
              <a:spcAft>
                <a:spcPts val="0"/>
              </a:spcAft>
              <a:buClrTx/>
              <a:buSzTx/>
              <a:buFontTx/>
              <a:buNone/>
              <a:tabLst/>
              <a:defRPr kumimoji="0" lang="en-US" sz="1998" b="0" i="0" u="none" strike="noStrike" cap="all" spc="0" normalizeH="0" baseline="0" dirty="0" smtClean="0">
                <a:ln>
                  <a:noFill/>
                </a:ln>
                <a:solidFill>
                  <a:schemeClr val="bg1"/>
                </a:solidFill>
                <a:effectLst/>
                <a:uFillTx/>
                <a:latin typeface="Calibri" panose="020F0502020204030204" pitchFamily="34" charset="0"/>
                <a:ea typeface="Calibri" panose="020F0502020204030204" pitchFamily="34" charset="0"/>
                <a:cs typeface="Calibri" panose="020F0502020204030204" pitchFamily="34" charset="0"/>
                <a:sym typeface="Helvetica"/>
              </a:defRPr>
            </a:lvl1pPr>
            <a:lvl2pPr marL="0" marR="0" indent="0" algn="l" defTabSz="912573" rtl="0" eaLnBrk="1" fontAlgn="auto" latinLnBrk="0" hangingPunct="1">
              <a:lnSpc>
                <a:spcPct val="100000"/>
              </a:lnSpc>
              <a:spcBef>
                <a:spcPts val="1198"/>
              </a:spcBef>
              <a:spcAft>
                <a:spcPts val="0"/>
              </a:spcAft>
              <a:buClrTx/>
              <a:buSzTx/>
              <a:buFontTx/>
              <a:buNone/>
              <a:tabLst/>
              <a:defRPr kumimoji="0" lang="en-US" sz="1998" b="0" i="0" u="none" strike="noStrike" cap="all" spc="0" normalizeH="0" baseline="0" dirty="0" smtClean="0">
                <a:ln>
                  <a:noFill/>
                </a:ln>
                <a:solidFill>
                  <a:schemeClr val="bg1"/>
                </a:solidFill>
                <a:effectLst/>
                <a:uFillTx/>
                <a:latin typeface="+mj-lt"/>
                <a:ea typeface="Arial" charset="0"/>
                <a:cs typeface="Arial" charset="0"/>
                <a:sym typeface="Helvetica"/>
              </a:defRPr>
            </a:lvl2pPr>
            <a:lvl3pPr marL="0" marR="0" indent="0" algn="l" defTabSz="912573" rtl="0" eaLnBrk="1" fontAlgn="auto" latinLnBrk="0" hangingPunct="1">
              <a:lnSpc>
                <a:spcPct val="100000"/>
              </a:lnSpc>
              <a:spcBef>
                <a:spcPts val="1198"/>
              </a:spcBef>
              <a:spcAft>
                <a:spcPts val="0"/>
              </a:spcAft>
              <a:buClrTx/>
              <a:buSzTx/>
              <a:buFontTx/>
              <a:buNone/>
              <a:tabLst/>
              <a:defRPr kumimoji="0" lang="en-US" sz="1998" b="0" i="0" u="none" strike="noStrike" cap="all" spc="0" normalizeH="0" baseline="0" dirty="0" smtClean="0">
                <a:ln>
                  <a:noFill/>
                </a:ln>
                <a:solidFill>
                  <a:schemeClr val="bg1"/>
                </a:solidFill>
                <a:effectLst/>
                <a:uFillTx/>
                <a:latin typeface="+mj-lt"/>
                <a:ea typeface="Arial" charset="0"/>
                <a:cs typeface="Arial" charset="0"/>
                <a:sym typeface="Helvetica"/>
              </a:defRPr>
            </a:lvl3pPr>
            <a:lvl4pPr marL="0" marR="0" indent="0" algn="l" defTabSz="912573" rtl="0" eaLnBrk="1" fontAlgn="auto" latinLnBrk="0" hangingPunct="1">
              <a:lnSpc>
                <a:spcPct val="100000"/>
              </a:lnSpc>
              <a:spcBef>
                <a:spcPts val="1198"/>
              </a:spcBef>
              <a:spcAft>
                <a:spcPts val="0"/>
              </a:spcAft>
              <a:buClrTx/>
              <a:buSzTx/>
              <a:buFontTx/>
              <a:buNone/>
              <a:tabLst/>
              <a:defRPr kumimoji="0" lang="en-US" sz="1998" b="0" i="0" u="none" strike="noStrike" cap="all" spc="0" normalizeH="0" baseline="0" dirty="0" smtClean="0">
                <a:ln>
                  <a:noFill/>
                </a:ln>
                <a:solidFill>
                  <a:schemeClr val="bg1"/>
                </a:solidFill>
                <a:effectLst/>
                <a:uFillTx/>
                <a:latin typeface="+mj-lt"/>
                <a:ea typeface="Arial" charset="0"/>
                <a:cs typeface="Arial" charset="0"/>
                <a:sym typeface="Helvetica"/>
              </a:defRPr>
            </a:lvl4pPr>
            <a:lvl5pPr marL="0" marR="0" indent="0" algn="l" defTabSz="912573" rtl="0" eaLnBrk="1" fontAlgn="auto" latinLnBrk="0" hangingPunct="1">
              <a:lnSpc>
                <a:spcPct val="100000"/>
              </a:lnSpc>
              <a:spcBef>
                <a:spcPts val="1198"/>
              </a:spcBef>
              <a:spcAft>
                <a:spcPts val="0"/>
              </a:spcAft>
              <a:buClrTx/>
              <a:buSzTx/>
              <a:buFontTx/>
              <a:buNone/>
              <a:tabLst/>
              <a:defRPr kumimoji="0" lang="en-US" sz="1998" b="0" i="0" u="none" strike="noStrike" cap="all" spc="0" normalizeH="0" baseline="0" dirty="0">
                <a:ln>
                  <a:noFill/>
                </a:ln>
                <a:solidFill>
                  <a:schemeClr val="bg1"/>
                </a:solidFill>
                <a:effectLst/>
                <a:uFillTx/>
                <a:latin typeface="+mj-lt"/>
                <a:ea typeface="Arial" charset="0"/>
                <a:cs typeface="Arial" charset="0"/>
                <a:sym typeface="Helvetica"/>
              </a:defRPr>
            </a:lvl5pPr>
          </a:lstStyle>
          <a:p>
            <a:pPr lvl="0"/>
            <a:r>
              <a:rPr lang="en-US"/>
              <a:t>Click to edit subtitle</a:t>
            </a:r>
          </a:p>
        </p:txBody>
      </p:sp>
      <p:sp>
        <p:nvSpPr>
          <p:cNvPr id="15" name="Text Placeholder 14">
            <a:extLst>
              <a:ext uri="{FF2B5EF4-FFF2-40B4-BE49-F238E27FC236}">
                <a16:creationId xmlns:a16="http://schemas.microsoft.com/office/drawing/2014/main" id="{FA3DB315-4FE4-4AB7-AC70-05542D09E924}"/>
              </a:ext>
            </a:extLst>
          </p:cNvPr>
          <p:cNvSpPr>
            <a:spLocks noGrp="1"/>
          </p:cNvSpPr>
          <p:nvPr>
            <p:ph type="body" sz="quarter" idx="10" hasCustomPrompt="1"/>
          </p:nvPr>
        </p:nvSpPr>
        <p:spPr>
          <a:xfrm>
            <a:off x="6080483" y="1162050"/>
            <a:ext cx="5317393" cy="2205332"/>
          </a:xfrm>
        </p:spPr>
        <p:txBody>
          <a:bodyPr>
            <a:normAutofit/>
          </a:bodyPr>
          <a:lstStyle>
            <a:lvl1pPr marL="0" marR="0" indent="0" algn="l" defTabSz="912573" rtl="0" eaLnBrk="1" fontAlgn="auto" latinLnBrk="0" hangingPunct="1">
              <a:lnSpc>
                <a:spcPct val="100000"/>
              </a:lnSpc>
              <a:spcBef>
                <a:spcPts val="1198"/>
              </a:spcBef>
              <a:spcAft>
                <a:spcPts val="0"/>
              </a:spcAft>
              <a:buClrTx/>
              <a:buSzTx/>
              <a:buFontTx/>
              <a:buNone/>
              <a:tabLst/>
              <a:defRPr kumimoji="0" lang="en-US" sz="3596" b="1" i="0" u="none" strike="noStrike" cap="none" spc="0" normalizeH="0" baseline="0" dirty="0">
                <a:ln>
                  <a:noFill/>
                </a:ln>
                <a:solidFill>
                  <a:schemeClr val="bg1"/>
                </a:solidFill>
                <a:effectLst/>
                <a:uFillTx/>
                <a:latin typeface="Calibri" panose="020F0502020204030204" pitchFamily="34" charset="0"/>
                <a:ea typeface="Calibri" panose="020F0502020204030204" pitchFamily="34" charset="0"/>
                <a:cs typeface="Calibri" panose="020F0502020204030204" pitchFamily="34" charset="0"/>
                <a:sym typeface="Helvetica"/>
              </a:defRPr>
            </a:lvl1pPr>
          </a:lstStyle>
          <a:p>
            <a:pPr lvl="0"/>
            <a:r>
              <a:rPr lang="en-US"/>
              <a:t>Click To Edit Title</a:t>
            </a:r>
          </a:p>
        </p:txBody>
      </p:sp>
      <p:sp>
        <p:nvSpPr>
          <p:cNvPr id="4" name="Text Placeholder 3">
            <a:extLst>
              <a:ext uri="{FF2B5EF4-FFF2-40B4-BE49-F238E27FC236}">
                <a16:creationId xmlns:a16="http://schemas.microsoft.com/office/drawing/2014/main" id="{16B534A6-0E8D-7D41-AE7B-4A5A9032A93A}"/>
              </a:ext>
            </a:extLst>
          </p:cNvPr>
          <p:cNvSpPr>
            <a:spLocks noGrp="1"/>
          </p:cNvSpPr>
          <p:nvPr>
            <p:ph type="body" sz="quarter" idx="12" hasCustomPrompt="1"/>
          </p:nvPr>
        </p:nvSpPr>
        <p:spPr>
          <a:xfrm>
            <a:off x="6096001" y="5197478"/>
            <a:ext cx="5323670" cy="1065213"/>
          </a:xfrm>
        </p:spPr>
        <p:txBody>
          <a:bodyPr>
            <a:normAutofit/>
          </a:bodyPr>
          <a:lstStyle>
            <a:lvl1pPr>
              <a:defRPr sz="1598">
                <a:solidFill>
                  <a:schemeClr val="bg1"/>
                </a:solidFill>
                <a:latin typeface="Calibri" panose="020F0502020204030204" pitchFamily="34" charset="0"/>
              </a:defRPr>
            </a:lvl1pPr>
          </a:lstStyle>
          <a:p>
            <a:pPr lvl="0"/>
            <a:r>
              <a:rPr lang="en-US"/>
              <a:t>Author Name</a:t>
            </a:r>
          </a:p>
          <a:p>
            <a:pPr lvl="0"/>
            <a:r>
              <a:rPr lang="en-US"/>
              <a:t>Date</a:t>
            </a:r>
          </a:p>
          <a:p>
            <a:pPr lvl="0"/>
            <a:r>
              <a:rPr lang="en-US"/>
              <a:t>Client</a:t>
            </a:r>
          </a:p>
        </p:txBody>
      </p:sp>
    </p:spTree>
    <p:extLst>
      <p:ext uri="{BB962C8B-B14F-4D97-AF65-F5344CB8AC3E}">
        <p14:creationId xmlns:p14="http://schemas.microsoft.com/office/powerpoint/2010/main" val="5261420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ITLE Green">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CF144138-D22C-4146-BF55-B4991D4FE948}"/>
              </a:ext>
            </a:extLst>
          </p:cNvPr>
          <p:cNvPicPr>
            <a:picLocks noChangeAspect="1"/>
          </p:cNvPicPr>
          <p:nvPr/>
        </p:nvPicPr>
        <p:blipFill rotWithShape="1">
          <a:blip r:embed="rId2" cstate="email">
            <a:extLst>
              <a:ext uri="{28A0092B-C50C-407E-A947-70E740481C1C}">
                <a14:useLocalDpi xmlns:a14="http://schemas.microsoft.com/office/drawing/2010/main"/>
              </a:ext>
            </a:extLst>
          </a:blip>
          <a:srcRect/>
          <a:stretch/>
        </p:blipFill>
        <p:spPr>
          <a:xfrm rot="10800000">
            <a:off x="-31029" y="-4"/>
            <a:ext cx="12223028" cy="6858004"/>
          </a:xfrm>
          <a:prstGeom prst="rect">
            <a:avLst/>
          </a:prstGeom>
        </p:spPr>
      </p:pic>
      <p:sp>
        <p:nvSpPr>
          <p:cNvPr id="12" name="Rectangle 11">
            <a:extLst>
              <a:ext uri="{FF2B5EF4-FFF2-40B4-BE49-F238E27FC236}">
                <a16:creationId xmlns:a16="http://schemas.microsoft.com/office/drawing/2014/main" id="{E3F56388-0B15-F442-A126-191C092C3EFD}"/>
              </a:ext>
            </a:extLst>
          </p:cNvPr>
          <p:cNvSpPr/>
          <p:nvPr/>
        </p:nvSpPr>
        <p:spPr>
          <a:xfrm rot="10800000">
            <a:off x="-31028" y="14746"/>
            <a:ext cx="12223029" cy="6858000"/>
          </a:xfrm>
          <a:prstGeom prst="rect">
            <a:avLst/>
          </a:prstGeom>
          <a:gradFill>
            <a:gsLst>
              <a:gs pos="0">
                <a:schemeClr val="accent4"/>
              </a:gs>
              <a:gs pos="100000">
                <a:schemeClr val="tx1">
                  <a:alpha val="0"/>
                </a:schemeClr>
              </a:gs>
            </a:gsLst>
            <a:lin ang="0" scaled="0"/>
          </a:gra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671" tIns="45671" rIns="45671" bIns="45671" numCol="1" spcCol="38100" rtlCol="0" anchor="ctr">
            <a:noAutofit/>
          </a:bodyPr>
          <a:lstStyle/>
          <a:p>
            <a:pPr marL="0" marR="0" indent="0" algn="l" defTabSz="913486" rtl="0" fontAlgn="auto" latinLnBrk="0" hangingPunct="0">
              <a:lnSpc>
                <a:spcPct val="100000"/>
              </a:lnSpc>
              <a:spcBef>
                <a:spcPts val="0"/>
              </a:spcBef>
              <a:spcAft>
                <a:spcPts val="0"/>
              </a:spcAft>
              <a:buClrTx/>
              <a:buSzTx/>
              <a:buFontTx/>
              <a:buNone/>
              <a:tabLst/>
            </a:pPr>
            <a:endParaRPr kumimoji="0" lang="en-US" sz="1798" b="0" i="0" u="none" strike="noStrike" cap="none" spc="0" normalizeH="0" baseline="0">
              <a:ln>
                <a:noFill/>
              </a:ln>
              <a:solidFill>
                <a:srgbClr val="072941"/>
              </a:solidFill>
              <a:effectLst/>
              <a:uFillTx/>
              <a:latin typeface="Calibri" panose="020F0502020204030204" pitchFamily="34" charset="0"/>
              <a:sym typeface="Calibri"/>
            </a:endParaRPr>
          </a:p>
        </p:txBody>
      </p:sp>
      <p:pic>
        <p:nvPicPr>
          <p:cNvPr id="26" name="Picture 25">
            <a:extLst>
              <a:ext uri="{FF2B5EF4-FFF2-40B4-BE49-F238E27FC236}">
                <a16:creationId xmlns:a16="http://schemas.microsoft.com/office/drawing/2014/main" id="{9651F526-8B4A-634B-A35B-9F78BF1E6A19}"/>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38830" y="2992311"/>
            <a:ext cx="2936611" cy="1178181"/>
          </a:xfrm>
          <a:prstGeom prst="rect">
            <a:avLst/>
          </a:prstGeom>
        </p:spPr>
      </p:pic>
      <p:sp>
        <p:nvSpPr>
          <p:cNvPr id="27" name="Rectangle 45">
            <a:extLst>
              <a:ext uri="{FF2B5EF4-FFF2-40B4-BE49-F238E27FC236}">
                <a16:creationId xmlns:a16="http://schemas.microsoft.com/office/drawing/2014/main" id="{26E1ED27-EDE9-FB46-BFE9-E705E3F4E2AF}"/>
              </a:ext>
            </a:extLst>
          </p:cNvPr>
          <p:cNvSpPr/>
          <p:nvPr/>
        </p:nvSpPr>
        <p:spPr>
          <a:xfrm rot="817502">
            <a:off x="5011627" y="-665636"/>
            <a:ext cx="7829622" cy="8567794"/>
          </a:xfrm>
          <a:custGeom>
            <a:avLst/>
            <a:gdLst>
              <a:gd name="connsiteX0" fmla="*/ 0 w 8614253"/>
              <a:gd name="connsiteY0" fmla="*/ 0 h 11082883"/>
              <a:gd name="connsiteX1" fmla="*/ 8614253 w 8614253"/>
              <a:gd name="connsiteY1" fmla="*/ 0 h 11082883"/>
              <a:gd name="connsiteX2" fmla="*/ 8614253 w 8614253"/>
              <a:gd name="connsiteY2" fmla="*/ 11082883 h 11082883"/>
              <a:gd name="connsiteX3" fmla="*/ 0 w 8614253"/>
              <a:gd name="connsiteY3" fmla="*/ 11082883 h 11082883"/>
              <a:gd name="connsiteX4" fmla="*/ 0 w 8614253"/>
              <a:gd name="connsiteY4" fmla="*/ 0 h 11082883"/>
              <a:gd name="connsiteX0" fmla="*/ 277202 w 8614253"/>
              <a:gd name="connsiteY0" fmla="*/ 2006227 h 11082883"/>
              <a:gd name="connsiteX1" fmla="*/ 8614253 w 8614253"/>
              <a:gd name="connsiteY1" fmla="*/ 0 h 11082883"/>
              <a:gd name="connsiteX2" fmla="*/ 8614253 w 8614253"/>
              <a:gd name="connsiteY2" fmla="*/ 11082883 h 11082883"/>
              <a:gd name="connsiteX3" fmla="*/ 0 w 8614253"/>
              <a:gd name="connsiteY3" fmla="*/ 11082883 h 11082883"/>
              <a:gd name="connsiteX4" fmla="*/ 277202 w 8614253"/>
              <a:gd name="connsiteY4" fmla="*/ 2006227 h 11082883"/>
              <a:gd name="connsiteX0" fmla="*/ 277202 w 8614253"/>
              <a:gd name="connsiteY0" fmla="*/ 1411375 h 10488031"/>
              <a:gd name="connsiteX1" fmla="*/ 6232006 w 8614253"/>
              <a:gd name="connsiteY1" fmla="*/ 0 h 10488031"/>
              <a:gd name="connsiteX2" fmla="*/ 8614253 w 8614253"/>
              <a:gd name="connsiteY2" fmla="*/ 10488031 h 10488031"/>
              <a:gd name="connsiteX3" fmla="*/ 0 w 8614253"/>
              <a:gd name="connsiteY3" fmla="*/ 10488031 h 10488031"/>
              <a:gd name="connsiteX4" fmla="*/ 277202 w 8614253"/>
              <a:gd name="connsiteY4" fmla="*/ 1411375 h 10488031"/>
              <a:gd name="connsiteX0" fmla="*/ 277202 w 8614253"/>
              <a:gd name="connsiteY0" fmla="*/ 1436311 h 10512967"/>
              <a:gd name="connsiteX1" fmla="*/ 6191115 w 8614253"/>
              <a:gd name="connsiteY1" fmla="*/ 0 h 10512967"/>
              <a:gd name="connsiteX2" fmla="*/ 8614253 w 8614253"/>
              <a:gd name="connsiteY2" fmla="*/ 10512967 h 10512967"/>
              <a:gd name="connsiteX3" fmla="*/ 0 w 8614253"/>
              <a:gd name="connsiteY3" fmla="*/ 10512967 h 10512967"/>
              <a:gd name="connsiteX4" fmla="*/ 277202 w 8614253"/>
              <a:gd name="connsiteY4" fmla="*/ 1436311 h 10512967"/>
              <a:gd name="connsiteX0" fmla="*/ 277202 w 7759139"/>
              <a:gd name="connsiteY0" fmla="*/ 1436311 h 10512967"/>
              <a:gd name="connsiteX1" fmla="*/ 6191115 w 7759139"/>
              <a:gd name="connsiteY1" fmla="*/ 0 h 10512967"/>
              <a:gd name="connsiteX2" fmla="*/ 7759139 w 7759139"/>
              <a:gd name="connsiteY2" fmla="*/ 6625675 h 10512967"/>
              <a:gd name="connsiteX3" fmla="*/ 0 w 7759139"/>
              <a:gd name="connsiteY3" fmla="*/ 10512967 h 10512967"/>
              <a:gd name="connsiteX4" fmla="*/ 277202 w 7759139"/>
              <a:gd name="connsiteY4" fmla="*/ 1436311 h 10512967"/>
              <a:gd name="connsiteX0" fmla="*/ 320521 w 7802458"/>
              <a:gd name="connsiteY0" fmla="*/ 1436311 h 8537169"/>
              <a:gd name="connsiteX1" fmla="*/ 6234434 w 7802458"/>
              <a:gd name="connsiteY1" fmla="*/ 0 h 8537169"/>
              <a:gd name="connsiteX2" fmla="*/ 7802458 w 7802458"/>
              <a:gd name="connsiteY2" fmla="*/ 6625675 h 8537169"/>
              <a:gd name="connsiteX3" fmla="*/ 0 w 7802458"/>
              <a:gd name="connsiteY3" fmla="*/ 8537169 h 8537169"/>
              <a:gd name="connsiteX4" fmla="*/ 320521 w 7802458"/>
              <a:gd name="connsiteY4" fmla="*/ 1436311 h 8537169"/>
              <a:gd name="connsiteX0" fmla="*/ 32276 w 7802458"/>
              <a:gd name="connsiteY0" fmla="*/ 1541024 h 8537169"/>
              <a:gd name="connsiteX1" fmla="*/ 6234434 w 7802458"/>
              <a:gd name="connsiteY1" fmla="*/ 0 h 8537169"/>
              <a:gd name="connsiteX2" fmla="*/ 7802458 w 7802458"/>
              <a:gd name="connsiteY2" fmla="*/ 6625675 h 8537169"/>
              <a:gd name="connsiteX3" fmla="*/ 0 w 7802458"/>
              <a:gd name="connsiteY3" fmla="*/ 8537169 h 8537169"/>
              <a:gd name="connsiteX4" fmla="*/ 32276 w 7802458"/>
              <a:gd name="connsiteY4" fmla="*/ 1541024 h 8537169"/>
              <a:gd name="connsiteX0" fmla="*/ 32700 w 7802458"/>
              <a:gd name="connsiteY0" fmla="*/ 1481886 h 8537169"/>
              <a:gd name="connsiteX1" fmla="*/ 6234434 w 7802458"/>
              <a:gd name="connsiteY1" fmla="*/ 0 h 8537169"/>
              <a:gd name="connsiteX2" fmla="*/ 7802458 w 7802458"/>
              <a:gd name="connsiteY2" fmla="*/ 6625675 h 8537169"/>
              <a:gd name="connsiteX3" fmla="*/ 0 w 7802458"/>
              <a:gd name="connsiteY3" fmla="*/ 8537169 h 8537169"/>
              <a:gd name="connsiteX4" fmla="*/ 32700 w 7802458"/>
              <a:gd name="connsiteY4" fmla="*/ 1481886 h 8537169"/>
              <a:gd name="connsiteX0" fmla="*/ 32700 w 7802458"/>
              <a:gd name="connsiteY0" fmla="*/ 1501211 h 8556494"/>
              <a:gd name="connsiteX1" fmla="*/ 6207611 w 7802458"/>
              <a:gd name="connsiteY1" fmla="*/ 0 h 8556494"/>
              <a:gd name="connsiteX2" fmla="*/ 7802458 w 7802458"/>
              <a:gd name="connsiteY2" fmla="*/ 6645000 h 8556494"/>
              <a:gd name="connsiteX3" fmla="*/ 0 w 7802458"/>
              <a:gd name="connsiteY3" fmla="*/ 8556494 h 8556494"/>
              <a:gd name="connsiteX4" fmla="*/ 32700 w 7802458"/>
              <a:gd name="connsiteY4" fmla="*/ 1501211 h 8556494"/>
              <a:gd name="connsiteX0" fmla="*/ 32700 w 7820515"/>
              <a:gd name="connsiteY0" fmla="*/ 1501211 h 8556494"/>
              <a:gd name="connsiteX1" fmla="*/ 6207611 w 7820515"/>
              <a:gd name="connsiteY1" fmla="*/ 0 h 8556494"/>
              <a:gd name="connsiteX2" fmla="*/ 7820515 w 7820515"/>
              <a:gd name="connsiteY2" fmla="*/ 6673831 h 8556494"/>
              <a:gd name="connsiteX3" fmla="*/ 0 w 7820515"/>
              <a:gd name="connsiteY3" fmla="*/ 8556494 h 8556494"/>
              <a:gd name="connsiteX4" fmla="*/ 32700 w 7820515"/>
              <a:gd name="connsiteY4" fmla="*/ 1501211 h 8556494"/>
              <a:gd name="connsiteX0" fmla="*/ 33651 w 7821466"/>
              <a:gd name="connsiteY0" fmla="*/ 1501211 h 8567794"/>
              <a:gd name="connsiteX1" fmla="*/ 6208562 w 7821466"/>
              <a:gd name="connsiteY1" fmla="*/ 0 h 8567794"/>
              <a:gd name="connsiteX2" fmla="*/ 7821466 w 7821466"/>
              <a:gd name="connsiteY2" fmla="*/ 6673831 h 8567794"/>
              <a:gd name="connsiteX3" fmla="*/ 0 w 7821466"/>
              <a:gd name="connsiteY3" fmla="*/ 8567794 h 8567794"/>
              <a:gd name="connsiteX4" fmla="*/ 33651 w 7821466"/>
              <a:gd name="connsiteY4" fmla="*/ 1501211 h 85677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21466" h="8567794">
                <a:moveTo>
                  <a:pt x="33651" y="1501211"/>
                </a:moveTo>
                <a:lnTo>
                  <a:pt x="6208562" y="0"/>
                </a:lnTo>
                <a:lnTo>
                  <a:pt x="7821466" y="6673831"/>
                </a:lnTo>
                <a:lnTo>
                  <a:pt x="0" y="8567794"/>
                </a:lnTo>
                <a:lnTo>
                  <a:pt x="33651" y="1501211"/>
                </a:lnTo>
                <a:close/>
              </a:path>
            </a:pathLst>
          </a:custGeom>
          <a:solidFill>
            <a:schemeClr val="tx1"/>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671" tIns="45671" rIns="45671" bIns="45671" numCol="1" spcCol="38100" rtlCol="0" anchor="ctr">
            <a:noAutofit/>
          </a:bodyPr>
          <a:lstStyle/>
          <a:p>
            <a:pPr marL="0" marR="0" indent="0" algn="l" defTabSz="913486" rtl="0" fontAlgn="auto" latinLnBrk="0" hangingPunct="0">
              <a:lnSpc>
                <a:spcPct val="100000"/>
              </a:lnSpc>
              <a:spcBef>
                <a:spcPts val="0"/>
              </a:spcBef>
              <a:spcAft>
                <a:spcPts val="0"/>
              </a:spcAft>
              <a:buClrTx/>
              <a:buSzTx/>
              <a:buFontTx/>
              <a:buNone/>
              <a:tabLst/>
            </a:pPr>
            <a:endParaRPr kumimoji="0" lang="en-US" sz="1798" b="0" i="0" u="none" strike="noStrike" cap="none" spc="0" normalizeH="0" baseline="0">
              <a:ln>
                <a:noFill/>
              </a:ln>
              <a:solidFill>
                <a:srgbClr val="072941"/>
              </a:solidFill>
              <a:effectLst/>
              <a:uFillTx/>
              <a:latin typeface="Calibri" panose="020F0502020204030204" pitchFamily="34" charset="0"/>
              <a:sym typeface="Calibri"/>
            </a:endParaRPr>
          </a:p>
        </p:txBody>
      </p:sp>
      <p:sp>
        <p:nvSpPr>
          <p:cNvPr id="31" name="Rectangle 30">
            <a:extLst>
              <a:ext uri="{FF2B5EF4-FFF2-40B4-BE49-F238E27FC236}">
                <a16:creationId xmlns:a16="http://schemas.microsoft.com/office/drawing/2014/main" id="{42079E7E-A85E-C047-B8D1-4620089A3369}"/>
              </a:ext>
            </a:extLst>
          </p:cNvPr>
          <p:cNvSpPr/>
          <p:nvPr/>
        </p:nvSpPr>
        <p:spPr>
          <a:xfrm>
            <a:off x="6095999" y="3533720"/>
            <a:ext cx="915353" cy="91440"/>
          </a:xfrm>
          <a:prstGeom prst="rect">
            <a:avLst/>
          </a:prstGeom>
          <a:solidFill>
            <a:schemeClr val="accent4"/>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671" tIns="45671" rIns="45671" bIns="45671" numCol="1" spcCol="38100" rtlCol="0" anchor="ctr">
            <a:noAutofit/>
          </a:bodyPr>
          <a:lstStyle/>
          <a:p>
            <a:pPr marL="0" marR="0" indent="0" algn="l" defTabSz="913486" rtl="0" fontAlgn="auto" latinLnBrk="0" hangingPunct="0">
              <a:lnSpc>
                <a:spcPct val="100000"/>
              </a:lnSpc>
              <a:spcBef>
                <a:spcPts val="0"/>
              </a:spcBef>
              <a:spcAft>
                <a:spcPts val="0"/>
              </a:spcAft>
              <a:buClrTx/>
              <a:buSzTx/>
              <a:buFontTx/>
              <a:buNone/>
              <a:tabLst/>
            </a:pPr>
            <a:endParaRPr kumimoji="0" lang="en-US" sz="1798" b="0" i="0" u="none" strike="noStrike" cap="none" spc="0" normalizeH="0" baseline="0">
              <a:ln>
                <a:noFill/>
              </a:ln>
              <a:solidFill>
                <a:srgbClr val="072941"/>
              </a:solidFill>
              <a:effectLst/>
              <a:uFillTx/>
              <a:latin typeface="Calibri" panose="020F0502020204030204" pitchFamily="34" charset="0"/>
              <a:sym typeface="Calibri"/>
            </a:endParaRPr>
          </a:p>
        </p:txBody>
      </p:sp>
      <p:sp>
        <p:nvSpPr>
          <p:cNvPr id="17" name="Text Placeholder 16">
            <a:extLst>
              <a:ext uri="{FF2B5EF4-FFF2-40B4-BE49-F238E27FC236}">
                <a16:creationId xmlns:a16="http://schemas.microsoft.com/office/drawing/2014/main" id="{F2B683F2-4BBD-47C8-894F-EE9C27F61E37}"/>
              </a:ext>
            </a:extLst>
          </p:cNvPr>
          <p:cNvSpPr>
            <a:spLocks noGrp="1"/>
          </p:cNvSpPr>
          <p:nvPr>
            <p:ph type="body" sz="quarter" idx="11" hasCustomPrompt="1"/>
          </p:nvPr>
        </p:nvSpPr>
        <p:spPr>
          <a:xfrm>
            <a:off x="6102276" y="3866693"/>
            <a:ext cx="5317394" cy="847725"/>
          </a:xfrm>
        </p:spPr>
        <p:txBody>
          <a:bodyPr>
            <a:noAutofit/>
          </a:bodyPr>
          <a:lstStyle>
            <a:lvl1pPr marL="0" marR="0" indent="0" algn="l" defTabSz="912573" rtl="0" eaLnBrk="1" fontAlgn="auto" latinLnBrk="0" hangingPunct="1">
              <a:lnSpc>
                <a:spcPct val="100000"/>
              </a:lnSpc>
              <a:spcBef>
                <a:spcPts val="1198"/>
              </a:spcBef>
              <a:spcAft>
                <a:spcPts val="0"/>
              </a:spcAft>
              <a:buClrTx/>
              <a:buSzTx/>
              <a:buFontTx/>
              <a:buNone/>
              <a:tabLst/>
              <a:defRPr kumimoji="0" lang="en-US" sz="1998" b="0" i="0" u="none" strike="noStrike" cap="all" spc="0" normalizeH="0" baseline="0" dirty="0" smtClean="0">
                <a:ln>
                  <a:noFill/>
                </a:ln>
                <a:solidFill>
                  <a:schemeClr val="bg1"/>
                </a:solidFill>
                <a:effectLst/>
                <a:uFillTx/>
                <a:latin typeface="Calibri" panose="020F0502020204030204" pitchFamily="34" charset="0"/>
                <a:ea typeface="Calibri" panose="020F0502020204030204" pitchFamily="34" charset="0"/>
                <a:cs typeface="Calibri" panose="020F0502020204030204" pitchFamily="34" charset="0"/>
                <a:sym typeface="Helvetica"/>
              </a:defRPr>
            </a:lvl1pPr>
            <a:lvl2pPr marL="0" marR="0" indent="0" algn="l" defTabSz="912573" rtl="0" eaLnBrk="1" fontAlgn="auto" latinLnBrk="0" hangingPunct="1">
              <a:lnSpc>
                <a:spcPct val="100000"/>
              </a:lnSpc>
              <a:spcBef>
                <a:spcPts val="1198"/>
              </a:spcBef>
              <a:spcAft>
                <a:spcPts val="0"/>
              </a:spcAft>
              <a:buClrTx/>
              <a:buSzTx/>
              <a:buFontTx/>
              <a:buNone/>
              <a:tabLst/>
              <a:defRPr kumimoji="0" lang="en-US" sz="1998" b="0" i="0" u="none" strike="noStrike" cap="all" spc="0" normalizeH="0" baseline="0" dirty="0" smtClean="0">
                <a:ln>
                  <a:noFill/>
                </a:ln>
                <a:solidFill>
                  <a:schemeClr val="bg1"/>
                </a:solidFill>
                <a:effectLst/>
                <a:uFillTx/>
                <a:latin typeface="+mj-lt"/>
                <a:ea typeface="Arial" charset="0"/>
                <a:cs typeface="Arial" charset="0"/>
                <a:sym typeface="Helvetica"/>
              </a:defRPr>
            </a:lvl2pPr>
            <a:lvl3pPr marL="0" marR="0" indent="0" algn="l" defTabSz="912573" rtl="0" eaLnBrk="1" fontAlgn="auto" latinLnBrk="0" hangingPunct="1">
              <a:lnSpc>
                <a:spcPct val="100000"/>
              </a:lnSpc>
              <a:spcBef>
                <a:spcPts val="1198"/>
              </a:spcBef>
              <a:spcAft>
                <a:spcPts val="0"/>
              </a:spcAft>
              <a:buClrTx/>
              <a:buSzTx/>
              <a:buFontTx/>
              <a:buNone/>
              <a:tabLst/>
              <a:defRPr kumimoji="0" lang="en-US" sz="1998" b="0" i="0" u="none" strike="noStrike" cap="all" spc="0" normalizeH="0" baseline="0" dirty="0" smtClean="0">
                <a:ln>
                  <a:noFill/>
                </a:ln>
                <a:solidFill>
                  <a:schemeClr val="bg1"/>
                </a:solidFill>
                <a:effectLst/>
                <a:uFillTx/>
                <a:latin typeface="+mj-lt"/>
                <a:ea typeface="Arial" charset="0"/>
                <a:cs typeface="Arial" charset="0"/>
                <a:sym typeface="Helvetica"/>
              </a:defRPr>
            </a:lvl3pPr>
            <a:lvl4pPr marL="0" marR="0" indent="0" algn="l" defTabSz="912573" rtl="0" eaLnBrk="1" fontAlgn="auto" latinLnBrk="0" hangingPunct="1">
              <a:lnSpc>
                <a:spcPct val="100000"/>
              </a:lnSpc>
              <a:spcBef>
                <a:spcPts val="1198"/>
              </a:spcBef>
              <a:spcAft>
                <a:spcPts val="0"/>
              </a:spcAft>
              <a:buClrTx/>
              <a:buSzTx/>
              <a:buFontTx/>
              <a:buNone/>
              <a:tabLst/>
              <a:defRPr kumimoji="0" lang="en-US" sz="1998" b="0" i="0" u="none" strike="noStrike" cap="all" spc="0" normalizeH="0" baseline="0" dirty="0" smtClean="0">
                <a:ln>
                  <a:noFill/>
                </a:ln>
                <a:solidFill>
                  <a:schemeClr val="bg1"/>
                </a:solidFill>
                <a:effectLst/>
                <a:uFillTx/>
                <a:latin typeface="+mj-lt"/>
                <a:ea typeface="Arial" charset="0"/>
                <a:cs typeface="Arial" charset="0"/>
                <a:sym typeface="Helvetica"/>
              </a:defRPr>
            </a:lvl4pPr>
            <a:lvl5pPr marL="0" marR="0" indent="0" algn="l" defTabSz="912573" rtl="0" eaLnBrk="1" fontAlgn="auto" latinLnBrk="0" hangingPunct="1">
              <a:lnSpc>
                <a:spcPct val="100000"/>
              </a:lnSpc>
              <a:spcBef>
                <a:spcPts val="1198"/>
              </a:spcBef>
              <a:spcAft>
                <a:spcPts val="0"/>
              </a:spcAft>
              <a:buClrTx/>
              <a:buSzTx/>
              <a:buFontTx/>
              <a:buNone/>
              <a:tabLst/>
              <a:defRPr kumimoji="0" lang="en-US" sz="1998" b="0" i="0" u="none" strike="noStrike" cap="all" spc="0" normalizeH="0" baseline="0" dirty="0">
                <a:ln>
                  <a:noFill/>
                </a:ln>
                <a:solidFill>
                  <a:schemeClr val="bg1"/>
                </a:solidFill>
                <a:effectLst/>
                <a:uFillTx/>
                <a:latin typeface="+mj-lt"/>
                <a:ea typeface="Arial" charset="0"/>
                <a:cs typeface="Arial" charset="0"/>
                <a:sym typeface="Helvetica"/>
              </a:defRPr>
            </a:lvl5pPr>
          </a:lstStyle>
          <a:p>
            <a:pPr lvl="0"/>
            <a:r>
              <a:rPr lang="en-US"/>
              <a:t>Click to edit subtitle</a:t>
            </a:r>
          </a:p>
        </p:txBody>
      </p:sp>
      <p:sp>
        <p:nvSpPr>
          <p:cNvPr id="15" name="Text Placeholder 14">
            <a:extLst>
              <a:ext uri="{FF2B5EF4-FFF2-40B4-BE49-F238E27FC236}">
                <a16:creationId xmlns:a16="http://schemas.microsoft.com/office/drawing/2014/main" id="{FA3DB315-4FE4-4AB7-AC70-05542D09E924}"/>
              </a:ext>
            </a:extLst>
          </p:cNvPr>
          <p:cNvSpPr>
            <a:spLocks noGrp="1"/>
          </p:cNvSpPr>
          <p:nvPr>
            <p:ph type="body" sz="quarter" idx="10" hasCustomPrompt="1"/>
          </p:nvPr>
        </p:nvSpPr>
        <p:spPr>
          <a:xfrm>
            <a:off x="6080483" y="1162050"/>
            <a:ext cx="5317393" cy="2205332"/>
          </a:xfrm>
        </p:spPr>
        <p:txBody>
          <a:bodyPr>
            <a:normAutofit/>
          </a:bodyPr>
          <a:lstStyle>
            <a:lvl1pPr marL="0" marR="0" indent="0" algn="l" defTabSz="912573" rtl="0" eaLnBrk="1" fontAlgn="auto" latinLnBrk="0" hangingPunct="1">
              <a:lnSpc>
                <a:spcPct val="100000"/>
              </a:lnSpc>
              <a:spcBef>
                <a:spcPts val="1198"/>
              </a:spcBef>
              <a:spcAft>
                <a:spcPts val="0"/>
              </a:spcAft>
              <a:buClrTx/>
              <a:buSzTx/>
              <a:buFontTx/>
              <a:buNone/>
              <a:tabLst/>
              <a:defRPr kumimoji="0" lang="en-US" sz="3596" b="1" i="0" u="none" strike="noStrike" cap="none" spc="0" normalizeH="0" baseline="0" dirty="0">
                <a:ln>
                  <a:noFill/>
                </a:ln>
                <a:solidFill>
                  <a:schemeClr val="bg1"/>
                </a:solidFill>
                <a:effectLst/>
                <a:uFillTx/>
                <a:latin typeface="Calibri" panose="020F0502020204030204" pitchFamily="34" charset="0"/>
                <a:ea typeface="Calibri" panose="020F0502020204030204" pitchFamily="34" charset="0"/>
                <a:cs typeface="Calibri" panose="020F0502020204030204" pitchFamily="34" charset="0"/>
                <a:sym typeface="Helvetica"/>
              </a:defRPr>
            </a:lvl1pPr>
          </a:lstStyle>
          <a:p>
            <a:pPr lvl="0"/>
            <a:r>
              <a:rPr lang="en-US"/>
              <a:t>Click To Edit Title</a:t>
            </a:r>
          </a:p>
        </p:txBody>
      </p:sp>
      <p:sp>
        <p:nvSpPr>
          <p:cNvPr id="4" name="Text Placeholder 3">
            <a:extLst>
              <a:ext uri="{FF2B5EF4-FFF2-40B4-BE49-F238E27FC236}">
                <a16:creationId xmlns:a16="http://schemas.microsoft.com/office/drawing/2014/main" id="{16B534A6-0E8D-7D41-AE7B-4A5A9032A93A}"/>
              </a:ext>
            </a:extLst>
          </p:cNvPr>
          <p:cNvSpPr>
            <a:spLocks noGrp="1"/>
          </p:cNvSpPr>
          <p:nvPr>
            <p:ph type="body" sz="quarter" idx="12" hasCustomPrompt="1"/>
          </p:nvPr>
        </p:nvSpPr>
        <p:spPr>
          <a:xfrm>
            <a:off x="6096001" y="5197478"/>
            <a:ext cx="5323670" cy="1065213"/>
          </a:xfrm>
        </p:spPr>
        <p:txBody>
          <a:bodyPr>
            <a:normAutofit/>
          </a:bodyPr>
          <a:lstStyle>
            <a:lvl1pPr>
              <a:defRPr sz="1598">
                <a:solidFill>
                  <a:schemeClr val="bg1"/>
                </a:solidFill>
                <a:latin typeface="Calibri" panose="020F0502020204030204" pitchFamily="34" charset="0"/>
              </a:defRPr>
            </a:lvl1pPr>
          </a:lstStyle>
          <a:p>
            <a:pPr lvl="0"/>
            <a:r>
              <a:rPr lang="en-US"/>
              <a:t>Author Name</a:t>
            </a:r>
          </a:p>
          <a:p>
            <a:pPr lvl="0"/>
            <a:r>
              <a:rPr lang="en-US"/>
              <a:t>Date</a:t>
            </a:r>
          </a:p>
          <a:p>
            <a:pPr lvl="0"/>
            <a:r>
              <a:rPr lang="en-US"/>
              <a:t>Client</a:t>
            </a:r>
          </a:p>
        </p:txBody>
      </p:sp>
    </p:spTree>
    <p:extLst>
      <p:ext uri="{BB962C8B-B14F-4D97-AF65-F5344CB8AC3E}">
        <p14:creationId xmlns:p14="http://schemas.microsoft.com/office/powerpoint/2010/main" val="96882202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ITLE Purple">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FA018148-0706-5241-8BC6-07E2B1F5F7DF}"/>
              </a:ext>
            </a:extLst>
          </p:cNvPr>
          <p:cNvPicPr>
            <a:picLocks noChangeAspect="1"/>
          </p:cNvPicPr>
          <p:nvPr/>
        </p:nvPicPr>
        <p:blipFill rotWithShape="1">
          <a:blip r:embed="rId2" cstate="email">
            <a:grayscl/>
            <a:extLst>
              <a:ext uri="{28A0092B-C50C-407E-A947-70E740481C1C}">
                <a14:useLocalDpi xmlns:a14="http://schemas.microsoft.com/office/drawing/2010/main"/>
              </a:ext>
            </a:extLst>
          </a:blip>
          <a:srcRect/>
          <a:stretch/>
        </p:blipFill>
        <p:spPr>
          <a:xfrm>
            <a:off x="0" y="-3"/>
            <a:ext cx="12192000" cy="6858003"/>
          </a:xfrm>
          <a:prstGeom prst="rect">
            <a:avLst/>
          </a:prstGeom>
        </p:spPr>
      </p:pic>
      <p:sp>
        <p:nvSpPr>
          <p:cNvPr id="12" name="Rectangle 11">
            <a:extLst>
              <a:ext uri="{FF2B5EF4-FFF2-40B4-BE49-F238E27FC236}">
                <a16:creationId xmlns:a16="http://schemas.microsoft.com/office/drawing/2014/main" id="{F95DCA34-BE71-0B4F-A5F1-31722061925B}"/>
              </a:ext>
            </a:extLst>
          </p:cNvPr>
          <p:cNvSpPr/>
          <p:nvPr/>
        </p:nvSpPr>
        <p:spPr>
          <a:xfrm>
            <a:off x="-8972" y="3244495"/>
            <a:ext cx="12200971" cy="369010"/>
          </a:xfrm>
          <a:prstGeom prst="rect">
            <a:avLst/>
          </a:prstGeom>
          <a:solidFill>
            <a:schemeClr val="accent6">
              <a:alpha val="76000"/>
            </a:schemeClr>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671" tIns="45671" rIns="45671" bIns="45671" numCol="1" spcCol="38100" rtlCol="0" anchor="ctr">
            <a:spAutoFit/>
          </a:bodyPr>
          <a:lstStyle/>
          <a:p>
            <a:pPr marL="0" marR="0" indent="0" algn="l" defTabSz="913486" rtl="0" fontAlgn="auto" latinLnBrk="0" hangingPunct="0">
              <a:lnSpc>
                <a:spcPct val="100000"/>
              </a:lnSpc>
              <a:spcBef>
                <a:spcPts val="0"/>
              </a:spcBef>
              <a:spcAft>
                <a:spcPts val="0"/>
              </a:spcAft>
              <a:buClrTx/>
              <a:buSzTx/>
              <a:buFontTx/>
              <a:buNone/>
              <a:tabLst/>
            </a:pPr>
            <a:endParaRPr kumimoji="0" lang="en-US" sz="1798" b="0" i="0" u="none" strike="noStrike" cap="none" spc="0" normalizeH="0" baseline="0">
              <a:ln>
                <a:noFill/>
              </a:ln>
              <a:solidFill>
                <a:srgbClr val="072941"/>
              </a:solidFill>
              <a:effectLst/>
              <a:uFillTx/>
              <a:latin typeface="Calibri" panose="020F0502020204030204" pitchFamily="34" charset="0"/>
              <a:ea typeface="+mj-ea"/>
              <a:cs typeface="+mj-cs"/>
              <a:sym typeface="Calibri"/>
            </a:endParaRPr>
          </a:p>
        </p:txBody>
      </p:sp>
      <p:sp>
        <p:nvSpPr>
          <p:cNvPr id="13" name="Rectangle 12">
            <a:extLst>
              <a:ext uri="{FF2B5EF4-FFF2-40B4-BE49-F238E27FC236}">
                <a16:creationId xmlns:a16="http://schemas.microsoft.com/office/drawing/2014/main" id="{83B6622E-299B-D140-BB3F-A91125245E88}"/>
              </a:ext>
            </a:extLst>
          </p:cNvPr>
          <p:cNvSpPr>
            <a:spLocks/>
          </p:cNvSpPr>
          <p:nvPr/>
        </p:nvSpPr>
        <p:spPr>
          <a:xfrm rot="10800000">
            <a:off x="-359324" y="0"/>
            <a:ext cx="12270576" cy="6858000"/>
          </a:xfrm>
          <a:prstGeom prst="rect">
            <a:avLst/>
          </a:prstGeom>
          <a:gradFill>
            <a:gsLst>
              <a:gs pos="0">
                <a:schemeClr val="accent6"/>
              </a:gs>
              <a:gs pos="100000">
                <a:schemeClr val="accent6">
                  <a:alpha val="0"/>
                </a:schemeClr>
              </a:gs>
            </a:gsLst>
            <a:lin ang="0" scaled="0"/>
          </a:gra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671" tIns="45671" rIns="45671" bIns="45671" numCol="1" spcCol="38100" rtlCol="0" anchor="ctr">
            <a:noAutofit/>
          </a:bodyPr>
          <a:lstStyle/>
          <a:p>
            <a:pPr marL="0" marR="0" indent="0" algn="l" defTabSz="913486" rtl="0" fontAlgn="auto" latinLnBrk="0" hangingPunct="0">
              <a:lnSpc>
                <a:spcPct val="100000"/>
              </a:lnSpc>
              <a:spcBef>
                <a:spcPts val="0"/>
              </a:spcBef>
              <a:spcAft>
                <a:spcPts val="0"/>
              </a:spcAft>
              <a:buClrTx/>
              <a:buSzTx/>
              <a:buFontTx/>
              <a:buNone/>
              <a:tabLst/>
            </a:pPr>
            <a:endParaRPr kumimoji="0" lang="en-US" sz="1798" b="0" i="0" u="none" strike="noStrike" cap="none" spc="0" normalizeH="0" baseline="0">
              <a:ln>
                <a:noFill/>
              </a:ln>
              <a:solidFill>
                <a:srgbClr val="072941"/>
              </a:solidFill>
              <a:effectLst/>
              <a:uFillTx/>
              <a:latin typeface="Calibri" panose="020F0502020204030204" pitchFamily="34" charset="0"/>
              <a:sym typeface="Calibri"/>
            </a:endParaRPr>
          </a:p>
        </p:txBody>
      </p:sp>
      <p:pic>
        <p:nvPicPr>
          <p:cNvPr id="26" name="Picture 25">
            <a:extLst>
              <a:ext uri="{FF2B5EF4-FFF2-40B4-BE49-F238E27FC236}">
                <a16:creationId xmlns:a16="http://schemas.microsoft.com/office/drawing/2014/main" id="{9651F526-8B4A-634B-A35B-9F78BF1E6A19}"/>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38830" y="2992311"/>
            <a:ext cx="2936611" cy="1178181"/>
          </a:xfrm>
          <a:prstGeom prst="rect">
            <a:avLst/>
          </a:prstGeom>
        </p:spPr>
      </p:pic>
      <p:sp>
        <p:nvSpPr>
          <p:cNvPr id="27" name="Rectangle 45">
            <a:extLst>
              <a:ext uri="{FF2B5EF4-FFF2-40B4-BE49-F238E27FC236}">
                <a16:creationId xmlns:a16="http://schemas.microsoft.com/office/drawing/2014/main" id="{26E1ED27-EDE9-FB46-BFE9-E705E3F4E2AF}"/>
              </a:ext>
            </a:extLst>
          </p:cNvPr>
          <p:cNvSpPr/>
          <p:nvPr/>
        </p:nvSpPr>
        <p:spPr>
          <a:xfrm rot="817502">
            <a:off x="5011627" y="-665636"/>
            <a:ext cx="7829622" cy="8567794"/>
          </a:xfrm>
          <a:custGeom>
            <a:avLst/>
            <a:gdLst>
              <a:gd name="connsiteX0" fmla="*/ 0 w 8614253"/>
              <a:gd name="connsiteY0" fmla="*/ 0 h 11082883"/>
              <a:gd name="connsiteX1" fmla="*/ 8614253 w 8614253"/>
              <a:gd name="connsiteY1" fmla="*/ 0 h 11082883"/>
              <a:gd name="connsiteX2" fmla="*/ 8614253 w 8614253"/>
              <a:gd name="connsiteY2" fmla="*/ 11082883 h 11082883"/>
              <a:gd name="connsiteX3" fmla="*/ 0 w 8614253"/>
              <a:gd name="connsiteY3" fmla="*/ 11082883 h 11082883"/>
              <a:gd name="connsiteX4" fmla="*/ 0 w 8614253"/>
              <a:gd name="connsiteY4" fmla="*/ 0 h 11082883"/>
              <a:gd name="connsiteX0" fmla="*/ 277202 w 8614253"/>
              <a:gd name="connsiteY0" fmla="*/ 2006227 h 11082883"/>
              <a:gd name="connsiteX1" fmla="*/ 8614253 w 8614253"/>
              <a:gd name="connsiteY1" fmla="*/ 0 h 11082883"/>
              <a:gd name="connsiteX2" fmla="*/ 8614253 w 8614253"/>
              <a:gd name="connsiteY2" fmla="*/ 11082883 h 11082883"/>
              <a:gd name="connsiteX3" fmla="*/ 0 w 8614253"/>
              <a:gd name="connsiteY3" fmla="*/ 11082883 h 11082883"/>
              <a:gd name="connsiteX4" fmla="*/ 277202 w 8614253"/>
              <a:gd name="connsiteY4" fmla="*/ 2006227 h 11082883"/>
              <a:gd name="connsiteX0" fmla="*/ 277202 w 8614253"/>
              <a:gd name="connsiteY0" fmla="*/ 1411375 h 10488031"/>
              <a:gd name="connsiteX1" fmla="*/ 6232006 w 8614253"/>
              <a:gd name="connsiteY1" fmla="*/ 0 h 10488031"/>
              <a:gd name="connsiteX2" fmla="*/ 8614253 w 8614253"/>
              <a:gd name="connsiteY2" fmla="*/ 10488031 h 10488031"/>
              <a:gd name="connsiteX3" fmla="*/ 0 w 8614253"/>
              <a:gd name="connsiteY3" fmla="*/ 10488031 h 10488031"/>
              <a:gd name="connsiteX4" fmla="*/ 277202 w 8614253"/>
              <a:gd name="connsiteY4" fmla="*/ 1411375 h 10488031"/>
              <a:gd name="connsiteX0" fmla="*/ 277202 w 8614253"/>
              <a:gd name="connsiteY0" fmla="*/ 1436311 h 10512967"/>
              <a:gd name="connsiteX1" fmla="*/ 6191115 w 8614253"/>
              <a:gd name="connsiteY1" fmla="*/ 0 h 10512967"/>
              <a:gd name="connsiteX2" fmla="*/ 8614253 w 8614253"/>
              <a:gd name="connsiteY2" fmla="*/ 10512967 h 10512967"/>
              <a:gd name="connsiteX3" fmla="*/ 0 w 8614253"/>
              <a:gd name="connsiteY3" fmla="*/ 10512967 h 10512967"/>
              <a:gd name="connsiteX4" fmla="*/ 277202 w 8614253"/>
              <a:gd name="connsiteY4" fmla="*/ 1436311 h 10512967"/>
              <a:gd name="connsiteX0" fmla="*/ 277202 w 7759139"/>
              <a:gd name="connsiteY0" fmla="*/ 1436311 h 10512967"/>
              <a:gd name="connsiteX1" fmla="*/ 6191115 w 7759139"/>
              <a:gd name="connsiteY1" fmla="*/ 0 h 10512967"/>
              <a:gd name="connsiteX2" fmla="*/ 7759139 w 7759139"/>
              <a:gd name="connsiteY2" fmla="*/ 6625675 h 10512967"/>
              <a:gd name="connsiteX3" fmla="*/ 0 w 7759139"/>
              <a:gd name="connsiteY3" fmla="*/ 10512967 h 10512967"/>
              <a:gd name="connsiteX4" fmla="*/ 277202 w 7759139"/>
              <a:gd name="connsiteY4" fmla="*/ 1436311 h 10512967"/>
              <a:gd name="connsiteX0" fmla="*/ 320521 w 7802458"/>
              <a:gd name="connsiteY0" fmla="*/ 1436311 h 8537169"/>
              <a:gd name="connsiteX1" fmla="*/ 6234434 w 7802458"/>
              <a:gd name="connsiteY1" fmla="*/ 0 h 8537169"/>
              <a:gd name="connsiteX2" fmla="*/ 7802458 w 7802458"/>
              <a:gd name="connsiteY2" fmla="*/ 6625675 h 8537169"/>
              <a:gd name="connsiteX3" fmla="*/ 0 w 7802458"/>
              <a:gd name="connsiteY3" fmla="*/ 8537169 h 8537169"/>
              <a:gd name="connsiteX4" fmla="*/ 320521 w 7802458"/>
              <a:gd name="connsiteY4" fmla="*/ 1436311 h 8537169"/>
              <a:gd name="connsiteX0" fmla="*/ 32276 w 7802458"/>
              <a:gd name="connsiteY0" fmla="*/ 1541024 h 8537169"/>
              <a:gd name="connsiteX1" fmla="*/ 6234434 w 7802458"/>
              <a:gd name="connsiteY1" fmla="*/ 0 h 8537169"/>
              <a:gd name="connsiteX2" fmla="*/ 7802458 w 7802458"/>
              <a:gd name="connsiteY2" fmla="*/ 6625675 h 8537169"/>
              <a:gd name="connsiteX3" fmla="*/ 0 w 7802458"/>
              <a:gd name="connsiteY3" fmla="*/ 8537169 h 8537169"/>
              <a:gd name="connsiteX4" fmla="*/ 32276 w 7802458"/>
              <a:gd name="connsiteY4" fmla="*/ 1541024 h 8537169"/>
              <a:gd name="connsiteX0" fmla="*/ 32700 w 7802458"/>
              <a:gd name="connsiteY0" fmla="*/ 1481886 h 8537169"/>
              <a:gd name="connsiteX1" fmla="*/ 6234434 w 7802458"/>
              <a:gd name="connsiteY1" fmla="*/ 0 h 8537169"/>
              <a:gd name="connsiteX2" fmla="*/ 7802458 w 7802458"/>
              <a:gd name="connsiteY2" fmla="*/ 6625675 h 8537169"/>
              <a:gd name="connsiteX3" fmla="*/ 0 w 7802458"/>
              <a:gd name="connsiteY3" fmla="*/ 8537169 h 8537169"/>
              <a:gd name="connsiteX4" fmla="*/ 32700 w 7802458"/>
              <a:gd name="connsiteY4" fmla="*/ 1481886 h 8537169"/>
              <a:gd name="connsiteX0" fmla="*/ 32700 w 7802458"/>
              <a:gd name="connsiteY0" fmla="*/ 1501211 h 8556494"/>
              <a:gd name="connsiteX1" fmla="*/ 6207611 w 7802458"/>
              <a:gd name="connsiteY1" fmla="*/ 0 h 8556494"/>
              <a:gd name="connsiteX2" fmla="*/ 7802458 w 7802458"/>
              <a:gd name="connsiteY2" fmla="*/ 6645000 h 8556494"/>
              <a:gd name="connsiteX3" fmla="*/ 0 w 7802458"/>
              <a:gd name="connsiteY3" fmla="*/ 8556494 h 8556494"/>
              <a:gd name="connsiteX4" fmla="*/ 32700 w 7802458"/>
              <a:gd name="connsiteY4" fmla="*/ 1501211 h 8556494"/>
              <a:gd name="connsiteX0" fmla="*/ 32700 w 7820515"/>
              <a:gd name="connsiteY0" fmla="*/ 1501211 h 8556494"/>
              <a:gd name="connsiteX1" fmla="*/ 6207611 w 7820515"/>
              <a:gd name="connsiteY1" fmla="*/ 0 h 8556494"/>
              <a:gd name="connsiteX2" fmla="*/ 7820515 w 7820515"/>
              <a:gd name="connsiteY2" fmla="*/ 6673831 h 8556494"/>
              <a:gd name="connsiteX3" fmla="*/ 0 w 7820515"/>
              <a:gd name="connsiteY3" fmla="*/ 8556494 h 8556494"/>
              <a:gd name="connsiteX4" fmla="*/ 32700 w 7820515"/>
              <a:gd name="connsiteY4" fmla="*/ 1501211 h 8556494"/>
              <a:gd name="connsiteX0" fmla="*/ 33651 w 7821466"/>
              <a:gd name="connsiteY0" fmla="*/ 1501211 h 8567794"/>
              <a:gd name="connsiteX1" fmla="*/ 6208562 w 7821466"/>
              <a:gd name="connsiteY1" fmla="*/ 0 h 8567794"/>
              <a:gd name="connsiteX2" fmla="*/ 7821466 w 7821466"/>
              <a:gd name="connsiteY2" fmla="*/ 6673831 h 8567794"/>
              <a:gd name="connsiteX3" fmla="*/ 0 w 7821466"/>
              <a:gd name="connsiteY3" fmla="*/ 8567794 h 8567794"/>
              <a:gd name="connsiteX4" fmla="*/ 33651 w 7821466"/>
              <a:gd name="connsiteY4" fmla="*/ 1501211 h 85677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21466" h="8567794">
                <a:moveTo>
                  <a:pt x="33651" y="1501211"/>
                </a:moveTo>
                <a:lnTo>
                  <a:pt x="6208562" y="0"/>
                </a:lnTo>
                <a:lnTo>
                  <a:pt x="7821466" y="6673831"/>
                </a:lnTo>
                <a:lnTo>
                  <a:pt x="0" y="8567794"/>
                </a:lnTo>
                <a:lnTo>
                  <a:pt x="33651" y="1501211"/>
                </a:lnTo>
                <a:close/>
              </a:path>
            </a:pathLst>
          </a:custGeom>
          <a:solidFill>
            <a:schemeClr val="tx1"/>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671" tIns="45671" rIns="45671" bIns="45671" numCol="1" spcCol="38100" rtlCol="0" anchor="ctr">
            <a:noAutofit/>
          </a:bodyPr>
          <a:lstStyle/>
          <a:p>
            <a:pPr marL="0" marR="0" indent="0" algn="l" defTabSz="913486" rtl="0" fontAlgn="auto" latinLnBrk="0" hangingPunct="0">
              <a:lnSpc>
                <a:spcPct val="100000"/>
              </a:lnSpc>
              <a:spcBef>
                <a:spcPts val="0"/>
              </a:spcBef>
              <a:spcAft>
                <a:spcPts val="0"/>
              </a:spcAft>
              <a:buClrTx/>
              <a:buSzTx/>
              <a:buFontTx/>
              <a:buNone/>
              <a:tabLst/>
            </a:pPr>
            <a:endParaRPr kumimoji="0" lang="en-US" sz="1798" b="0" i="0" u="none" strike="noStrike" cap="none" spc="0" normalizeH="0" baseline="0">
              <a:ln>
                <a:noFill/>
              </a:ln>
              <a:solidFill>
                <a:srgbClr val="072941"/>
              </a:solidFill>
              <a:effectLst/>
              <a:uFillTx/>
              <a:latin typeface="Calibri" panose="020F0502020204030204" pitchFamily="34" charset="0"/>
              <a:sym typeface="Calibri"/>
            </a:endParaRPr>
          </a:p>
        </p:txBody>
      </p:sp>
      <p:sp>
        <p:nvSpPr>
          <p:cNvPr id="31" name="Rectangle 30">
            <a:extLst>
              <a:ext uri="{FF2B5EF4-FFF2-40B4-BE49-F238E27FC236}">
                <a16:creationId xmlns:a16="http://schemas.microsoft.com/office/drawing/2014/main" id="{42079E7E-A85E-C047-B8D1-4620089A3369}"/>
              </a:ext>
            </a:extLst>
          </p:cNvPr>
          <p:cNvSpPr/>
          <p:nvPr/>
        </p:nvSpPr>
        <p:spPr>
          <a:xfrm>
            <a:off x="6095999" y="3533720"/>
            <a:ext cx="915353" cy="91440"/>
          </a:xfrm>
          <a:prstGeom prst="rect">
            <a:avLst/>
          </a:prstGeom>
          <a:solidFill>
            <a:schemeClr val="accent6"/>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671" tIns="45671" rIns="45671" bIns="45671" numCol="1" spcCol="38100" rtlCol="0" anchor="ctr">
            <a:noAutofit/>
          </a:bodyPr>
          <a:lstStyle/>
          <a:p>
            <a:pPr marL="0" marR="0" indent="0" algn="l" defTabSz="913486" rtl="0" fontAlgn="auto" latinLnBrk="0" hangingPunct="0">
              <a:lnSpc>
                <a:spcPct val="100000"/>
              </a:lnSpc>
              <a:spcBef>
                <a:spcPts val="0"/>
              </a:spcBef>
              <a:spcAft>
                <a:spcPts val="0"/>
              </a:spcAft>
              <a:buClrTx/>
              <a:buSzTx/>
              <a:buFontTx/>
              <a:buNone/>
              <a:tabLst/>
            </a:pPr>
            <a:endParaRPr kumimoji="0" lang="en-US" sz="1798" b="0" i="0" u="none" strike="noStrike" cap="none" spc="0" normalizeH="0" baseline="0">
              <a:ln>
                <a:noFill/>
              </a:ln>
              <a:solidFill>
                <a:srgbClr val="072941"/>
              </a:solidFill>
              <a:effectLst/>
              <a:uFillTx/>
              <a:latin typeface="Calibri" panose="020F0502020204030204" pitchFamily="34" charset="0"/>
              <a:sym typeface="Calibri"/>
            </a:endParaRPr>
          </a:p>
        </p:txBody>
      </p:sp>
      <p:sp>
        <p:nvSpPr>
          <p:cNvPr id="17" name="Text Placeholder 16">
            <a:extLst>
              <a:ext uri="{FF2B5EF4-FFF2-40B4-BE49-F238E27FC236}">
                <a16:creationId xmlns:a16="http://schemas.microsoft.com/office/drawing/2014/main" id="{F2B683F2-4BBD-47C8-894F-EE9C27F61E37}"/>
              </a:ext>
            </a:extLst>
          </p:cNvPr>
          <p:cNvSpPr>
            <a:spLocks noGrp="1"/>
          </p:cNvSpPr>
          <p:nvPr>
            <p:ph type="body" sz="quarter" idx="11" hasCustomPrompt="1"/>
          </p:nvPr>
        </p:nvSpPr>
        <p:spPr>
          <a:xfrm>
            <a:off x="6102276" y="3866693"/>
            <a:ext cx="5317394" cy="847725"/>
          </a:xfrm>
        </p:spPr>
        <p:txBody>
          <a:bodyPr>
            <a:noAutofit/>
          </a:bodyPr>
          <a:lstStyle>
            <a:lvl1pPr marL="0" marR="0" indent="0" algn="l" defTabSz="912573" rtl="0" eaLnBrk="1" fontAlgn="auto" latinLnBrk="0" hangingPunct="1">
              <a:lnSpc>
                <a:spcPct val="100000"/>
              </a:lnSpc>
              <a:spcBef>
                <a:spcPts val="1198"/>
              </a:spcBef>
              <a:spcAft>
                <a:spcPts val="0"/>
              </a:spcAft>
              <a:buClrTx/>
              <a:buSzTx/>
              <a:buFontTx/>
              <a:buNone/>
              <a:tabLst/>
              <a:defRPr kumimoji="0" lang="en-US" sz="1998" b="0" i="0" u="none" strike="noStrike" cap="all" spc="0" normalizeH="0" baseline="0" dirty="0" smtClean="0">
                <a:ln>
                  <a:noFill/>
                </a:ln>
                <a:solidFill>
                  <a:schemeClr val="bg1"/>
                </a:solidFill>
                <a:effectLst/>
                <a:uFillTx/>
                <a:latin typeface="Calibri" panose="020F0502020204030204" pitchFamily="34" charset="0"/>
                <a:ea typeface="Calibri" panose="020F0502020204030204" pitchFamily="34" charset="0"/>
                <a:cs typeface="Calibri" panose="020F0502020204030204" pitchFamily="34" charset="0"/>
                <a:sym typeface="Helvetica"/>
              </a:defRPr>
            </a:lvl1pPr>
            <a:lvl2pPr marL="0" marR="0" indent="0" algn="l" defTabSz="912573" rtl="0" eaLnBrk="1" fontAlgn="auto" latinLnBrk="0" hangingPunct="1">
              <a:lnSpc>
                <a:spcPct val="100000"/>
              </a:lnSpc>
              <a:spcBef>
                <a:spcPts val="1198"/>
              </a:spcBef>
              <a:spcAft>
                <a:spcPts val="0"/>
              </a:spcAft>
              <a:buClrTx/>
              <a:buSzTx/>
              <a:buFontTx/>
              <a:buNone/>
              <a:tabLst/>
              <a:defRPr kumimoji="0" lang="en-US" sz="1998" b="0" i="0" u="none" strike="noStrike" cap="all" spc="0" normalizeH="0" baseline="0" dirty="0" smtClean="0">
                <a:ln>
                  <a:noFill/>
                </a:ln>
                <a:solidFill>
                  <a:schemeClr val="bg1"/>
                </a:solidFill>
                <a:effectLst/>
                <a:uFillTx/>
                <a:latin typeface="+mj-lt"/>
                <a:ea typeface="Arial" charset="0"/>
                <a:cs typeface="Arial" charset="0"/>
                <a:sym typeface="Helvetica"/>
              </a:defRPr>
            </a:lvl2pPr>
            <a:lvl3pPr marL="0" marR="0" indent="0" algn="l" defTabSz="912573" rtl="0" eaLnBrk="1" fontAlgn="auto" latinLnBrk="0" hangingPunct="1">
              <a:lnSpc>
                <a:spcPct val="100000"/>
              </a:lnSpc>
              <a:spcBef>
                <a:spcPts val="1198"/>
              </a:spcBef>
              <a:spcAft>
                <a:spcPts val="0"/>
              </a:spcAft>
              <a:buClrTx/>
              <a:buSzTx/>
              <a:buFontTx/>
              <a:buNone/>
              <a:tabLst/>
              <a:defRPr kumimoji="0" lang="en-US" sz="1998" b="0" i="0" u="none" strike="noStrike" cap="all" spc="0" normalizeH="0" baseline="0" dirty="0" smtClean="0">
                <a:ln>
                  <a:noFill/>
                </a:ln>
                <a:solidFill>
                  <a:schemeClr val="bg1"/>
                </a:solidFill>
                <a:effectLst/>
                <a:uFillTx/>
                <a:latin typeface="+mj-lt"/>
                <a:ea typeface="Arial" charset="0"/>
                <a:cs typeface="Arial" charset="0"/>
                <a:sym typeface="Helvetica"/>
              </a:defRPr>
            </a:lvl3pPr>
            <a:lvl4pPr marL="0" marR="0" indent="0" algn="l" defTabSz="912573" rtl="0" eaLnBrk="1" fontAlgn="auto" latinLnBrk="0" hangingPunct="1">
              <a:lnSpc>
                <a:spcPct val="100000"/>
              </a:lnSpc>
              <a:spcBef>
                <a:spcPts val="1198"/>
              </a:spcBef>
              <a:spcAft>
                <a:spcPts val="0"/>
              </a:spcAft>
              <a:buClrTx/>
              <a:buSzTx/>
              <a:buFontTx/>
              <a:buNone/>
              <a:tabLst/>
              <a:defRPr kumimoji="0" lang="en-US" sz="1998" b="0" i="0" u="none" strike="noStrike" cap="all" spc="0" normalizeH="0" baseline="0" dirty="0" smtClean="0">
                <a:ln>
                  <a:noFill/>
                </a:ln>
                <a:solidFill>
                  <a:schemeClr val="bg1"/>
                </a:solidFill>
                <a:effectLst/>
                <a:uFillTx/>
                <a:latin typeface="+mj-lt"/>
                <a:ea typeface="Arial" charset="0"/>
                <a:cs typeface="Arial" charset="0"/>
                <a:sym typeface="Helvetica"/>
              </a:defRPr>
            </a:lvl4pPr>
            <a:lvl5pPr marL="0" marR="0" indent="0" algn="l" defTabSz="912573" rtl="0" eaLnBrk="1" fontAlgn="auto" latinLnBrk="0" hangingPunct="1">
              <a:lnSpc>
                <a:spcPct val="100000"/>
              </a:lnSpc>
              <a:spcBef>
                <a:spcPts val="1198"/>
              </a:spcBef>
              <a:spcAft>
                <a:spcPts val="0"/>
              </a:spcAft>
              <a:buClrTx/>
              <a:buSzTx/>
              <a:buFontTx/>
              <a:buNone/>
              <a:tabLst/>
              <a:defRPr kumimoji="0" lang="en-US" sz="1998" b="0" i="0" u="none" strike="noStrike" cap="all" spc="0" normalizeH="0" baseline="0" dirty="0">
                <a:ln>
                  <a:noFill/>
                </a:ln>
                <a:solidFill>
                  <a:schemeClr val="bg1"/>
                </a:solidFill>
                <a:effectLst/>
                <a:uFillTx/>
                <a:latin typeface="+mj-lt"/>
                <a:ea typeface="Arial" charset="0"/>
                <a:cs typeface="Arial" charset="0"/>
                <a:sym typeface="Helvetica"/>
              </a:defRPr>
            </a:lvl5pPr>
          </a:lstStyle>
          <a:p>
            <a:pPr lvl="0"/>
            <a:r>
              <a:rPr lang="en-US"/>
              <a:t>Click to edit subtitle</a:t>
            </a:r>
          </a:p>
        </p:txBody>
      </p:sp>
      <p:sp>
        <p:nvSpPr>
          <p:cNvPr id="15" name="Text Placeholder 14">
            <a:extLst>
              <a:ext uri="{FF2B5EF4-FFF2-40B4-BE49-F238E27FC236}">
                <a16:creationId xmlns:a16="http://schemas.microsoft.com/office/drawing/2014/main" id="{FA3DB315-4FE4-4AB7-AC70-05542D09E924}"/>
              </a:ext>
            </a:extLst>
          </p:cNvPr>
          <p:cNvSpPr>
            <a:spLocks noGrp="1"/>
          </p:cNvSpPr>
          <p:nvPr>
            <p:ph type="body" sz="quarter" idx="10" hasCustomPrompt="1"/>
          </p:nvPr>
        </p:nvSpPr>
        <p:spPr>
          <a:xfrm>
            <a:off x="6080483" y="1162050"/>
            <a:ext cx="5317393" cy="2205332"/>
          </a:xfrm>
        </p:spPr>
        <p:txBody>
          <a:bodyPr>
            <a:normAutofit/>
          </a:bodyPr>
          <a:lstStyle>
            <a:lvl1pPr marL="0" marR="0" indent="0" algn="l" defTabSz="912573" rtl="0" eaLnBrk="1" fontAlgn="auto" latinLnBrk="0" hangingPunct="1">
              <a:lnSpc>
                <a:spcPct val="100000"/>
              </a:lnSpc>
              <a:spcBef>
                <a:spcPts val="1198"/>
              </a:spcBef>
              <a:spcAft>
                <a:spcPts val="0"/>
              </a:spcAft>
              <a:buClrTx/>
              <a:buSzTx/>
              <a:buFontTx/>
              <a:buNone/>
              <a:tabLst/>
              <a:defRPr kumimoji="0" lang="en-US" sz="3596" b="1" i="0" u="none" strike="noStrike" cap="none" spc="0" normalizeH="0" baseline="0" dirty="0">
                <a:ln>
                  <a:noFill/>
                </a:ln>
                <a:solidFill>
                  <a:schemeClr val="bg1"/>
                </a:solidFill>
                <a:effectLst/>
                <a:uFillTx/>
                <a:latin typeface="Calibri" panose="020F0502020204030204" pitchFamily="34" charset="0"/>
                <a:ea typeface="Calibri" panose="020F0502020204030204" pitchFamily="34" charset="0"/>
                <a:cs typeface="Calibri" panose="020F0502020204030204" pitchFamily="34" charset="0"/>
                <a:sym typeface="Helvetica"/>
              </a:defRPr>
            </a:lvl1pPr>
          </a:lstStyle>
          <a:p>
            <a:pPr lvl="0"/>
            <a:r>
              <a:rPr lang="en-US"/>
              <a:t>Click To Edit Title</a:t>
            </a:r>
          </a:p>
        </p:txBody>
      </p:sp>
      <p:sp>
        <p:nvSpPr>
          <p:cNvPr id="4" name="Text Placeholder 3">
            <a:extLst>
              <a:ext uri="{FF2B5EF4-FFF2-40B4-BE49-F238E27FC236}">
                <a16:creationId xmlns:a16="http://schemas.microsoft.com/office/drawing/2014/main" id="{16B534A6-0E8D-7D41-AE7B-4A5A9032A93A}"/>
              </a:ext>
            </a:extLst>
          </p:cNvPr>
          <p:cNvSpPr>
            <a:spLocks noGrp="1"/>
          </p:cNvSpPr>
          <p:nvPr>
            <p:ph type="body" sz="quarter" idx="12" hasCustomPrompt="1"/>
          </p:nvPr>
        </p:nvSpPr>
        <p:spPr>
          <a:xfrm>
            <a:off x="6096001" y="5197478"/>
            <a:ext cx="5323670" cy="1065213"/>
          </a:xfrm>
        </p:spPr>
        <p:txBody>
          <a:bodyPr>
            <a:normAutofit/>
          </a:bodyPr>
          <a:lstStyle>
            <a:lvl1pPr>
              <a:defRPr sz="1598">
                <a:solidFill>
                  <a:schemeClr val="bg1"/>
                </a:solidFill>
                <a:latin typeface="Calibri" panose="020F0502020204030204" pitchFamily="34" charset="0"/>
              </a:defRPr>
            </a:lvl1pPr>
          </a:lstStyle>
          <a:p>
            <a:pPr lvl="0"/>
            <a:r>
              <a:rPr lang="en-US"/>
              <a:t>Author Name</a:t>
            </a:r>
          </a:p>
          <a:p>
            <a:pPr lvl="0"/>
            <a:r>
              <a:rPr lang="en-US"/>
              <a:t>Date</a:t>
            </a:r>
          </a:p>
          <a:p>
            <a:pPr lvl="0"/>
            <a:r>
              <a:rPr lang="en-US"/>
              <a:t>Client</a:t>
            </a:r>
          </a:p>
        </p:txBody>
      </p:sp>
    </p:spTree>
    <p:extLst>
      <p:ext uri="{BB962C8B-B14F-4D97-AF65-F5344CB8AC3E}">
        <p14:creationId xmlns:p14="http://schemas.microsoft.com/office/powerpoint/2010/main" val="270811497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cSld name="Title Only">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C9C7908-BA04-472D-AE0E-2EC318BCA14B}"/>
              </a:ext>
            </a:extLst>
          </p:cNvPr>
          <p:cNvSpPr>
            <a:spLocks noGrp="1"/>
          </p:cNvSpPr>
          <p:nvPr>
            <p:ph type="title"/>
          </p:nvPr>
        </p:nvSpPr>
        <p:spPr>
          <a:xfrm>
            <a:off x="466333" y="286157"/>
            <a:ext cx="11259334" cy="693551"/>
          </a:xfrm>
        </p:spPr>
        <p:txBody>
          <a:bodyPr/>
          <a:lstStyle/>
          <a:p>
            <a:r>
              <a:rPr lang="en-US"/>
              <a:t>Click to edit Master title style</a:t>
            </a:r>
          </a:p>
        </p:txBody>
      </p:sp>
      <p:sp>
        <p:nvSpPr>
          <p:cNvPr id="10" name="Shape 194"/>
          <p:cNvSpPr/>
          <p:nvPr/>
        </p:nvSpPr>
        <p:spPr>
          <a:xfrm rot="16200000">
            <a:off x="6036239" y="-6036238"/>
            <a:ext cx="119527" cy="12192001"/>
          </a:xfrm>
          <a:prstGeom prst="rect">
            <a:avLst/>
          </a:prstGeom>
          <a:solidFill>
            <a:srgbClr val="135181"/>
          </a:solidFill>
          <a:ln w="12700">
            <a:miter lim="400000"/>
          </a:ln>
        </p:spPr>
        <p:txBody>
          <a:bodyPr lIns="45671" rIns="45671" anchor="ctr"/>
          <a:lstStyle/>
          <a:p>
            <a:pPr algn="ctr">
              <a:defRPr>
                <a:solidFill>
                  <a:srgbClr val="FFFFFF"/>
                </a:solidFill>
              </a:defRPr>
            </a:pPr>
            <a:endParaRPr sz="1798">
              <a:latin typeface="Calibri" panose="020F0502020204030204" pitchFamily="34" charset="0"/>
            </a:endParaRPr>
          </a:p>
        </p:txBody>
      </p:sp>
      <p:sp>
        <p:nvSpPr>
          <p:cNvPr id="12" name="Shape 194">
            <a:extLst>
              <a:ext uri="{FF2B5EF4-FFF2-40B4-BE49-F238E27FC236}">
                <a16:creationId xmlns:a16="http://schemas.microsoft.com/office/drawing/2014/main" id="{FD4ACCAB-4A5B-4C90-B30B-07467397023C}"/>
              </a:ext>
            </a:extLst>
          </p:cNvPr>
          <p:cNvSpPr/>
          <p:nvPr/>
        </p:nvSpPr>
        <p:spPr>
          <a:xfrm rot="16200000">
            <a:off x="6036239" y="-6036238"/>
            <a:ext cx="119527" cy="12192001"/>
          </a:xfrm>
          <a:prstGeom prst="rect">
            <a:avLst/>
          </a:prstGeom>
          <a:solidFill>
            <a:srgbClr val="135181"/>
          </a:solidFill>
          <a:ln w="12700">
            <a:miter lim="400000"/>
          </a:ln>
        </p:spPr>
        <p:txBody>
          <a:bodyPr lIns="45671" rIns="45671" anchor="ctr"/>
          <a:lstStyle/>
          <a:p>
            <a:pPr algn="ctr">
              <a:defRPr>
                <a:solidFill>
                  <a:srgbClr val="FFFFFF"/>
                </a:solidFill>
              </a:defRPr>
            </a:pPr>
            <a:endParaRPr sz="1798">
              <a:latin typeface="Calibri" panose="020F0502020204030204" pitchFamily="34" charset="0"/>
            </a:endParaRPr>
          </a:p>
        </p:txBody>
      </p:sp>
    </p:spTree>
    <p:extLst>
      <p:ext uri="{BB962C8B-B14F-4D97-AF65-F5344CB8AC3E}">
        <p14:creationId xmlns:p14="http://schemas.microsoft.com/office/powerpoint/2010/main" val="408803583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F2247CCE-89C6-3398-EA67-035B11CFB9CC}"/>
              </a:ext>
            </a:extLst>
          </p:cNvPr>
          <p:cNvSpPr>
            <a:spLocks noGrp="1"/>
          </p:cNvSpPr>
          <p:nvPr>
            <p:ph type="sldNum" sz="quarter" idx="10"/>
          </p:nvPr>
        </p:nvSpPr>
        <p:spPr/>
        <p:txBody>
          <a:bodyPr/>
          <a:lstStyle/>
          <a:p>
            <a:fld id="{A22638FE-01C9-41BA-BE25-085106FB5C8A}" type="slidenum">
              <a:rPr lang="en-US" smtClean="0"/>
              <a:t>‹#›</a:t>
            </a:fld>
            <a:endParaRPr lang="en-US"/>
          </a:p>
        </p:txBody>
      </p:sp>
    </p:spTree>
    <p:extLst>
      <p:ext uri="{BB962C8B-B14F-4D97-AF65-F5344CB8AC3E}">
        <p14:creationId xmlns:p14="http://schemas.microsoft.com/office/powerpoint/2010/main" val="113029389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Content with Picture 1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09599" y="685800"/>
            <a:ext cx="4564763" cy="1426798"/>
          </a:xfrm>
        </p:spPr>
        <p:txBody>
          <a:bodyPr anchor="b">
            <a:noAutofit/>
          </a:bodyPr>
          <a:lstStyle>
            <a:lvl1pPr>
              <a:defRPr sz="5400"/>
            </a:lvl1pPr>
          </a:lstStyle>
          <a:p>
            <a:r>
              <a:rPr lang="en-US"/>
              <a:t>Click to edit Master title style</a:t>
            </a:r>
          </a:p>
        </p:txBody>
      </p:sp>
      <p:sp>
        <p:nvSpPr>
          <p:cNvPr id="4" name="Picture Placeholder 3">
            <a:extLst>
              <a:ext uri="{FF2B5EF4-FFF2-40B4-BE49-F238E27FC236}">
                <a16:creationId xmlns:a16="http://schemas.microsoft.com/office/drawing/2014/main" id="{45580E71-5349-7975-EE00-1D48FBB45527}"/>
              </a:ext>
            </a:extLst>
          </p:cNvPr>
          <p:cNvSpPr>
            <a:spLocks noGrp="1"/>
          </p:cNvSpPr>
          <p:nvPr>
            <p:ph type="pic" sz="quarter" idx="15"/>
          </p:nvPr>
        </p:nvSpPr>
        <p:spPr>
          <a:xfrm>
            <a:off x="609599" y="2514600"/>
            <a:ext cx="4564763" cy="3636598"/>
          </a:xfrm>
          <a:blipFill>
            <a:blip r:embed="rId2">
              <a:alphaModFix amt="60000"/>
            </a:blip>
            <a:stretch>
              <a:fillRect/>
            </a:stretch>
          </a:blipFill>
        </p:spPr>
        <p:txBody>
          <a:bodyPr/>
          <a:lstStyle/>
          <a:p>
            <a:endParaRPr lang="en-US"/>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5790060" y="685800"/>
            <a:ext cx="5792341" cy="5465398"/>
          </a:xfrm>
        </p:spPr>
        <p:txBody>
          <a:bodyPr anchor="b">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noAutofit/>
          </a:body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noAutofit/>
          </a:bodyPr>
          <a:lstStyle/>
          <a:p>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313565469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1_Content with Pictur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718303" y="685800"/>
            <a:ext cx="6858000" cy="1111532"/>
          </a:xfrm>
        </p:spPr>
        <p:txBody>
          <a:bodyPr anchor="b">
            <a:noAutofit/>
          </a:bodyPr>
          <a:lstStyle/>
          <a:p>
            <a:r>
              <a:rPr lang="en-US"/>
              <a:t>Click to edit Master title style</a:t>
            </a:r>
          </a:p>
        </p:txBody>
      </p:sp>
      <p:sp>
        <p:nvSpPr>
          <p:cNvPr id="5" name="Picture Placeholder 10">
            <a:extLst>
              <a:ext uri="{FF2B5EF4-FFF2-40B4-BE49-F238E27FC236}">
                <a16:creationId xmlns:a16="http://schemas.microsoft.com/office/drawing/2014/main" id="{D2B02E8B-EB97-8158-B585-0E0E95CF40CC}"/>
              </a:ext>
            </a:extLst>
          </p:cNvPr>
          <p:cNvSpPr>
            <a:spLocks noGrp="1"/>
          </p:cNvSpPr>
          <p:nvPr>
            <p:ph type="pic" sz="quarter" idx="13" hasCustomPrompt="1"/>
          </p:nvPr>
        </p:nvSpPr>
        <p:spPr>
          <a:xfrm>
            <a:off x="0" y="0"/>
            <a:ext cx="4100267" cy="6858000"/>
          </a:xfrm>
          <a:blipFill>
            <a:blip r:embed="rId2">
              <a:alphaModFix amt="60000"/>
            </a:blip>
            <a:stretch>
              <a:fillRect/>
            </a:stretch>
          </a:blipFill>
        </p:spPr>
        <p:txBody>
          <a:bodyPr/>
          <a:lstStyle>
            <a:lvl1pPr marL="0" indent="0">
              <a:buNone/>
              <a:defRPr/>
            </a:lvl1pPr>
          </a:lstStyle>
          <a:p>
            <a:r>
              <a:rPr lang="en-US"/>
              <a:t>.</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4718303" y="1965960"/>
            <a:ext cx="6858000" cy="4200198"/>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5446E4B5-B423-4137-0255-D68BAC85BE95}"/>
              </a:ext>
            </a:extLst>
          </p:cNvPr>
          <p:cNvSpPr>
            <a:spLocks noGrp="1"/>
          </p:cNvSpPr>
          <p:nvPr>
            <p:ph type="ftr" sz="quarter" idx="16"/>
          </p:nvPr>
        </p:nvSpPr>
        <p:spPr>
          <a:xfrm>
            <a:off x="4724397" y="6343954"/>
            <a:ext cx="3422906" cy="365125"/>
          </a:xfrm>
        </p:spPr>
        <p:txBody>
          <a:bodyPr>
            <a:noAutofit/>
          </a:bodyPr>
          <a:lstStyle/>
          <a:p>
            <a:endParaRPr lang="en-US"/>
          </a:p>
        </p:txBody>
      </p:sp>
      <p:sp>
        <p:nvSpPr>
          <p:cNvPr id="3" name="Date Placeholder 2">
            <a:extLst>
              <a:ext uri="{FF2B5EF4-FFF2-40B4-BE49-F238E27FC236}">
                <a16:creationId xmlns:a16="http://schemas.microsoft.com/office/drawing/2014/main" id="{F0BFB53A-8FDF-F131-DCF2-D7BECE95381F}"/>
              </a:ext>
            </a:extLst>
          </p:cNvPr>
          <p:cNvSpPr>
            <a:spLocks noGrp="1"/>
          </p:cNvSpPr>
          <p:nvPr>
            <p:ph type="dt" sz="half" idx="15"/>
          </p:nvPr>
        </p:nvSpPr>
        <p:spPr>
          <a:xfrm>
            <a:off x="8945699" y="6343955"/>
            <a:ext cx="2150873" cy="365125"/>
          </a:xfrm>
        </p:spPr>
        <p:txBody>
          <a:bodyPr>
            <a:noAutofit/>
          </a:bodyPr>
          <a:lstStyle/>
          <a:p>
            <a:endParaRPr lang="en-US"/>
          </a:p>
        </p:txBody>
      </p:sp>
      <p:sp>
        <p:nvSpPr>
          <p:cNvPr id="9" name="Slide Number Placeholder 8">
            <a:extLst>
              <a:ext uri="{FF2B5EF4-FFF2-40B4-BE49-F238E27FC236}">
                <a16:creationId xmlns:a16="http://schemas.microsoft.com/office/drawing/2014/main" id="{79FEC5A8-0DCB-9EEB-83E2-0411804C543D}"/>
              </a:ext>
            </a:extLst>
          </p:cNvPr>
          <p:cNvSpPr>
            <a:spLocks noGrp="1"/>
          </p:cNvSpPr>
          <p:nvPr>
            <p:ph type="sldNum" sz="quarter" idx="17"/>
          </p:nvPr>
        </p:nvSpPr>
        <p:spPr>
          <a:xfrm>
            <a:off x="11147096" y="6343955"/>
            <a:ext cx="429207" cy="365125"/>
          </a:xfr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281452982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cSld name="1_Content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685800"/>
            <a:ext cx="6858000" cy="1111532"/>
          </a:xfrm>
        </p:spPr>
        <p:txBody>
          <a:bodyPr anchor="b">
            <a:noAutofit/>
          </a:bodyPr>
          <a:lstStyle/>
          <a:p>
            <a:r>
              <a:rPr lang="en-US"/>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12647" y="1965960"/>
            <a:ext cx="6858000" cy="4200198"/>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612647" y="6346870"/>
            <a:ext cx="2805405" cy="365125"/>
          </a:xfrm>
        </p:spPr>
        <p:txBody>
          <a:bodyPr>
            <a:noAutofit/>
          </a:bodyPr>
          <a:lstStyle/>
          <a:p>
            <a:endParaRPr lang="en-US"/>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a:off x="4115853" y="6346870"/>
            <a:ext cx="2925587" cy="365125"/>
          </a:xfrm>
        </p:spPr>
        <p:txBody>
          <a:bodyPr>
            <a:noAutofit/>
          </a:bodyPr>
          <a:lstStyle/>
          <a:p>
            <a:endParaRPr lang="en-US"/>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7041440" y="6346870"/>
            <a:ext cx="429207" cy="365125"/>
          </a:xfrm>
        </p:spPr>
        <p:txBody>
          <a:bodyPr>
            <a:noAutofit/>
          </a:bodyPr>
          <a:lstStyle/>
          <a:p>
            <a:fld id="{AEAA3239-9EA4-4A65-A281-97F994456D9F}" type="slidenum">
              <a:rPr lang="en-US" smtClean="0"/>
              <a:t>‹#›</a:t>
            </a:fld>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8091732" y="0"/>
            <a:ext cx="4100267" cy="6858000"/>
          </a:xfrm>
          <a:blipFill>
            <a:blip r:embed="rId2">
              <a:alphaModFix amt="60000"/>
            </a:blip>
            <a:stretch>
              <a:fillRect/>
            </a:stretch>
          </a:blipFill>
        </p:spPr>
        <p:txBody>
          <a:bodyPr/>
          <a:lstStyle>
            <a:lvl1pPr marL="0" indent="0">
              <a:buNone/>
              <a:defRPr/>
            </a:lvl1pPr>
          </a:lstStyle>
          <a:p>
            <a:r>
              <a:rPr lang="en-US"/>
              <a:t>.</a:t>
            </a:r>
          </a:p>
        </p:txBody>
      </p:sp>
    </p:spTree>
    <p:extLst>
      <p:ext uri="{BB962C8B-B14F-4D97-AF65-F5344CB8AC3E}">
        <p14:creationId xmlns:p14="http://schemas.microsoft.com/office/powerpoint/2010/main" val="18008906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6" name="Picture 5" descr="A blue text on a black background&#10;&#10;AI-generated content may be incorrect.">
            <a:extLst>
              <a:ext uri="{FF2B5EF4-FFF2-40B4-BE49-F238E27FC236}">
                <a16:creationId xmlns:a16="http://schemas.microsoft.com/office/drawing/2014/main" id="{742634CB-621C-0AA3-325D-CF93F158160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61975" y="6441507"/>
            <a:ext cx="1073150" cy="319045"/>
          </a:xfrm>
          <a:prstGeom prst="rect">
            <a:avLst/>
          </a:prstGeom>
        </p:spPr>
      </p:pic>
      <p:sp>
        <p:nvSpPr>
          <p:cNvPr id="10" name="Slide Number Placeholder 16">
            <a:extLst>
              <a:ext uri="{FF2B5EF4-FFF2-40B4-BE49-F238E27FC236}">
                <a16:creationId xmlns:a16="http://schemas.microsoft.com/office/drawing/2014/main" id="{5573FDDA-2222-F089-2A12-1953DB6267E9}"/>
              </a:ext>
            </a:extLst>
          </p:cNvPr>
          <p:cNvSpPr txBox="1">
            <a:spLocks/>
          </p:cNvSpPr>
          <p:nvPr userDrawn="1"/>
        </p:nvSpPr>
        <p:spPr>
          <a:xfrm>
            <a:off x="11728412" y="6501106"/>
            <a:ext cx="335850" cy="161583"/>
          </a:xfrm>
          <a:prstGeom prst="rect">
            <a:avLst/>
          </a:prstGeom>
        </p:spPr>
        <p:txBody>
          <a:bodyPr vert="horz" wrap="square" lIns="0" tIns="0" rIns="0" bIns="0" rtlCol="0" anchor="t">
            <a:spAutoFit/>
          </a:bodyP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0DC3E0BD-1E1B-4C56-A5B4-794BEE42BE14}" type="slidenum">
              <a:rPr lang="en-US" sz="1050" spc="144" smtClean="0">
                <a:solidFill>
                  <a:schemeClr val="bg1">
                    <a:lumMod val="75000"/>
                  </a:schemeClr>
                </a:solidFill>
                <a:latin typeface="Poppins Light" panose="00000400000000000000" pitchFamily="2" charset="0"/>
                <a:cs typeface="Poppins Light" panose="00000400000000000000" pitchFamily="2" charset="0"/>
              </a:rPr>
              <a:pPr/>
              <a:t>‹#›</a:t>
            </a:fld>
            <a:endParaRPr lang="en-US" sz="1050" spc="144">
              <a:solidFill>
                <a:schemeClr val="bg1">
                  <a:lumMod val="75000"/>
                </a:schemeClr>
              </a:solidFill>
              <a:latin typeface="Poppins Light" panose="00000400000000000000" pitchFamily="2" charset="0"/>
              <a:cs typeface="Poppins Light" panose="00000400000000000000" pitchFamily="2" charset="0"/>
            </a:endParaRPr>
          </a:p>
        </p:txBody>
      </p:sp>
      <p:sp>
        <p:nvSpPr>
          <p:cNvPr id="4" name="Footer Placeholder 3">
            <a:extLst>
              <a:ext uri="{FF2B5EF4-FFF2-40B4-BE49-F238E27FC236}">
                <a16:creationId xmlns:a16="http://schemas.microsoft.com/office/drawing/2014/main" id="{7CE09213-FC9E-9CA9-6246-4269C560CDD5}"/>
              </a:ext>
            </a:extLst>
          </p:cNvPr>
          <p:cNvSpPr>
            <a:spLocks noGrp="1"/>
          </p:cNvSpPr>
          <p:nvPr>
            <p:ph type="ftr" sz="quarter" idx="3"/>
          </p:nvPr>
        </p:nvSpPr>
        <p:spPr>
          <a:xfrm>
            <a:off x="7381875" y="6487240"/>
            <a:ext cx="4248150" cy="246221"/>
          </a:xfrm>
          <a:prstGeom prst="rect">
            <a:avLst/>
          </a:prstGeom>
        </p:spPr>
        <p:txBody>
          <a:bodyPr/>
          <a:lstStyle>
            <a:lvl1pPr algn="ctr">
              <a:defRPr sz="900">
                <a:latin typeface="Calibri" panose="020F0502020204030204" pitchFamily="34" charset="0"/>
                <a:ea typeface="Calibri" panose="020F0502020204030204" pitchFamily="34" charset="0"/>
                <a:cs typeface="Calibri" panose="020F0502020204030204" pitchFamily="34" charset="0"/>
              </a:defRPr>
            </a:lvl1pPr>
          </a:lstStyle>
          <a:p>
            <a:pPr hangingPunct="1">
              <a:defRPr/>
            </a:pPr>
            <a:endParaRPr lang="en-US" kern="1200">
              <a:solidFill>
                <a:srgbClr val="04153D"/>
              </a:solidFill>
            </a:endParaRPr>
          </a:p>
        </p:txBody>
      </p:sp>
      <p:sp>
        <p:nvSpPr>
          <p:cNvPr id="5" name="Slide Number Placeholder 4">
            <a:extLst>
              <a:ext uri="{FF2B5EF4-FFF2-40B4-BE49-F238E27FC236}">
                <a16:creationId xmlns:a16="http://schemas.microsoft.com/office/drawing/2014/main" id="{039A2AAC-2181-F1F7-05B8-D983BB107341}"/>
              </a:ext>
            </a:extLst>
          </p:cNvPr>
          <p:cNvSpPr>
            <a:spLocks noGrp="1"/>
          </p:cNvSpPr>
          <p:nvPr>
            <p:ph type="sldNum" sz="quarter" idx="4"/>
          </p:nvPr>
        </p:nvSpPr>
        <p:spPr>
          <a:xfrm>
            <a:off x="11735240" y="6487240"/>
            <a:ext cx="437271" cy="246221"/>
          </a:xfrm>
          <a:prstGeom prst="rect">
            <a:avLst/>
          </a:prstGeom>
        </p:spPr>
        <p:txBody>
          <a:bodyPr anchor="ctr">
            <a:spAutoFit/>
          </a:bodyPr>
          <a:lstStyle>
            <a:lvl1pPr algn="ctr">
              <a:defRPr sz="1000">
                <a:solidFill>
                  <a:schemeClr val="bg1"/>
                </a:solidFill>
                <a:latin typeface="Calibri" panose="020F0502020204030204" pitchFamily="34" charset="0"/>
                <a:ea typeface="Calibri" panose="020F0502020204030204" pitchFamily="34" charset="0"/>
                <a:cs typeface="Calibri" panose="020F0502020204030204" pitchFamily="34" charset="0"/>
              </a:defRPr>
            </a:lvl1pPr>
          </a:lstStyle>
          <a:p>
            <a:fld id="{02D52048-A6CF-4AE3-B50C-6065BBDD86DF}" type="slidenum">
              <a:rPr lang="en-ID" smtClean="0"/>
              <a:pPr/>
              <a:t>‹#›</a:t>
            </a:fld>
            <a:endParaRPr lang="en-ID"/>
          </a:p>
        </p:txBody>
      </p:sp>
    </p:spTree>
    <p:extLst>
      <p:ext uri="{BB962C8B-B14F-4D97-AF65-F5344CB8AC3E}">
        <p14:creationId xmlns:p14="http://schemas.microsoft.com/office/powerpoint/2010/main" val="7874707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theme" Target="../theme/theme2.xml"/><Relationship Id="rId1" Type="http://schemas.openxmlformats.org/officeDocument/2006/relationships/slideLayout" Target="../slideLayouts/slideLayout19.xml"/><Relationship Id="rId4" Type="http://schemas.openxmlformats.org/officeDocument/2006/relationships/image" Target="../media/image13.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Shape 7"/>
          <p:cNvSpPr>
            <a:spLocks noGrp="1"/>
          </p:cNvSpPr>
          <p:nvPr>
            <p:ph type="title"/>
          </p:nvPr>
        </p:nvSpPr>
        <p:spPr>
          <a:xfrm>
            <a:off x="466333" y="275273"/>
            <a:ext cx="11259334" cy="693551"/>
          </a:xfrm>
          <a:prstGeom prst="rect">
            <a:avLst/>
          </a:prstGeom>
          <a:ln w="12700">
            <a:miter lim="400000"/>
          </a:ln>
          <a:extLst>
            <a:ext uri="{C572A759-6A51-4108-AA02-DFA0A04FC94B}">
              <ma14:wrappingTextBoxFlag xmlns="" xmlns:ma14="http://schemas.microsoft.com/office/mac/drawingml/2011/main" val="1"/>
            </a:ext>
          </a:extLst>
        </p:spPr>
        <p:txBody>
          <a:bodyPr lIns="45719" rIns="45719">
            <a:normAutofit/>
          </a:bodyPr>
          <a:lstStyle/>
          <a:p>
            <a:endParaRPr/>
          </a:p>
        </p:txBody>
      </p:sp>
      <p:sp>
        <p:nvSpPr>
          <p:cNvPr id="8" name="Shape 8"/>
          <p:cNvSpPr>
            <a:spLocks noGrp="1"/>
          </p:cNvSpPr>
          <p:nvPr>
            <p:ph type="body" idx="1"/>
          </p:nvPr>
        </p:nvSpPr>
        <p:spPr>
          <a:xfrm>
            <a:off x="538124" y="1241146"/>
            <a:ext cx="11143530" cy="4764741"/>
          </a:xfrm>
          <a:prstGeom prst="rect">
            <a:avLst/>
          </a:prstGeom>
          <a:ln w="12700">
            <a:miter lim="400000"/>
          </a:ln>
          <a:extLst>
            <a:ext uri="{C572A759-6A51-4108-AA02-DFA0A04FC94B}">
              <ma14:wrappingTextBoxFlag xmlns="" xmlns:ma14="http://schemas.microsoft.com/office/mac/drawingml/2011/main" val="1"/>
            </a:ext>
          </a:extLst>
        </p:spPr>
        <p:txBody>
          <a:bodyPr lIns="45719" rIns="45719">
            <a:normAutofit/>
          </a:bodyPr>
          <a:lstStyle/>
          <a:p>
            <a:r>
              <a:t>Body Level One</a:t>
            </a:r>
          </a:p>
          <a:p>
            <a:pPr lvl="1"/>
            <a:r>
              <a:t>Body Level Two</a:t>
            </a:r>
          </a:p>
          <a:p>
            <a:pPr lvl="2"/>
            <a:r>
              <a:t>Body Level Three</a:t>
            </a:r>
          </a:p>
          <a:p>
            <a:pPr lvl="3"/>
            <a:r>
              <a:t>Body Level Four</a:t>
            </a:r>
          </a:p>
          <a:p>
            <a:pPr lvl="4"/>
            <a:r>
              <a:t>Body Level Five</a:t>
            </a:r>
          </a:p>
        </p:txBody>
      </p:sp>
      <p:sp>
        <p:nvSpPr>
          <p:cNvPr id="9" name="Shape 194"/>
          <p:cNvSpPr/>
          <p:nvPr/>
        </p:nvSpPr>
        <p:spPr>
          <a:xfrm rot="16200000">
            <a:off x="6036240" y="-6036238"/>
            <a:ext cx="119527" cy="12192001"/>
          </a:xfrm>
          <a:prstGeom prst="rect">
            <a:avLst/>
          </a:prstGeom>
          <a:solidFill>
            <a:srgbClr val="135181"/>
          </a:solidFill>
          <a:ln w="12700">
            <a:miter lim="400000"/>
          </a:ln>
        </p:spPr>
        <p:txBody>
          <a:bodyPr lIns="45623" rIns="45623" anchor="ctr"/>
          <a:lstStyle/>
          <a:p>
            <a:pPr algn="ctr">
              <a:defRPr>
                <a:solidFill>
                  <a:srgbClr val="FFFFFF"/>
                </a:solidFill>
              </a:defRPr>
            </a:pPr>
            <a:endParaRPr sz="1796">
              <a:latin typeface="Calibri" panose="020F0502020204030204" pitchFamily="34" charset="0"/>
            </a:endParaRPr>
          </a:p>
        </p:txBody>
      </p:sp>
      <p:sp>
        <p:nvSpPr>
          <p:cNvPr id="11" name="Shape 195"/>
          <p:cNvSpPr/>
          <p:nvPr/>
        </p:nvSpPr>
        <p:spPr>
          <a:xfrm flipV="1">
            <a:off x="11588799" y="6504877"/>
            <a:ext cx="0" cy="252001"/>
          </a:xfrm>
          <a:prstGeom prst="line">
            <a:avLst/>
          </a:prstGeom>
          <a:ln w="19050">
            <a:solidFill>
              <a:srgbClr val="084A79"/>
            </a:solidFill>
          </a:ln>
        </p:spPr>
        <p:txBody>
          <a:bodyPr lIns="45623" rIns="45623"/>
          <a:lstStyle/>
          <a:p>
            <a:endParaRPr sz="1796">
              <a:latin typeface="Calibri" panose="020F0502020204030204" pitchFamily="34" charset="0"/>
            </a:endParaRPr>
          </a:p>
        </p:txBody>
      </p:sp>
      <p:pic>
        <p:nvPicPr>
          <p:cNvPr id="12" name="image1.png"/>
          <p:cNvPicPr>
            <a:picLocks noChangeAspect="1"/>
          </p:cNvPicPr>
          <p:nvPr/>
        </p:nvPicPr>
        <p:blipFill>
          <a:blip r:embed="rId20" cstate="email">
            <a:extLst>
              <a:ext uri="{28A0092B-C50C-407E-A947-70E740481C1C}">
                <a14:useLocalDpi xmlns:a14="http://schemas.microsoft.com/office/drawing/2010/main"/>
              </a:ext>
            </a:extLst>
          </a:blip>
          <a:stretch>
            <a:fillRect/>
          </a:stretch>
        </p:blipFill>
        <p:spPr>
          <a:xfrm>
            <a:off x="115760" y="6412367"/>
            <a:ext cx="363322" cy="437014"/>
          </a:xfrm>
          <a:prstGeom prst="rect">
            <a:avLst/>
          </a:prstGeom>
          <a:ln w="12700">
            <a:miter lim="400000"/>
          </a:ln>
        </p:spPr>
      </p:pic>
      <p:sp>
        <p:nvSpPr>
          <p:cNvPr id="18" name="Shape 193">
            <a:extLst>
              <a:ext uri="{FF2B5EF4-FFF2-40B4-BE49-F238E27FC236}">
                <a16:creationId xmlns:a16="http://schemas.microsoft.com/office/drawing/2014/main" id="{E14E0D4A-2183-4715-BD53-68FAA9B3560A}"/>
              </a:ext>
            </a:extLst>
          </p:cNvPr>
          <p:cNvSpPr/>
          <p:nvPr/>
        </p:nvSpPr>
        <p:spPr>
          <a:xfrm>
            <a:off x="8483246" y="6570227"/>
            <a:ext cx="3084944" cy="215315"/>
          </a:xfrm>
          <a:prstGeom prst="rect">
            <a:avLst/>
          </a:prstGeom>
          <a:ln w="12700">
            <a:miter lim="400000"/>
          </a:ln>
          <a:extLst>
            <a:ext uri="{C572A759-6A51-4108-AA02-DFA0A04FC94B}">
              <ma14:wrappingTextBoxFlag xmlns="" xmlns:ma14="http://schemas.microsoft.com/office/mac/drawingml/2011/main" val="1"/>
            </a:ext>
          </a:extLst>
        </p:spPr>
        <p:txBody>
          <a:bodyPr wrap="none" lIns="45623" rIns="45623">
            <a:spAutoFit/>
          </a:bodyPr>
          <a:lstStyle>
            <a:lvl1pPr>
              <a:defRPr sz="600">
                <a:solidFill>
                  <a:srgbClr val="808080"/>
                </a:solidFill>
                <a:latin typeface="Helvetica Neue Light"/>
                <a:ea typeface="Helvetica Neue Light"/>
                <a:cs typeface="Helvetica Neue Light"/>
                <a:sym typeface="Helvetica Neue Light"/>
              </a:defRPr>
            </a:lvl1pPr>
          </a:lstStyle>
          <a:p>
            <a:r>
              <a:rPr sz="799">
                <a:latin typeface="Calibri" panose="020F0502020204030204" pitchFamily="34" charset="0"/>
                <a:ea typeface="Arial" charset="0"/>
                <a:cs typeface="Calibri" panose="020F0502020204030204" pitchFamily="34" charset="0"/>
              </a:rPr>
              <a:t>Copyright © </a:t>
            </a:r>
            <a:r>
              <a:rPr lang="en-US" sz="799">
                <a:latin typeface="Calibri" panose="020F0502020204030204" pitchFamily="34" charset="0"/>
                <a:ea typeface="Arial" charset="0"/>
                <a:cs typeface="Calibri" panose="020F0502020204030204" pitchFamily="34" charset="0"/>
              </a:rPr>
              <a:t>2026</a:t>
            </a:r>
            <a:r>
              <a:rPr sz="799">
                <a:latin typeface="Calibri" panose="020F0502020204030204" pitchFamily="34" charset="0"/>
                <a:ea typeface="Arial" charset="0"/>
                <a:cs typeface="Calibri" panose="020F0502020204030204" pitchFamily="34" charset="0"/>
              </a:rPr>
              <a:t> Earley Information Science, Inc.  All Rights Reserved.</a:t>
            </a:r>
          </a:p>
        </p:txBody>
      </p:sp>
      <p:pic>
        <p:nvPicPr>
          <p:cNvPr id="20" name="image1.png">
            <a:extLst>
              <a:ext uri="{FF2B5EF4-FFF2-40B4-BE49-F238E27FC236}">
                <a16:creationId xmlns:a16="http://schemas.microsoft.com/office/drawing/2014/main" id="{7E136C74-3E38-4711-B2DC-88AB407C6326}"/>
              </a:ext>
            </a:extLst>
          </p:cNvPr>
          <p:cNvPicPr>
            <a:picLocks noChangeAspect="1"/>
          </p:cNvPicPr>
          <p:nvPr/>
        </p:nvPicPr>
        <p:blipFill>
          <a:blip r:embed="rId20" cstate="email">
            <a:extLst>
              <a:ext uri="{28A0092B-C50C-407E-A947-70E740481C1C}">
                <a14:useLocalDpi xmlns:a14="http://schemas.microsoft.com/office/drawing/2010/main"/>
              </a:ext>
            </a:extLst>
          </a:blip>
          <a:stretch>
            <a:fillRect/>
          </a:stretch>
        </p:blipFill>
        <p:spPr>
          <a:xfrm>
            <a:off x="115760" y="6412367"/>
            <a:ext cx="363322" cy="437014"/>
          </a:xfrm>
          <a:prstGeom prst="rect">
            <a:avLst/>
          </a:prstGeom>
          <a:ln w="12700">
            <a:miter lim="400000"/>
          </a:ln>
        </p:spPr>
      </p:pic>
      <p:sp>
        <p:nvSpPr>
          <p:cNvPr id="4" name="Slide Number Placeholder 3">
            <a:extLst>
              <a:ext uri="{FF2B5EF4-FFF2-40B4-BE49-F238E27FC236}">
                <a16:creationId xmlns:a16="http://schemas.microsoft.com/office/drawing/2014/main" id="{372B7096-F130-43EC-B3EC-C13B8324107C}"/>
              </a:ext>
            </a:extLst>
          </p:cNvPr>
          <p:cNvSpPr>
            <a:spLocks noGrp="1"/>
          </p:cNvSpPr>
          <p:nvPr>
            <p:ph type="sldNum" sz="quarter" idx="4"/>
          </p:nvPr>
        </p:nvSpPr>
        <p:spPr>
          <a:xfrm>
            <a:off x="11591920" y="6448314"/>
            <a:ext cx="503416" cy="365125"/>
          </a:xfrm>
          <a:prstGeom prst="rect">
            <a:avLst/>
          </a:prstGeom>
        </p:spPr>
        <p:txBody>
          <a:bodyPr vert="horz" lIns="91440" tIns="45720" rIns="91440" bIns="45720" rtlCol="0" anchor="ctr"/>
          <a:lstStyle>
            <a:lvl1pPr algn="l">
              <a:defRPr sz="1199">
                <a:solidFill>
                  <a:schemeClr val="tx1"/>
                </a:solidFill>
                <a:latin typeface="Calibri" panose="020F0502020204030204" pitchFamily="34" charset="0"/>
              </a:defRPr>
            </a:lvl1pPr>
          </a:lstStyle>
          <a:p>
            <a:fld id="{A22638FE-01C9-41BA-BE25-085106FB5C8A}" type="slidenum">
              <a:rPr lang="en-US" smtClean="0"/>
              <a:t>‹#›</a:t>
            </a:fld>
            <a:endParaRPr lang="en-US"/>
          </a:p>
        </p:txBody>
      </p:sp>
      <p:pic>
        <p:nvPicPr>
          <p:cNvPr id="13" name="image1.png">
            <a:extLst>
              <a:ext uri="{FF2B5EF4-FFF2-40B4-BE49-F238E27FC236}">
                <a16:creationId xmlns:a16="http://schemas.microsoft.com/office/drawing/2014/main" id="{C3296FC5-3030-41DC-9395-66F320BD0EFB}"/>
              </a:ext>
            </a:extLst>
          </p:cNvPr>
          <p:cNvPicPr>
            <a:picLocks noChangeAspect="1"/>
          </p:cNvPicPr>
          <p:nvPr/>
        </p:nvPicPr>
        <p:blipFill>
          <a:blip r:embed="rId20" cstate="email">
            <a:extLst>
              <a:ext uri="{28A0092B-C50C-407E-A947-70E740481C1C}">
                <a14:useLocalDpi xmlns:a14="http://schemas.microsoft.com/office/drawing/2010/main"/>
              </a:ext>
            </a:extLst>
          </a:blip>
          <a:stretch>
            <a:fillRect/>
          </a:stretch>
        </p:blipFill>
        <p:spPr>
          <a:xfrm>
            <a:off x="115760" y="6412367"/>
            <a:ext cx="363322" cy="437014"/>
          </a:xfrm>
          <a:prstGeom prst="rect">
            <a:avLst/>
          </a:prstGeom>
          <a:ln w="12700">
            <a:miter lim="400000"/>
          </a:ln>
        </p:spPr>
      </p:pic>
    </p:spTree>
    <p:extLst>
      <p:ext uri="{BB962C8B-B14F-4D97-AF65-F5344CB8AC3E}">
        <p14:creationId xmlns:p14="http://schemas.microsoft.com/office/powerpoint/2010/main" val="2515422724"/>
      </p:ext>
    </p:extLst>
  </p:cSld>
  <p:clrMap bg1="lt1" tx1="dk1" bg2="lt2" tx2="dk2" accent1="accent1" accent2="accent2" accent3="accent3" accent4="accent4" accent5="accent5" accent6="accent6" hlink="hlink" folHlink="folHlink"/>
  <p:sldLayoutIdLst>
    <p:sldLayoutId id="2147485609" r:id="rId1"/>
    <p:sldLayoutId id="2147483664" r:id="rId2"/>
    <p:sldLayoutId id="2147485606" r:id="rId3"/>
    <p:sldLayoutId id="2147483666" r:id="rId4"/>
    <p:sldLayoutId id="2147485612" r:id="rId5"/>
    <p:sldLayoutId id="2147485613" r:id="rId6"/>
    <p:sldLayoutId id="2147485618" r:id="rId7"/>
    <p:sldLayoutId id="2147485619" r:id="rId8"/>
    <p:sldLayoutId id="2147485608" r:id="rId9"/>
    <p:sldLayoutId id="2147485607" r:id="rId10"/>
    <p:sldLayoutId id="2147485611" r:id="rId11"/>
    <p:sldLayoutId id="2147483674" r:id="rId12"/>
    <p:sldLayoutId id="2147485614" r:id="rId13"/>
    <p:sldLayoutId id="2147485615" r:id="rId14"/>
    <p:sldLayoutId id="2147485616" r:id="rId15"/>
    <p:sldLayoutId id="2147485626" r:id="rId16"/>
    <p:sldLayoutId id="2147485627" r:id="rId17"/>
    <p:sldLayoutId id="2147485628" r:id="rId18"/>
  </p:sldLayoutIdLst>
  <p:hf hdr="0" ftr="0" dt="0"/>
  <p:txStyles>
    <p:titleStyle>
      <a:lvl1pPr marL="0" marR="0" indent="0" algn="ctr" defTabSz="912573" rtl="0" eaLnBrk="1" latinLnBrk="0" hangingPunct="1">
        <a:lnSpc>
          <a:spcPct val="100000"/>
        </a:lnSpc>
        <a:spcBef>
          <a:spcPts val="1198"/>
        </a:spcBef>
        <a:spcAft>
          <a:spcPts val="0"/>
        </a:spcAft>
        <a:buClrTx/>
        <a:buSzTx/>
        <a:buFontTx/>
        <a:buNone/>
        <a:tabLst/>
        <a:defRPr sz="3200" b="1" i="0" u="none" strike="noStrike" cap="none" spc="0" baseline="0">
          <a:ln>
            <a:noFill/>
          </a:ln>
          <a:solidFill>
            <a:schemeClr val="tx1"/>
          </a:solidFill>
          <a:uFillTx/>
          <a:latin typeface="Calibri" panose="020F0502020204030204" pitchFamily="34" charset="0"/>
          <a:ea typeface="Calibri" panose="020F0502020204030204" pitchFamily="34" charset="0"/>
          <a:cs typeface="Calibri" panose="020F0502020204030204" pitchFamily="34" charset="0"/>
          <a:sym typeface="Helvetica"/>
        </a:defRPr>
      </a:lvl1pPr>
      <a:lvl2pPr marL="0" marR="0" indent="0" algn="l" defTabSz="912573" rtl="0" eaLnBrk="1" latinLnBrk="0" hangingPunct="1">
        <a:lnSpc>
          <a:spcPct val="100000"/>
        </a:lnSpc>
        <a:spcBef>
          <a:spcPts val="1198"/>
        </a:spcBef>
        <a:spcAft>
          <a:spcPts val="0"/>
        </a:spcAft>
        <a:buClrTx/>
        <a:buSzTx/>
        <a:buFontTx/>
        <a:buNone/>
        <a:tabLst/>
        <a:defRPr sz="5390" b="1" i="0" u="none" strike="noStrike" cap="none" spc="0" baseline="0">
          <a:ln>
            <a:noFill/>
          </a:ln>
          <a:solidFill>
            <a:srgbClr val="808080"/>
          </a:solidFill>
          <a:uFillTx/>
          <a:latin typeface="+mn-lt"/>
          <a:ea typeface="+mn-ea"/>
          <a:cs typeface="+mn-cs"/>
          <a:sym typeface="Helvetica"/>
        </a:defRPr>
      </a:lvl2pPr>
      <a:lvl3pPr marL="0" marR="0" indent="0" algn="l" defTabSz="912573" rtl="0" eaLnBrk="1" latinLnBrk="0" hangingPunct="1">
        <a:lnSpc>
          <a:spcPct val="100000"/>
        </a:lnSpc>
        <a:spcBef>
          <a:spcPts val="1198"/>
        </a:spcBef>
        <a:spcAft>
          <a:spcPts val="0"/>
        </a:spcAft>
        <a:buClrTx/>
        <a:buSzTx/>
        <a:buFontTx/>
        <a:buNone/>
        <a:tabLst/>
        <a:defRPr sz="5390" b="1" i="0" u="none" strike="noStrike" cap="none" spc="0" baseline="0">
          <a:ln>
            <a:noFill/>
          </a:ln>
          <a:solidFill>
            <a:srgbClr val="808080"/>
          </a:solidFill>
          <a:uFillTx/>
          <a:latin typeface="+mn-lt"/>
          <a:ea typeface="+mn-ea"/>
          <a:cs typeface="+mn-cs"/>
          <a:sym typeface="Helvetica"/>
        </a:defRPr>
      </a:lvl3pPr>
      <a:lvl4pPr marL="0" marR="0" indent="0" algn="l" defTabSz="912573" rtl="0" eaLnBrk="1" latinLnBrk="0" hangingPunct="1">
        <a:lnSpc>
          <a:spcPct val="100000"/>
        </a:lnSpc>
        <a:spcBef>
          <a:spcPts val="1198"/>
        </a:spcBef>
        <a:spcAft>
          <a:spcPts val="0"/>
        </a:spcAft>
        <a:buClrTx/>
        <a:buSzTx/>
        <a:buFontTx/>
        <a:buNone/>
        <a:tabLst/>
        <a:defRPr sz="5390" b="1" i="0" u="none" strike="noStrike" cap="none" spc="0" baseline="0">
          <a:ln>
            <a:noFill/>
          </a:ln>
          <a:solidFill>
            <a:srgbClr val="808080"/>
          </a:solidFill>
          <a:uFillTx/>
          <a:latin typeface="+mn-lt"/>
          <a:ea typeface="+mn-ea"/>
          <a:cs typeface="+mn-cs"/>
          <a:sym typeface="Helvetica"/>
        </a:defRPr>
      </a:lvl4pPr>
      <a:lvl5pPr marL="0" marR="0" indent="0" algn="l" defTabSz="912573" rtl="0" eaLnBrk="1" latinLnBrk="0" hangingPunct="1">
        <a:lnSpc>
          <a:spcPct val="100000"/>
        </a:lnSpc>
        <a:spcBef>
          <a:spcPts val="1198"/>
        </a:spcBef>
        <a:spcAft>
          <a:spcPts val="0"/>
        </a:spcAft>
        <a:buClrTx/>
        <a:buSzTx/>
        <a:buFontTx/>
        <a:buNone/>
        <a:tabLst/>
        <a:defRPr sz="5390" b="1" i="0" u="none" strike="noStrike" cap="none" spc="0" baseline="0">
          <a:ln>
            <a:noFill/>
          </a:ln>
          <a:solidFill>
            <a:srgbClr val="808080"/>
          </a:solidFill>
          <a:uFillTx/>
          <a:latin typeface="+mn-lt"/>
          <a:ea typeface="+mn-ea"/>
          <a:cs typeface="+mn-cs"/>
          <a:sym typeface="Helvetica"/>
        </a:defRPr>
      </a:lvl5pPr>
      <a:lvl6pPr marL="0" marR="0" indent="0" algn="l" defTabSz="912573" rtl="0" eaLnBrk="1" latinLnBrk="0" hangingPunct="1">
        <a:lnSpc>
          <a:spcPct val="100000"/>
        </a:lnSpc>
        <a:spcBef>
          <a:spcPts val="1198"/>
        </a:spcBef>
        <a:spcAft>
          <a:spcPts val="0"/>
        </a:spcAft>
        <a:buClrTx/>
        <a:buSzTx/>
        <a:buFontTx/>
        <a:buNone/>
        <a:tabLst/>
        <a:defRPr sz="5390" b="1" i="0" u="none" strike="noStrike" cap="none" spc="0" baseline="0">
          <a:ln>
            <a:noFill/>
          </a:ln>
          <a:solidFill>
            <a:srgbClr val="808080"/>
          </a:solidFill>
          <a:uFillTx/>
          <a:latin typeface="+mn-lt"/>
          <a:ea typeface="+mn-ea"/>
          <a:cs typeface="+mn-cs"/>
          <a:sym typeface="Helvetica"/>
        </a:defRPr>
      </a:lvl6pPr>
      <a:lvl7pPr marL="0" marR="0" indent="0" algn="l" defTabSz="912573" rtl="0" eaLnBrk="1" latinLnBrk="0" hangingPunct="1">
        <a:lnSpc>
          <a:spcPct val="100000"/>
        </a:lnSpc>
        <a:spcBef>
          <a:spcPts val="1198"/>
        </a:spcBef>
        <a:spcAft>
          <a:spcPts val="0"/>
        </a:spcAft>
        <a:buClrTx/>
        <a:buSzTx/>
        <a:buFontTx/>
        <a:buNone/>
        <a:tabLst/>
        <a:defRPr sz="5390" b="1" i="0" u="none" strike="noStrike" cap="none" spc="0" baseline="0">
          <a:ln>
            <a:noFill/>
          </a:ln>
          <a:solidFill>
            <a:srgbClr val="808080"/>
          </a:solidFill>
          <a:uFillTx/>
          <a:latin typeface="+mn-lt"/>
          <a:ea typeface="+mn-ea"/>
          <a:cs typeface="+mn-cs"/>
          <a:sym typeface="Helvetica"/>
        </a:defRPr>
      </a:lvl7pPr>
      <a:lvl8pPr marL="0" marR="0" indent="0" algn="l" defTabSz="912573" rtl="0" eaLnBrk="1" latinLnBrk="0" hangingPunct="1">
        <a:lnSpc>
          <a:spcPct val="100000"/>
        </a:lnSpc>
        <a:spcBef>
          <a:spcPts val="1198"/>
        </a:spcBef>
        <a:spcAft>
          <a:spcPts val="0"/>
        </a:spcAft>
        <a:buClrTx/>
        <a:buSzTx/>
        <a:buFontTx/>
        <a:buNone/>
        <a:tabLst/>
        <a:defRPr sz="5390" b="1" i="0" u="none" strike="noStrike" cap="none" spc="0" baseline="0">
          <a:ln>
            <a:noFill/>
          </a:ln>
          <a:solidFill>
            <a:srgbClr val="808080"/>
          </a:solidFill>
          <a:uFillTx/>
          <a:latin typeface="+mn-lt"/>
          <a:ea typeface="+mn-ea"/>
          <a:cs typeface="+mn-cs"/>
          <a:sym typeface="Helvetica"/>
        </a:defRPr>
      </a:lvl8pPr>
      <a:lvl9pPr marL="0" marR="0" indent="0" algn="l" defTabSz="912573" rtl="0" eaLnBrk="1" latinLnBrk="0" hangingPunct="1">
        <a:lnSpc>
          <a:spcPct val="100000"/>
        </a:lnSpc>
        <a:spcBef>
          <a:spcPts val="1198"/>
        </a:spcBef>
        <a:spcAft>
          <a:spcPts val="0"/>
        </a:spcAft>
        <a:buClrTx/>
        <a:buSzTx/>
        <a:buFontTx/>
        <a:buNone/>
        <a:tabLst/>
        <a:defRPr sz="5390" b="1" i="0" u="none" strike="noStrike" cap="none" spc="0" baseline="0">
          <a:ln>
            <a:noFill/>
          </a:ln>
          <a:solidFill>
            <a:srgbClr val="808080"/>
          </a:solidFill>
          <a:uFillTx/>
          <a:latin typeface="+mn-lt"/>
          <a:ea typeface="+mn-ea"/>
          <a:cs typeface="+mn-cs"/>
          <a:sym typeface="Helvetica"/>
        </a:defRPr>
      </a:lvl9pPr>
    </p:titleStyle>
    <p:bodyStyle>
      <a:lvl1pPr marL="0" marR="0" indent="0" algn="l" defTabSz="912573" rtl="0" eaLnBrk="1" latinLnBrk="0" hangingPunct="1">
        <a:lnSpc>
          <a:spcPct val="100000"/>
        </a:lnSpc>
        <a:spcBef>
          <a:spcPts val="698"/>
        </a:spcBef>
        <a:spcAft>
          <a:spcPts val="0"/>
        </a:spcAft>
        <a:buClrTx/>
        <a:buSzTx/>
        <a:buFont typeface="Arial" charset="0"/>
        <a:buNone/>
        <a:tabLst/>
        <a:defRPr sz="1996" b="0" i="0" u="none" strike="noStrike" cap="none" spc="0" baseline="0">
          <a:ln>
            <a:noFill/>
          </a:ln>
          <a:solidFill>
            <a:schemeClr val="tx1"/>
          </a:solidFill>
          <a:uFillTx/>
          <a:latin typeface="Calibri" panose="020F0502020204030204" pitchFamily="34" charset="0"/>
          <a:ea typeface="Calibri" panose="020F0502020204030204" pitchFamily="34" charset="0"/>
          <a:cs typeface="Calibri" panose="020F0502020204030204" pitchFamily="34" charset="0"/>
          <a:sym typeface="Helvetica"/>
        </a:defRPr>
      </a:lvl1pPr>
      <a:lvl2pPr marL="456286" marR="0" indent="-273772" algn="l" defTabSz="912573" rtl="0" eaLnBrk="1" latinLnBrk="0" hangingPunct="1">
        <a:lnSpc>
          <a:spcPct val="100000"/>
        </a:lnSpc>
        <a:spcBef>
          <a:spcPts val="698"/>
        </a:spcBef>
        <a:spcAft>
          <a:spcPts val="0"/>
        </a:spcAft>
        <a:buClrTx/>
        <a:buSzPct val="100000"/>
        <a:buFont typeface="Arial" charset="0"/>
        <a:buChar char="•"/>
        <a:tabLst/>
        <a:defRPr sz="1996" b="0" i="0" u="none" strike="noStrike" cap="none" spc="0" baseline="0">
          <a:ln>
            <a:noFill/>
          </a:ln>
          <a:solidFill>
            <a:schemeClr val="tx1"/>
          </a:solidFill>
          <a:uFillTx/>
          <a:latin typeface="Calibri" panose="020F0502020204030204" pitchFamily="34" charset="0"/>
          <a:ea typeface="Calibri" panose="020F0502020204030204" pitchFamily="34" charset="0"/>
          <a:cs typeface="Calibri" panose="020F0502020204030204" pitchFamily="34" charset="0"/>
          <a:sym typeface="Helvetica"/>
        </a:defRPr>
      </a:lvl2pPr>
      <a:lvl3pPr marL="912573" marR="0" indent="-273772" algn="l" defTabSz="912573" rtl="0" eaLnBrk="1" latinLnBrk="0" hangingPunct="1">
        <a:lnSpc>
          <a:spcPct val="100000"/>
        </a:lnSpc>
        <a:spcBef>
          <a:spcPts val="698"/>
        </a:spcBef>
        <a:spcAft>
          <a:spcPts val="0"/>
        </a:spcAft>
        <a:buClrTx/>
        <a:buSzPct val="100000"/>
        <a:buFont typeface="Arial" charset="0"/>
        <a:buChar char="•"/>
        <a:tabLst/>
        <a:defRPr sz="1996" b="0" i="0" u="none" strike="noStrike" cap="none" spc="0" baseline="0">
          <a:ln>
            <a:noFill/>
          </a:ln>
          <a:solidFill>
            <a:schemeClr val="tx1"/>
          </a:solidFill>
          <a:uFillTx/>
          <a:latin typeface="Calibri" panose="020F0502020204030204" pitchFamily="34" charset="0"/>
          <a:ea typeface="Calibri" panose="020F0502020204030204" pitchFamily="34" charset="0"/>
          <a:cs typeface="Calibri" panose="020F0502020204030204" pitchFamily="34" charset="0"/>
          <a:sym typeface="Helvetica"/>
        </a:defRPr>
      </a:lvl3pPr>
      <a:lvl4pPr marL="1368858" marR="0" indent="-273772" algn="l" defTabSz="912573" rtl="0" eaLnBrk="1" latinLnBrk="0" hangingPunct="1">
        <a:lnSpc>
          <a:spcPct val="100000"/>
        </a:lnSpc>
        <a:spcBef>
          <a:spcPts val="698"/>
        </a:spcBef>
        <a:spcAft>
          <a:spcPts val="0"/>
        </a:spcAft>
        <a:buClrTx/>
        <a:buSzPct val="100000"/>
        <a:buFont typeface="Arial" charset="0"/>
        <a:buChar char="•"/>
        <a:tabLst/>
        <a:defRPr sz="1996" b="0" i="0" u="none" strike="noStrike" cap="none" spc="0" baseline="0">
          <a:ln>
            <a:noFill/>
          </a:ln>
          <a:solidFill>
            <a:schemeClr val="tx1"/>
          </a:solidFill>
          <a:uFillTx/>
          <a:latin typeface="Calibri" panose="020F0502020204030204" pitchFamily="34" charset="0"/>
          <a:ea typeface="Calibri" panose="020F0502020204030204" pitchFamily="34" charset="0"/>
          <a:cs typeface="Calibri" panose="020F0502020204030204" pitchFamily="34" charset="0"/>
          <a:sym typeface="Helvetica"/>
        </a:defRPr>
      </a:lvl4pPr>
      <a:lvl5pPr marL="1825144" marR="0" indent="-273772" algn="l" defTabSz="912573" rtl="0" eaLnBrk="1" latinLnBrk="0" hangingPunct="1">
        <a:lnSpc>
          <a:spcPct val="100000"/>
        </a:lnSpc>
        <a:spcBef>
          <a:spcPts val="698"/>
        </a:spcBef>
        <a:spcAft>
          <a:spcPts val="0"/>
        </a:spcAft>
        <a:buClrTx/>
        <a:buSzPct val="100000"/>
        <a:buFont typeface="Arial" charset="0"/>
        <a:buChar char="•"/>
        <a:tabLst/>
        <a:defRPr sz="1996" b="0" i="0" u="none" strike="noStrike" cap="none" spc="0" baseline="0">
          <a:ln>
            <a:noFill/>
          </a:ln>
          <a:solidFill>
            <a:schemeClr val="tx1"/>
          </a:solidFill>
          <a:uFillTx/>
          <a:latin typeface="Calibri" panose="020F0502020204030204" pitchFamily="34" charset="0"/>
          <a:ea typeface="Calibri" panose="020F0502020204030204" pitchFamily="34" charset="0"/>
          <a:cs typeface="Calibri" panose="020F0502020204030204" pitchFamily="34" charset="0"/>
          <a:sym typeface="Helvetica"/>
        </a:defRPr>
      </a:lvl5pPr>
      <a:lvl6pPr marL="2646459" marR="0" indent="-365029" algn="l" defTabSz="912573" rtl="0" eaLnBrk="1" latinLnBrk="0" hangingPunct="1">
        <a:lnSpc>
          <a:spcPct val="100000"/>
        </a:lnSpc>
        <a:spcBef>
          <a:spcPts val="698"/>
        </a:spcBef>
        <a:spcAft>
          <a:spcPts val="0"/>
        </a:spcAft>
        <a:buClrTx/>
        <a:buSzPct val="100000"/>
        <a:buFontTx/>
        <a:buChar char="•"/>
        <a:tabLst/>
        <a:defRPr sz="3194" b="0" i="0" u="none" strike="noStrike" cap="none" spc="0" baseline="0">
          <a:ln>
            <a:noFill/>
          </a:ln>
          <a:solidFill>
            <a:srgbClr val="072941"/>
          </a:solidFill>
          <a:uFillTx/>
          <a:latin typeface="+mn-lt"/>
          <a:ea typeface="+mn-ea"/>
          <a:cs typeface="+mn-cs"/>
          <a:sym typeface="Helvetica"/>
        </a:defRPr>
      </a:lvl6pPr>
      <a:lvl7pPr marL="3102745" marR="0" indent="-365029" algn="l" defTabSz="912573" rtl="0" eaLnBrk="1" latinLnBrk="0" hangingPunct="1">
        <a:lnSpc>
          <a:spcPct val="100000"/>
        </a:lnSpc>
        <a:spcBef>
          <a:spcPts val="698"/>
        </a:spcBef>
        <a:spcAft>
          <a:spcPts val="0"/>
        </a:spcAft>
        <a:buClrTx/>
        <a:buSzPct val="100000"/>
        <a:buFontTx/>
        <a:buChar char="•"/>
        <a:tabLst/>
        <a:defRPr sz="3194" b="0" i="0" u="none" strike="noStrike" cap="none" spc="0" baseline="0">
          <a:ln>
            <a:noFill/>
          </a:ln>
          <a:solidFill>
            <a:srgbClr val="072941"/>
          </a:solidFill>
          <a:uFillTx/>
          <a:latin typeface="+mn-lt"/>
          <a:ea typeface="+mn-ea"/>
          <a:cs typeface="+mn-cs"/>
          <a:sym typeface="Helvetica"/>
        </a:defRPr>
      </a:lvl7pPr>
      <a:lvl8pPr marL="3559030" marR="0" indent="-365028" algn="l" defTabSz="912573" rtl="0" eaLnBrk="1" latinLnBrk="0" hangingPunct="1">
        <a:lnSpc>
          <a:spcPct val="100000"/>
        </a:lnSpc>
        <a:spcBef>
          <a:spcPts val="698"/>
        </a:spcBef>
        <a:spcAft>
          <a:spcPts val="0"/>
        </a:spcAft>
        <a:buClrTx/>
        <a:buSzPct val="100000"/>
        <a:buFontTx/>
        <a:buChar char="•"/>
        <a:tabLst/>
        <a:defRPr sz="3194" b="0" i="0" u="none" strike="noStrike" cap="none" spc="0" baseline="0">
          <a:ln>
            <a:noFill/>
          </a:ln>
          <a:solidFill>
            <a:srgbClr val="072941"/>
          </a:solidFill>
          <a:uFillTx/>
          <a:latin typeface="+mn-lt"/>
          <a:ea typeface="+mn-ea"/>
          <a:cs typeface="+mn-cs"/>
          <a:sym typeface="Helvetica"/>
        </a:defRPr>
      </a:lvl8pPr>
      <a:lvl9pPr marL="4015317" marR="0" indent="-365028" algn="l" defTabSz="912573" rtl="0" eaLnBrk="1" latinLnBrk="0" hangingPunct="1">
        <a:lnSpc>
          <a:spcPct val="100000"/>
        </a:lnSpc>
        <a:spcBef>
          <a:spcPts val="698"/>
        </a:spcBef>
        <a:spcAft>
          <a:spcPts val="0"/>
        </a:spcAft>
        <a:buClrTx/>
        <a:buSzPct val="100000"/>
        <a:buFontTx/>
        <a:buChar char="•"/>
        <a:tabLst/>
        <a:defRPr sz="3194" b="0" i="0" u="none" strike="noStrike" cap="none" spc="0" baseline="0">
          <a:ln>
            <a:noFill/>
          </a:ln>
          <a:solidFill>
            <a:srgbClr val="072941"/>
          </a:solidFill>
          <a:uFillTx/>
          <a:latin typeface="+mn-lt"/>
          <a:ea typeface="+mn-ea"/>
          <a:cs typeface="+mn-cs"/>
          <a:sym typeface="Helvetica"/>
        </a:defRPr>
      </a:lvl9pPr>
    </p:bodyStyle>
    <p:otherStyle>
      <a:lvl1pPr marL="0" marR="0" indent="0" algn="ctr" defTabSz="912573" rtl="0" eaLnBrk="1" latinLnBrk="0" hangingPunct="1">
        <a:lnSpc>
          <a:spcPct val="100000"/>
        </a:lnSpc>
        <a:spcBef>
          <a:spcPts val="0"/>
        </a:spcBef>
        <a:spcAft>
          <a:spcPts val="0"/>
        </a:spcAft>
        <a:buClrTx/>
        <a:buSzTx/>
        <a:buFontTx/>
        <a:buNone/>
        <a:tabLst/>
        <a:defRPr sz="1398" b="0" i="0" u="none" strike="noStrike" cap="none" spc="0" baseline="0">
          <a:ln>
            <a:noFill/>
          </a:ln>
          <a:solidFill>
            <a:schemeClr val="tx1"/>
          </a:solidFill>
          <a:uFillTx/>
          <a:latin typeface="+mn-lt"/>
          <a:ea typeface="+mn-ea"/>
          <a:cs typeface="+mn-cs"/>
          <a:sym typeface="Helvetica"/>
        </a:defRPr>
      </a:lvl1pPr>
      <a:lvl2pPr marL="0" marR="0" indent="456286" algn="ctr" defTabSz="912573" rtl="0" eaLnBrk="1" latinLnBrk="0" hangingPunct="1">
        <a:lnSpc>
          <a:spcPct val="100000"/>
        </a:lnSpc>
        <a:spcBef>
          <a:spcPts val="0"/>
        </a:spcBef>
        <a:spcAft>
          <a:spcPts val="0"/>
        </a:spcAft>
        <a:buClrTx/>
        <a:buSzTx/>
        <a:buFontTx/>
        <a:buNone/>
        <a:tabLst/>
        <a:defRPr sz="1398" b="0" i="0" u="none" strike="noStrike" cap="none" spc="0" baseline="0">
          <a:ln>
            <a:noFill/>
          </a:ln>
          <a:solidFill>
            <a:schemeClr val="tx1"/>
          </a:solidFill>
          <a:uFillTx/>
          <a:latin typeface="+mn-lt"/>
          <a:ea typeface="+mn-ea"/>
          <a:cs typeface="+mn-cs"/>
          <a:sym typeface="Helvetica"/>
        </a:defRPr>
      </a:lvl2pPr>
      <a:lvl3pPr marL="0" marR="0" indent="912573" algn="ctr" defTabSz="912573" rtl="0" eaLnBrk="1" latinLnBrk="0" hangingPunct="1">
        <a:lnSpc>
          <a:spcPct val="100000"/>
        </a:lnSpc>
        <a:spcBef>
          <a:spcPts val="0"/>
        </a:spcBef>
        <a:spcAft>
          <a:spcPts val="0"/>
        </a:spcAft>
        <a:buClrTx/>
        <a:buSzTx/>
        <a:buFontTx/>
        <a:buNone/>
        <a:tabLst/>
        <a:defRPr sz="1398" b="0" i="0" u="none" strike="noStrike" cap="none" spc="0" baseline="0">
          <a:ln>
            <a:noFill/>
          </a:ln>
          <a:solidFill>
            <a:schemeClr val="tx1"/>
          </a:solidFill>
          <a:uFillTx/>
          <a:latin typeface="+mn-lt"/>
          <a:ea typeface="+mn-ea"/>
          <a:cs typeface="+mn-cs"/>
          <a:sym typeface="Helvetica"/>
        </a:defRPr>
      </a:lvl3pPr>
      <a:lvl4pPr marL="0" marR="0" indent="1368858" algn="ctr" defTabSz="912573" rtl="0" eaLnBrk="1" latinLnBrk="0" hangingPunct="1">
        <a:lnSpc>
          <a:spcPct val="100000"/>
        </a:lnSpc>
        <a:spcBef>
          <a:spcPts val="0"/>
        </a:spcBef>
        <a:spcAft>
          <a:spcPts val="0"/>
        </a:spcAft>
        <a:buClrTx/>
        <a:buSzTx/>
        <a:buFontTx/>
        <a:buNone/>
        <a:tabLst/>
        <a:defRPr sz="1398" b="0" i="0" u="none" strike="noStrike" cap="none" spc="0" baseline="0">
          <a:ln>
            <a:noFill/>
          </a:ln>
          <a:solidFill>
            <a:schemeClr val="tx1"/>
          </a:solidFill>
          <a:uFillTx/>
          <a:latin typeface="+mn-lt"/>
          <a:ea typeface="+mn-ea"/>
          <a:cs typeface="+mn-cs"/>
          <a:sym typeface="Helvetica"/>
        </a:defRPr>
      </a:lvl4pPr>
      <a:lvl5pPr marL="0" marR="0" indent="1825144" algn="ctr" defTabSz="912573" rtl="0" eaLnBrk="1" latinLnBrk="0" hangingPunct="1">
        <a:lnSpc>
          <a:spcPct val="100000"/>
        </a:lnSpc>
        <a:spcBef>
          <a:spcPts val="0"/>
        </a:spcBef>
        <a:spcAft>
          <a:spcPts val="0"/>
        </a:spcAft>
        <a:buClrTx/>
        <a:buSzTx/>
        <a:buFontTx/>
        <a:buNone/>
        <a:tabLst/>
        <a:defRPr sz="1398" b="0" i="0" u="none" strike="noStrike" cap="none" spc="0" baseline="0">
          <a:ln>
            <a:noFill/>
          </a:ln>
          <a:solidFill>
            <a:schemeClr val="tx1"/>
          </a:solidFill>
          <a:uFillTx/>
          <a:latin typeface="+mn-lt"/>
          <a:ea typeface="+mn-ea"/>
          <a:cs typeface="+mn-cs"/>
          <a:sym typeface="Helvetica"/>
        </a:defRPr>
      </a:lvl5pPr>
      <a:lvl6pPr marL="0" marR="0" indent="2281430" algn="ctr" defTabSz="912573" rtl="0" eaLnBrk="1" latinLnBrk="0" hangingPunct="1">
        <a:lnSpc>
          <a:spcPct val="100000"/>
        </a:lnSpc>
        <a:spcBef>
          <a:spcPts val="0"/>
        </a:spcBef>
        <a:spcAft>
          <a:spcPts val="0"/>
        </a:spcAft>
        <a:buClrTx/>
        <a:buSzTx/>
        <a:buFontTx/>
        <a:buNone/>
        <a:tabLst/>
        <a:defRPr sz="1398" b="0" i="0" u="none" strike="noStrike" cap="none" spc="0" baseline="0">
          <a:ln>
            <a:noFill/>
          </a:ln>
          <a:solidFill>
            <a:schemeClr val="tx1"/>
          </a:solidFill>
          <a:uFillTx/>
          <a:latin typeface="+mn-lt"/>
          <a:ea typeface="+mn-ea"/>
          <a:cs typeface="+mn-cs"/>
          <a:sym typeface="Helvetica"/>
        </a:defRPr>
      </a:lvl6pPr>
      <a:lvl7pPr marL="0" marR="0" indent="2737717" algn="ctr" defTabSz="912573" rtl="0" eaLnBrk="1" latinLnBrk="0" hangingPunct="1">
        <a:lnSpc>
          <a:spcPct val="100000"/>
        </a:lnSpc>
        <a:spcBef>
          <a:spcPts val="0"/>
        </a:spcBef>
        <a:spcAft>
          <a:spcPts val="0"/>
        </a:spcAft>
        <a:buClrTx/>
        <a:buSzTx/>
        <a:buFontTx/>
        <a:buNone/>
        <a:tabLst/>
        <a:defRPr sz="1398" b="0" i="0" u="none" strike="noStrike" cap="none" spc="0" baseline="0">
          <a:ln>
            <a:noFill/>
          </a:ln>
          <a:solidFill>
            <a:schemeClr val="tx1"/>
          </a:solidFill>
          <a:uFillTx/>
          <a:latin typeface="+mn-lt"/>
          <a:ea typeface="+mn-ea"/>
          <a:cs typeface="+mn-cs"/>
          <a:sym typeface="Helvetica"/>
        </a:defRPr>
      </a:lvl7pPr>
      <a:lvl8pPr marL="0" marR="0" indent="3194003" algn="ctr" defTabSz="912573" rtl="0" eaLnBrk="1" latinLnBrk="0" hangingPunct="1">
        <a:lnSpc>
          <a:spcPct val="100000"/>
        </a:lnSpc>
        <a:spcBef>
          <a:spcPts val="0"/>
        </a:spcBef>
        <a:spcAft>
          <a:spcPts val="0"/>
        </a:spcAft>
        <a:buClrTx/>
        <a:buSzTx/>
        <a:buFontTx/>
        <a:buNone/>
        <a:tabLst/>
        <a:defRPr sz="1398" b="0" i="0" u="none" strike="noStrike" cap="none" spc="0" baseline="0">
          <a:ln>
            <a:noFill/>
          </a:ln>
          <a:solidFill>
            <a:schemeClr val="tx1"/>
          </a:solidFill>
          <a:uFillTx/>
          <a:latin typeface="+mn-lt"/>
          <a:ea typeface="+mn-ea"/>
          <a:cs typeface="+mn-cs"/>
          <a:sym typeface="Helvetica"/>
        </a:defRPr>
      </a:lvl8pPr>
      <a:lvl9pPr marL="0" marR="0" indent="3650288" algn="ctr" defTabSz="912573" rtl="0" eaLnBrk="1" latinLnBrk="0" hangingPunct="1">
        <a:lnSpc>
          <a:spcPct val="100000"/>
        </a:lnSpc>
        <a:spcBef>
          <a:spcPts val="0"/>
        </a:spcBef>
        <a:spcAft>
          <a:spcPts val="0"/>
        </a:spcAft>
        <a:buClrTx/>
        <a:buSzTx/>
        <a:buFontTx/>
        <a:buNone/>
        <a:tabLst/>
        <a:defRPr sz="1398" b="0" i="0" u="none" strike="noStrike" cap="none" spc="0" baseline="0">
          <a:ln>
            <a:noFill/>
          </a:ln>
          <a:solidFill>
            <a:schemeClr val="tx1"/>
          </a:solidFill>
          <a:uFillTx/>
          <a:latin typeface="+mn-lt"/>
          <a:ea typeface="+mn-ea"/>
          <a:cs typeface="+mn-cs"/>
          <a:sym typeface="Helvetica"/>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4B6622AE-15AB-3693-1E20-3C4DCF1A34D2}"/>
              </a:ext>
            </a:extLst>
          </p:cNvPr>
          <p:cNvPicPr>
            <a:picLocks noChangeAspect="1"/>
          </p:cNvPicPr>
          <p:nvPr userDrawn="1"/>
        </p:nvPicPr>
        <p:blipFill>
          <a:blip r:embed="rId3">
            <a:alphaModFix amt="50000"/>
            <a:extLst>
              <a:ext uri="{28A0092B-C50C-407E-A947-70E740481C1C}">
                <a14:useLocalDpi xmlns:a14="http://schemas.microsoft.com/office/drawing/2010/main" val="0"/>
              </a:ext>
            </a:extLst>
          </a:blip>
          <a:stretch>
            <a:fillRect/>
          </a:stretch>
        </p:blipFill>
        <p:spPr>
          <a:xfrm>
            <a:off x="1" y="0"/>
            <a:ext cx="12191999" cy="6858000"/>
          </a:xfrm>
          <a:prstGeom prst="rect">
            <a:avLst/>
          </a:prstGeom>
        </p:spPr>
      </p:pic>
      <p:sp>
        <p:nvSpPr>
          <p:cNvPr id="2" name="Footer Placeholder 3">
            <a:extLst>
              <a:ext uri="{FF2B5EF4-FFF2-40B4-BE49-F238E27FC236}">
                <a16:creationId xmlns:a16="http://schemas.microsoft.com/office/drawing/2014/main" id="{451FBB87-35F4-307D-73BC-BC1F29C1C60A}"/>
              </a:ext>
            </a:extLst>
          </p:cNvPr>
          <p:cNvSpPr>
            <a:spLocks noGrp="1"/>
          </p:cNvSpPr>
          <p:nvPr>
            <p:ph type="ftr" sz="quarter" idx="3"/>
          </p:nvPr>
        </p:nvSpPr>
        <p:spPr>
          <a:xfrm>
            <a:off x="7381875" y="6487240"/>
            <a:ext cx="4248150" cy="246221"/>
          </a:xfrm>
          <a:prstGeom prst="rect">
            <a:avLst/>
          </a:prstGeom>
        </p:spPr>
        <p:txBody>
          <a:bodyPr/>
          <a:lstStyle>
            <a:lvl1pPr algn="ctr">
              <a:defRPr sz="900">
                <a:latin typeface="Calibri" panose="020F0502020204030204" pitchFamily="34" charset="0"/>
                <a:ea typeface="Calibri" panose="020F0502020204030204" pitchFamily="34" charset="0"/>
                <a:cs typeface="Calibri" panose="020F0502020204030204" pitchFamily="34" charset="0"/>
              </a:defRPr>
            </a:lvl1pPr>
          </a:lstStyle>
          <a:p>
            <a:pPr hangingPunct="1">
              <a:defRPr/>
            </a:pPr>
            <a:endParaRPr lang="en-US" kern="1200">
              <a:solidFill>
                <a:srgbClr val="04153D"/>
              </a:solidFill>
            </a:endParaRPr>
          </a:p>
        </p:txBody>
      </p:sp>
      <p:pic>
        <p:nvPicPr>
          <p:cNvPr id="3" name="Picture 2" descr="A blue text on a black background&#10;&#10;AI-generated content may be incorrect.">
            <a:extLst>
              <a:ext uri="{FF2B5EF4-FFF2-40B4-BE49-F238E27FC236}">
                <a16:creationId xmlns:a16="http://schemas.microsoft.com/office/drawing/2014/main" id="{A1FFFA46-A092-173C-15EB-E829F3D653DF}"/>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561975" y="6441507"/>
            <a:ext cx="1073150" cy="319045"/>
          </a:xfrm>
          <a:prstGeom prst="rect">
            <a:avLst/>
          </a:prstGeom>
        </p:spPr>
      </p:pic>
      <p:sp>
        <p:nvSpPr>
          <p:cNvPr id="4" name="Slide Number Placeholder 4">
            <a:extLst>
              <a:ext uri="{FF2B5EF4-FFF2-40B4-BE49-F238E27FC236}">
                <a16:creationId xmlns:a16="http://schemas.microsoft.com/office/drawing/2014/main" id="{13FE06A3-E275-89B9-7396-979DAB8C458F}"/>
              </a:ext>
            </a:extLst>
          </p:cNvPr>
          <p:cNvSpPr>
            <a:spLocks noGrp="1"/>
          </p:cNvSpPr>
          <p:nvPr>
            <p:ph type="sldNum" sz="quarter" idx="4"/>
          </p:nvPr>
        </p:nvSpPr>
        <p:spPr>
          <a:xfrm>
            <a:off x="11735240" y="6487240"/>
            <a:ext cx="437271" cy="246221"/>
          </a:xfrm>
          <a:prstGeom prst="rect">
            <a:avLst/>
          </a:prstGeom>
        </p:spPr>
        <p:txBody>
          <a:bodyPr anchor="ctr">
            <a:spAutoFit/>
          </a:bodyPr>
          <a:lstStyle>
            <a:lvl1pPr algn="ctr">
              <a:defRPr sz="1000">
                <a:solidFill>
                  <a:schemeClr val="bg1"/>
                </a:solidFill>
                <a:latin typeface="Calibri" panose="020F0502020204030204" pitchFamily="34" charset="0"/>
                <a:ea typeface="Calibri" panose="020F0502020204030204" pitchFamily="34" charset="0"/>
                <a:cs typeface="Calibri" panose="020F0502020204030204" pitchFamily="34" charset="0"/>
              </a:defRPr>
            </a:lvl1pPr>
          </a:lstStyle>
          <a:p>
            <a:fld id="{02D52048-A6CF-4AE3-B50C-6065BBDD86DF}" type="slidenum">
              <a:rPr lang="en-ID" smtClean="0"/>
              <a:pPr/>
              <a:t>‹#›</a:t>
            </a:fld>
            <a:endParaRPr lang="en-ID"/>
          </a:p>
        </p:txBody>
      </p:sp>
    </p:spTree>
    <p:extLst>
      <p:ext uri="{BB962C8B-B14F-4D97-AF65-F5344CB8AC3E}">
        <p14:creationId xmlns:p14="http://schemas.microsoft.com/office/powerpoint/2010/main" val="625676737"/>
      </p:ext>
    </p:extLst>
  </p:cSld>
  <p:clrMap bg1="lt1" tx1="dk1" bg2="lt2" tx2="dk2" accent1="accent1" accent2="accent2" accent3="accent3" accent4="accent4" accent5="accent5" accent6="accent6" hlink="hlink" folHlink="folHlink"/>
  <p:sldLayoutIdLst>
    <p:sldLayoutId id="2147485621" r:id="rId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xml"/><Relationship Id="rId1" Type="http://schemas.openxmlformats.org/officeDocument/2006/relationships/slideLayout" Target="../slideLayouts/slideLayout11.xml"/></Relationships>
</file>

<file path=ppt/slides/_rels/slide2.xml.rels><?xml version="1.0" encoding="UTF-8" standalone="yes"?>
<Relationships xmlns="http://schemas.openxmlformats.org/package/2006/relationships"><Relationship Id="rId8" Type="http://schemas.openxmlformats.org/officeDocument/2006/relationships/slide" Target="slide32.xml"/><Relationship Id="rId3" Type="http://schemas.openxmlformats.org/officeDocument/2006/relationships/slide" Target="slide3.xml"/><Relationship Id="rId7" Type="http://schemas.openxmlformats.org/officeDocument/2006/relationships/slide" Target="slide26.xml"/><Relationship Id="rId12" Type="http://schemas.openxmlformats.org/officeDocument/2006/relationships/image" Target="../media/image16.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slide" Target="slide19.xml"/><Relationship Id="rId11" Type="http://schemas.openxmlformats.org/officeDocument/2006/relationships/image" Target="../media/image15.png"/><Relationship Id="rId5" Type="http://schemas.openxmlformats.org/officeDocument/2006/relationships/slide" Target="slide9.xml"/><Relationship Id="rId10" Type="http://schemas.openxmlformats.org/officeDocument/2006/relationships/slide" Target="slide40.xml"/><Relationship Id="rId4" Type="http://schemas.openxmlformats.org/officeDocument/2006/relationships/slide" Target="slide7.xml"/><Relationship Id="rId9" Type="http://schemas.openxmlformats.org/officeDocument/2006/relationships/slide" Target="slide35.xml"/></Relationships>
</file>

<file path=ppt/slides/_rels/slide3.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slide" Target="slide2.xml"/><Relationship Id="rId1" Type="http://schemas.openxmlformats.org/officeDocument/2006/relationships/slideLayout" Target="../slideLayouts/slideLayout2.xml"/><Relationship Id="rId5" Type="http://schemas.openxmlformats.org/officeDocument/2006/relationships/image" Target="../media/image18.svg"/><Relationship Id="rId4" Type="http://schemas.openxmlformats.org/officeDocument/2006/relationships/slide" Target="slide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slide" Target="slide9.xml"/><Relationship Id="rId2" Type="http://schemas.openxmlformats.org/officeDocument/2006/relationships/slide" Target="slide2.xml"/><Relationship Id="rId1" Type="http://schemas.openxmlformats.org/officeDocument/2006/relationships/slideLayout" Target="../slideLayouts/slideLayout2.xml"/><Relationship Id="rId5" Type="http://schemas.openxmlformats.org/officeDocument/2006/relationships/image" Target="../media/image18.svg"/><Relationship Id="rId4" Type="http://schemas.openxmlformats.org/officeDocument/2006/relationships/image" Target="../media/image17.sv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slide" Target="slide2.xml"/><Relationship Id="rId1" Type="http://schemas.openxmlformats.org/officeDocument/2006/relationships/slideLayout" Target="../slideLayouts/slideLayout2.xml"/><Relationship Id="rId5" Type="http://schemas.openxmlformats.org/officeDocument/2006/relationships/image" Target="../media/image18.svg"/><Relationship Id="rId4" Type="http://schemas.openxmlformats.org/officeDocument/2006/relationships/slide" Target="slide1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slide" Target="slide26.xml"/><Relationship Id="rId2" Type="http://schemas.openxmlformats.org/officeDocument/2006/relationships/slide" Target="slide2.xml"/><Relationship Id="rId1" Type="http://schemas.openxmlformats.org/officeDocument/2006/relationships/slideLayout" Target="../slideLayouts/slideLayout2.xml"/><Relationship Id="rId5" Type="http://schemas.openxmlformats.org/officeDocument/2006/relationships/image" Target="../media/image18.svg"/><Relationship Id="rId4" Type="http://schemas.openxmlformats.org/officeDocument/2006/relationships/image" Target="../media/image17.sv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slide" Target="slide32.xml"/><Relationship Id="rId2" Type="http://schemas.openxmlformats.org/officeDocument/2006/relationships/slide" Target="slide2.xml"/><Relationship Id="rId1" Type="http://schemas.openxmlformats.org/officeDocument/2006/relationships/slideLayout" Target="../slideLayouts/slideLayout2.xml"/><Relationship Id="rId5" Type="http://schemas.openxmlformats.org/officeDocument/2006/relationships/image" Target="../media/image18.svg"/><Relationship Id="rId4" Type="http://schemas.openxmlformats.org/officeDocument/2006/relationships/image" Target="../media/image17.sv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slide" Target="slide35.xml"/><Relationship Id="rId2" Type="http://schemas.openxmlformats.org/officeDocument/2006/relationships/slide" Target="slide2.xml"/><Relationship Id="rId1" Type="http://schemas.openxmlformats.org/officeDocument/2006/relationships/slideLayout" Target="../slideLayouts/slideLayout2.xml"/><Relationship Id="rId5" Type="http://schemas.openxmlformats.org/officeDocument/2006/relationships/image" Target="../media/image18.svg"/><Relationship Id="rId4" Type="http://schemas.openxmlformats.org/officeDocument/2006/relationships/image" Target="../media/image17.sv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slide" Target="slide40.xml"/><Relationship Id="rId2" Type="http://schemas.openxmlformats.org/officeDocument/2006/relationships/slide" Target="slide2.xml"/><Relationship Id="rId1" Type="http://schemas.openxmlformats.org/officeDocument/2006/relationships/slideLayout" Target="../slideLayouts/slideLayout2.xml"/><Relationship Id="rId5" Type="http://schemas.openxmlformats.org/officeDocument/2006/relationships/image" Target="../media/image18.svg"/><Relationship Id="rId4" Type="http://schemas.openxmlformats.org/officeDocument/2006/relationships/image" Target="../media/image17.sv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slide" Target="slide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6E3568-575D-D522-8CE6-981937080A3F}"/>
            </a:ext>
          </a:extLst>
        </p:cNvPr>
        <p:cNvGrpSpPr/>
        <p:nvPr/>
      </p:nvGrpSpPr>
      <p:grpSpPr>
        <a:xfrm>
          <a:off x="0" y="0"/>
          <a:ext cx="0" cy="0"/>
          <a:chOff x="0" y="0"/>
          <a:chExt cx="0" cy="0"/>
        </a:xfrm>
      </p:grpSpPr>
      <p:sp>
        <p:nvSpPr>
          <p:cNvPr id="5" name="Text Placeholder 4">
            <a:extLst>
              <a:ext uri="{FF2B5EF4-FFF2-40B4-BE49-F238E27FC236}">
                <a16:creationId xmlns:a16="http://schemas.microsoft.com/office/drawing/2014/main" id="{315C68BD-AC87-0B09-FB11-610B1F40C831}"/>
              </a:ext>
            </a:extLst>
          </p:cNvPr>
          <p:cNvSpPr>
            <a:spLocks noGrp="1"/>
          </p:cNvSpPr>
          <p:nvPr>
            <p:ph type="body" sz="quarter" idx="10"/>
          </p:nvPr>
        </p:nvSpPr>
        <p:spPr>
          <a:xfrm>
            <a:off x="6096001" y="1636296"/>
            <a:ext cx="4613642" cy="1644259"/>
          </a:xfrm>
        </p:spPr>
        <p:txBody>
          <a:bodyPr lIns="45719" tIns="45720" rIns="45719" bIns="45720" anchor="t">
            <a:normAutofit fontScale="92500" lnSpcReduction="10000"/>
          </a:bodyPr>
          <a:lstStyle/>
          <a:p>
            <a:r>
              <a:rPr lang="en-US" sz="3550" dirty="0">
                <a:latin typeface="Aptos" panose="020B0004020202020204" pitchFamily="34" charset="0"/>
                <a:ea typeface="Calibri"/>
                <a:cs typeface="Calibri"/>
              </a:rPr>
              <a:t>STELLANTIS Financial Services US</a:t>
            </a:r>
          </a:p>
          <a:p>
            <a:r>
              <a:rPr lang="en-US" sz="3550" dirty="0">
                <a:latin typeface="Aptos" panose="020B0004020202020204" pitchFamily="34" charset="0"/>
                <a:ea typeface="Calibri"/>
                <a:cs typeface="Calibri"/>
              </a:rPr>
              <a:t>KM Framework</a:t>
            </a:r>
            <a:endParaRPr lang="en-US" sz="3550" dirty="0">
              <a:latin typeface="Aptos" panose="020B0004020202020204" pitchFamily="34" charset="0"/>
            </a:endParaRPr>
          </a:p>
        </p:txBody>
      </p:sp>
      <p:sp>
        <p:nvSpPr>
          <p:cNvPr id="7" name="Text Placeholder 6">
            <a:extLst>
              <a:ext uri="{FF2B5EF4-FFF2-40B4-BE49-F238E27FC236}">
                <a16:creationId xmlns:a16="http://schemas.microsoft.com/office/drawing/2014/main" id="{E2C6C329-B5F9-9194-32C9-2FB63579E868}"/>
              </a:ext>
            </a:extLst>
          </p:cNvPr>
          <p:cNvSpPr>
            <a:spLocks noGrp="1"/>
          </p:cNvSpPr>
          <p:nvPr>
            <p:ph type="body" sz="quarter" idx="12"/>
          </p:nvPr>
        </p:nvSpPr>
        <p:spPr>
          <a:xfrm>
            <a:off x="8393315" y="445108"/>
            <a:ext cx="3152927" cy="289006"/>
          </a:xfrm>
        </p:spPr>
        <p:txBody>
          <a:bodyPr lIns="45719" tIns="45720" rIns="45719" bIns="45720" anchor="t">
            <a:noAutofit/>
          </a:bodyPr>
          <a:lstStyle/>
          <a:p>
            <a:pPr algn="r"/>
            <a:r>
              <a:rPr lang="en-US" sz="1800" dirty="0">
                <a:latin typeface="Aptos" panose="020B0004020202020204" pitchFamily="34" charset="0"/>
                <a:ea typeface="Calibri"/>
                <a:cs typeface="Calibri"/>
              </a:rPr>
              <a:t>January 2026</a:t>
            </a:r>
          </a:p>
        </p:txBody>
      </p:sp>
      <p:sp>
        <p:nvSpPr>
          <p:cNvPr id="2" name="Slide Number Placeholder 1">
            <a:extLst>
              <a:ext uri="{FF2B5EF4-FFF2-40B4-BE49-F238E27FC236}">
                <a16:creationId xmlns:a16="http://schemas.microsoft.com/office/drawing/2014/main" id="{06264B2D-F0F6-DDED-7DAE-ED39DD27364E}"/>
              </a:ext>
            </a:extLst>
          </p:cNvPr>
          <p:cNvSpPr>
            <a:spLocks noGrp="1"/>
          </p:cNvSpPr>
          <p:nvPr>
            <p:ph type="sldNum" sz="quarter" idx="4294967295"/>
          </p:nvPr>
        </p:nvSpPr>
        <p:spPr>
          <a:xfrm>
            <a:off x="11725276" y="6567488"/>
            <a:ext cx="460375" cy="239712"/>
          </a:xfrm>
        </p:spPr>
        <p:txBody>
          <a:bodyPr/>
          <a:lstStyle/>
          <a:p>
            <a:pPr marL="0" marR="0" lvl="0" indent="0" algn="l" defTabSz="914400" rtl="0" eaLnBrk="1" fontAlgn="auto" latinLnBrk="0" hangingPunct="0">
              <a:lnSpc>
                <a:spcPct val="100000"/>
              </a:lnSpc>
              <a:spcBef>
                <a:spcPts val="0"/>
              </a:spcBef>
              <a:spcAft>
                <a:spcPts val="0"/>
              </a:spcAft>
              <a:buClrTx/>
              <a:buSzTx/>
              <a:buFontTx/>
              <a:buNone/>
              <a:tabLst/>
              <a:defRPr/>
            </a:pPr>
            <a:fld id="{86CB4B4D-7CA3-9044-876B-883B54F8677D}" type="slidenum">
              <a:rPr kumimoji="0" lang="en-US" sz="900" b="0" i="0" u="none" strike="noStrike" kern="0" cap="none" spc="0" normalizeH="0" baseline="0" noProof="0" smtClean="0">
                <a:ln>
                  <a:noFill/>
                </a:ln>
                <a:solidFill>
                  <a:srgbClr val="072941"/>
                </a:solidFill>
                <a:effectLst/>
                <a:uLnTx/>
                <a:uFillTx/>
                <a:cs typeface="Calibri" panose="020F0502020204030204" pitchFamily="34" charset="0"/>
                <a:sym typeface="Helvetica Neue"/>
              </a:rPr>
              <a:pPr marL="0" marR="0" lvl="0" indent="0" algn="l" defTabSz="914400" rtl="0" eaLnBrk="1" fontAlgn="auto" latinLnBrk="0" hangingPunct="0">
                <a:lnSpc>
                  <a:spcPct val="100000"/>
                </a:lnSpc>
                <a:spcBef>
                  <a:spcPts val="0"/>
                </a:spcBef>
                <a:spcAft>
                  <a:spcPts val="0"/>
                </a:spcAft>
                <a:buClrTx/>
                <a:buSzTx/>
                <a:buFontTx/>
                <a:buNone/>
                <a:tabLst/>
                <a:defRPr/>
              </a:pPr>
              <a:t>1</a:t>
            </a:fld>
            <a:endParaRPr kumimoji="0" lang="en-US" sz="900" b="0" i="0" u="none" strike="noStrike" kern="0" cap="none" spc="0" normalizeH="0" baseline="0" noProof="0">
              <a:ln>
                <a:noFill/>
              </a:ln>
              <a:solidFill>
                <a:srgbClr val="072941"/>
              </a:solidFill>
              <a:effectLst/>
              <a:uLnTx/>
              <a:uFillTx/>
              <a:cs typeface="Calibri" panose="020F0502020204030204" pitchFamily="34" charset="0"/>
              <a:sym typeface="Helvetica Neue"/>
            </a:endParaRPr>
          </a:p>
        </p:txBody>
      </p:sp>
      <p:sp>
        <p:nvSpPr>
          <p:cNvPr id="6" name="TextBox 5">
            <a:extLst>
              <a:ext uri="{FF2B5EF4-FFF2-40B4-BE49-F238E27FC236}">
                <a16:creationId xmlns:a16="http://schemas.microsoft.com/office/drawing/2014/main" id="{C36DB317-1094-57B2-533E-9FE0A7EBEC38}"/>
              </a:ext>
            </a:extLst>
          </p:cNvPr>
          <p:cNvSpPr txBox="1"/>
          <p:nvPr/>
        </p:nvSpPr>
        <p:spPr>
          <a:xfrm>
            <a:off x="6051551" y="3811072"/>
            <a:ext cx="5207299" cy="52322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lIns="91440" tIns="45720" rIns="91440" bIns="45720" anchor="t">
            <a:spAutoFit/>
          </a:bodyPr>
          <a:lstStyle/>
          <a:p>
            <a:r>
              <a:rPr lang="en-US" sz="2800" dirty="0">
                <a:solidFill>
                  <a:schemeClr val="bg1"/>
                </a:solidFill>
                <a:latin typeface="Aptos" panose="020B0004020202020204" pitchFamily="34" charset="0"/>
                <a:ea typeface="Calibri"/>
                <a:cs typeface="Calibri"/>
              </a:rPr>
              <a:t>Overview</a:t>
            </a:r>
          </a:p>
        </p:txBody>
      </p:sp>
      <p:grpSp>
        <p:nvGrpSpPr>
          <p:cNvPr id="8" name="Group 7">
            <a:extLst>
              <a:ext uri="{FF2B5EF4-FFF2-40B4-BE49-F238E27FC236}">
                <a16:creationId xmlns:a16="http://schemas.microsoft.com/office/drawing/2014/main" id="{58CAD1DE-50D9-C04A-879C-DE452EFE81C4}"/>
              </a:ext>
            </a:extLst>
          </p:cNvPr>
          <p:cNvGrpSpPr/>
          <p:nvPr/>
        </p:nvGrpSpPr>
        <p:grpSpPr>
          <a:xfrm>
            <a:off x="8778251" y="6037396"/>
            <a:ext cx="3375020" cy="820604"/>
            <a:chOff x="7072486" y="5797683"/>
            <a:chExt cx="3375020" cy="820604"/>
          </a:xfrm>
        </p:grpSpPr>
        <p:sp>
          <p:nvSpPr>
            <p:cNvPr id="3" name="Right Triangle 2">
              <a:extLst>
                <a:ext uri="{FF2B5EF4-FFF2-40B4-BE49-F238E27FC236}">
                  <a16:creationId xmlns:a16="http://schemas.microsoft.com/office/drawing/2014/main" id="{5A401410-50A1-A457-14B4-1BFF18F736FF}"/>
                </a:ext>
              </a:extLst>
            </p:cNvPr>
            <p:cNvSpPr/>
            <p:nvPr/>
          </p:nvSpPr>
          <p:spPr>
            <a:xfrm rot="16200000">
              <a:off x="7109418" y="5760752"/>
              <a:ext cx="820603" cy="894467"/>
            </a:xfrm>
            <a:prstGeom prst="rtTriangle">
              <a:avLst/>
            </a:prstGeom>
            <a:solidFill>
              <a:schemeClr val="bg1"/>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tabLst/>
              </a:pPr>
              <a:endParaRPr kumimoji="0" lang="en-US" sz="1800" b="0" i="0" u="none" strike="noStrike" cap="none" spc="0" normalizeH="0" baseline="0">
                <a:ln>
                  <a:noFill/>
                </a:ln>
                <a:solidFill>
                  <a:srgbClr val="072941"/>
                </a:solidFill>
                <a:effectLst/>
                <a:uFillTx/>
                <a:latin typeface="+mj-lt"/>
                <a:ea typeface="+mj-ea"/>
                <a:cs typeface="+mj-cs"/>
                <a:sym typeface="Calibri"/>
              </a:endParaRPr>
            </a:p>
          </p:txBody>
        </p:sp>
        <p:sp>
          <p:nvSpPr>
            <p:cNvPr id="4" name="Rectangle 3">
              <a:extLst>
                <a:ext uri="{FF2B5EF4-FFF2-40B4-BE49-F238E27FC236}">
                  <a16:creationId xmlns:a16="http://schemas.microsoft.com/office/drawing/2014/main" id="{FD7399DA-3BD4-16F7-E11D-E9CB7156E558}"/>
                </a:ext>
              </a:extLst>
            </p:cNvPr>
            <p:cNvSpPr/>
            <p:nvPr/>
          </p:nvSpPr>
          <p:spPr>
            <a:xfrm>
              <a:off x="7966953" y="5797683"/>
              <a:ext cx="2480553" cy="820604"/>
            </a:xfrm>
            <a:prstGeom prst="rect">
              <a:avLst/>
            </a:prstGeom>
            <a:solidFill>
              <a:schemeClr val="bg1"/>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noAutofit/>
            </a:bodyPr>
            <a:lstStyle/>
            <a:p>
              <a:pPr marL="0" marR="0" indent="0" algn="l" defTabSz="914400" rtl="0" fontAlgn="auto" latinLnBrk="0" hangingPunct="0">
                <a:lnSpc>
                  <a:spcPct val="100000"/>
                </a:lnSpc>
                <a:spcBef>
                  <a:spcPts val="0"/>
                </a:spcBef>
                <a:spcAft>
                  <a:spcPts val="0"/>
                </a:spcAft>
                <a:buClrTx/>
                <a:buSzTx/>
                <a:buFontTx/>
                <a:buNone/>
                <a:tabLst/>
              </a:pPr>
              <a:r>
                <a:rPr kumimoji="0" lang="en-US" sz="1400" b="0" i="1" u="none" strike="noStrike" cap="none" spc="0" normalizeH="0" baseline="0">
                  <a:ln>
                    <a:noFill/>
                  </a:ln>
                  <a:solidFill>
                    <a:srgbClr val="072941"/>
                  </a:solidFill>
                  <a:effectLst/>
                  <a:uFillTx/>
                  <a:latin typeface="+mj-lt"/>
                  <a:ea typeface="+mj-ea"/>
                  <a:cs typeface="+mj-cs"/>
                  <a:sym typeface="Calibri"/>
                </a:rPr>
                <a:t>Prepared</a:t>
              </a:r>
            </a:p>
            <a:p>
              <a:pPr marL="0" marR="0" indent="0" algn="l" defTabSz="914400" rtl="0" fontAlgn="auto" latinLnBrk="0" hangingPunct="0">
                <a:lnSpc>
                  <a:spcPct val="100000"/>
                </a:lnSpc>
                <a:spcBef>
                  <a:spcPts val="0"/>
                </a:spcBef>
                <a:spcAft>
                  <a:spcPts val="0"/>
                </a:spcAft>
                <a:buClrTx/>
                <a:buSzTx/>
                <a:buFontTx/>
                <a:buNone/>
                <a:tabLst/>
              </a:pPr>
              <a:r>
                <a:rPr kumimoji="0" lang="en-US" sz="1400" b="0" i="1" u="none" strike="noStrike" cap="none" spc="0" normalizeH="0" baseline="0">
                  <a:ln>
                    <a:noFill/>
                  </a:ln>
                  <a:solidFill>
                    <a:srgbClr val="072941"/>
                  </a:solidFill>
                  <a:effectLst/>
                  <a:uFillTx/>
                  <a:latin typeface="+mj-lt"/>
                  <a:ea typeface="+mj-ea"/>
                  <a:cs typeface="+mj-cs"/>
                  <a:sym typeface="Calibri"/>
                </a:rPr>
                <a:t>exclusively for:</a:t>
              </a:r>
            </a:p>
          </p:txBody>
        </p:sp>
      </p:grpSp>
      <p:pic>
        <p:nvPicPr>
          <p:cNvPr id="13" name="Picture 12">
            <a:extLst>
              <a:ext uri="{FF2B5EF4-FFF2-40B4-BE49-F238E27FC236}">
                <a16:creationId xmlns:a16="http://schemas.microsoft.com/office/drawing/2014/main" id="{6113A121-3A1D-6D55-415E-4B2833951867}"/>
              </a:ext>
            </a:extLst>
          </p:cNvPr>
          <p:cNvPicPr>
            <a:picLocks noChangeAspect="1"/>
          </p:cNvPicPr>
          <p:nvPr/>
        </p:nvPicPr>
        <p:blipFill>
          <a:blip r:embed="rId3"/>
          <a:stretch>
            <a:fillRect/>
          </a:stretch>
        </p:blipFill>
        <p:spPr>
          <a:xfrm>
            <a:off x="10807104" y="6190003"/>
            <a:ext cx="1362357" cy="515389"/>
          </a:xfrm>
          <a:prstGeom prst="rect">
            <a:avLst/>
          </a:prstGeom>
        </p:spPr>
      </p:pic>
    </p:spTree>
    <p:extLst>
      <p:ext uri="{BB962C8B-B14F-4D97-AF65-F5344CB8AC3E}">
        <p14:creationId xmlns:p14="http://schemas.microsoft.com/office/powerpoint/2010/main" val="406044161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893E6AD-78FF-37A3-3CA3-78337A82EC7C}"/>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2921A789-9D79-2DBD-D187-342FB7594360}"/>
              </a:ext>
            </a:extLst>
          </p:cNvPr>
          <p:cNvSpPr>
            <a:spLocks noGrp="1"/>
          </p:cNvSpPr>
          <p:nvPr>
            <p:ph type="body" sz="quarter" idx="12"/>
          </p:nvPr>
        </p:nvSpPr>
        <p:spPr>
          <a:xfrm>
            <a:off x="538122" y="1805354"/>
            <a:ext cx="6928795" cy="4178302"/>
          </a:xfrm>
          <a:noFill/>
        </p:spPr>
        <p:txBody>
          <a:bodyPr>
            <a:normAutofit/>
          </a:bodyPr>
          <a:lstStyle/>
          <a:p>
            <a:pPr defTabSz="914400" hangingPunct="0">
              <a:lnSpc>
                <a:spcPct val="120000"/>
              </a:lnSpc>
              <a:spcBef>
                <a:spcPts val="0"/>
              </a:spcBef>
              <a:spcAft>
                <a:spcPts val="300"/>
              </a:spcAft>
            </a:pPr>
            <a:r>
              <a:rPr lang="en-US" sz="1800" dirty="0">
                <a:latin typeface="Aptos" panose="020B0004020202020204" pitchFamily="34" charset="0"/>
                <a:sym typeface="Calibri"/>
                <a:hlinkClick r:id="rId3" action="ppaction://hlinksldjump">
                  <a:extLst>
                    <a:ext uri="{A12FA001-AC4F-418D-AE19-62706E023703}">
                      <ahyp:hlinkClr xmlns:ahyp="http://schemas.microsoft.com/office/drawing/2018/hyperlinkcolor" val="tx"/>
                    </a:ext>
                  </a:extLst>
                </a:hlinkClick>
              </a:rPr>
              <a:t>1.5.1 Executive Summary</a:t>
            </a:r>
            <a:endParaRPr lang="en-US" sz="1800" dirty="0">
              <a:latin typeface="Aptos" panose="020B0004020202020204" pitchFamily="34" charset="0"/>
              <a:sym typeface="Calibri"/>
            </a:endParaRPr>
          </a:p>
          <a:p>
            <a:pPr defTabSz="914400" hangingPunct="0">
              <a:lnSpc>
                <a:spcPct val="120000"/>
              </a:lnSpc>
              <a:spcBef>
                <a:spcPts val="0"/>
              </a:spcBef>
              <a:spcAft>
                <a:spcPts val="300"/>
              </a:spcAft>
            </a:pPr>
            <a:r>
              <a:rPr lang="en-US" sz="1800" dirty="0">
                <a:latin typeface="Aptos" panose="020B0004020202020204" pitchFamily="34" charset="0"/>
                <a:hlinkClick r:id="rId4" action="ppaction://hlinksldjump">
                  <a:extLst>
                    <a:ext uri="{A12FA001-AC4F-418D-AE19-62706E023703}">
                      <ahyp:hlinkClr xmlns:ahyp="http://schemas.microsoft.com/office/drawing/2018/hyperlinkcolor" val="tx"/>
                    </a:ext>
                  </a:extLst>
                </a:hlinkClick>
              </a:rPr>
              <a:t>1.5.2</a:t>
            </a:r>
            <a:r>
              <a:rPr lang="en-US" sz="1800" dirty="0">
                <a:latin typeface="Aptos" panose="020B0004020202020204" pitchFamily="34" charset="0"/>
                <a:sym typeface="Calibri"/>
                <a:hlinkClick r:id="rId4" action="ppaction://hlinksldjump">
                  <a:extLst>
                    <a:ext uri="{A12FA001-AC4F-418D-AE19-62706E023703}">
                      <ahyp:hlinkClr xmlns:ahyp="http://schemas.microsoft.com/office/drawing/2018/hyperlinkcolor" val="tx"/>
                    </a:ext>
                  </a:extLst>
                </a:hlinkClick>
              </a:rPr>
              <a:t> KM Maturity </a:t>
            </a:r>
            <a:r>
              <a:rPr lang="en-US" sz="1800" dirty="0">
                <a:latin typeface="Aptos" panose="020B0004020202020204" pitchFamily="34" charset="0"/>
                <a:hlinkClick r:id="rId4" action="ppaction://hlinksldjump">
                  <a:extLst>
                    <a:ext uri="{A12FA001-AC4F-418D-AE19-62706E023703}">
                      <ahyp:hlinkClr xmlns:ahyp="http://schemas.microsoft.com/office/drawing/2018/hyperlinkcolor" val="tx"/>
                    </a:ext>
                  </a:extLst>
                </a:hlinkClick>
              </a:rPr>
              <a:t>Model</a:t>
            </a:r>
            <a:endParaRPr lang="en-US" sz="1800" dirty="0">
              <a:latin typeface="Aptos" panose="020B0004020202020204" pitchFamily="34" charset="0"/>
              <a:sym typeface="Calibri"/>
            </a:endParaRPr>
          </a:p>
          <a:p>
            <a:pPr defTabSz="914400" hangingPunct="0">
              <a:lnSpc>
                <a:spcPct val="120000"/>
              </a:lnSpc>
              <a:spcBef>
                <a:spcPts val="0"/>
              </a:spcBef>
              <a:spcAft>
                <a:spcPts val="300"/>
              </a:spcAft>
            </a:pPr>
            <a:r>
              <a:rPr lang="en-US" sz="1800" dirty="0">
                <a:latin typeface="Aptos" panose="020B0004020202020204" pitchFamily="34" charset="0"/>
                <a:hlinkClick r:id="rId5" action="ppaction://hlinksldjump">
                  <a:extLst>
                    <a:ext uri="{A12FA001-AC4F-418D-AE19-62706E023703}">
                      <ahyp:hlinkClr xmlns:ahyp="http://schemas.microsoft.com/office/drawing/2018/hyperlinkcolor" val="tx"/>
                    </a:ext>
                  </a:extLst>
                </a:hlinkClick>
              </a:rPr>
              <a:t>1.5.3</a:t>
            </a:r>
            <a:r>
              <a:rPr lang="en-US" sz="1800" dirty="0">
                <a:latin typeface="Aptos" panose="020B0004020202020204" pitchFamily="34" charset="0"/>
                <a:sym typeface="Calibri"/>
                <a:hlinkClick r:id="rId5" action="ppaction://hlinksldjump">
                  <a:extLst>
                    <a:ext uri="{A12FA001-AC4F-418D-AE19-62706E023703}">
                      <ahyp:hlinkClr xmlns:ahyp="http://schemas.microsoft.com/office/drawing/2018/hyperlinkcolor" val="tx"/>
                    </a:ext>
                  </a:extLst>
                </a:hlinkClick>
              </a:rPr>
              <a:t> Gap Analysis</a:t>
            </a:r>
            <a:endParaRPr lang="en-US" sz="1800" dirty="0">
              <a:latin typeface="Aptos" panose="020B0004020202020204" pitchFamily="34" charset="0"/>
              <a:sym typeface="Calibri"/>
            </a:endParaRPr>
          </a:p>
          <a:p>
            <a:pPr defTabSz="914400" hangingPunct="0">
              <a:lnSpc>
                <a:spcPct val="120000"/>
              </a:lnSpc>
              <a:spcBef>
                <a:spcPts val="0"/>
              </a:spcBef>
              <a:spcAft>
                <a:spcPts val="300"/>
              </a:spcAft>
            </a:pPr>
            <a:r>
              <a:rPr lang="en-US" sz="1800" dirty="0">
                <a:latin typeface="Aptos" panose="020B0004020202020204" pitchFamily="34" charset="0"/>
                <a:sym typeface="Calibri"/>
                <a:hlinkClick r:id="rId6" action="ppaction://hlinksldjump">
                  <a:extLst>
                    <a:ext uri="{A12FA001-AC4F-418D-AE19-62706E023703}">
                      <ahyp:hlinkClr xmlns:ahyp="http://schemas.microsoft.com/office/drawing/2018/hyperlinkcolor" val="tx"/>
                    </a:ext>
                  </a:extLst>
                </a:hlinkClick>
              </a:rPr>
              <a:t>1.5.4 </a:t>
            </a:r>
            <a:r>
              <a:rPr lang="en-US" sz="1800" dirty="0">
                <a:latin typeface="Aptos" panose="020B0004020202020204" pitchFamily="34" charset="0"/>
                <a:hlinkClick r:id="rId6" action="ppaction://hlinksldjump">
                  <a:extLst>
                    <a:ext uri="{A12FA001-AC4F-418D-AE19-62706E023703}">
                      <ahyp:hlinkClr xmlns:ahyp="http://schemas.microsoft.com/office/drawing/2018/hyperlinkcolor" val="tx"/>
                    </a:ext>
                  </a:extLst>
                </a:hlinkClick>
              </a:rPr>
              <a:t>KM Capabilities</a:t>
            </a:r>
            <a:endParaRPr lang="en-US" sz="1800" dirty="0">
              <a:latin typeface="Aptos" panose="020B0004020202020204" pitchFamily="34" charset="0"/>
            </a:endParaRPr>
          </a:p>
          <a:p>
            <a:pPr defTabSz="914400" hangingPunct="0">
              <a:lnSpc>
                <a:spcPct val="120000"/>
              </a:lnSpc>
              <a:spcBef>
                <a:spcPts val="0"/>
              </a:spcBef>
              <a:spcAft>
                <a:spcPts val="300"/>
              </a:spcAft>
            </a:pPr>
            <a:r>
              <a:rPr lang="en-US" sz="1800" dirty="0">
                <a:latin typeface="Aptos" panose="020B0004020202020204" pitchFamily="34" charset="0"/>
                <a:hlinkClick r:id="rId7" action="ppaction://hlinksldjump">
                  <a:extLst>
                    <a:ext uri="{A12FA001-AC4F-418D-AE19-62706E023703}">
                      <ahyp:hlinkClr xmlns:ahyp="http://schemas.microsoft.com/office/drawing/2018/hyperlinkcolor" val="tx"/>
                    </a:ext>
                  </a:extLst>
                </a:hlinkClick>
              </a:rPr>
              <a:t>1.5.5</a:t>
            </a:r>
            <a:r>
              <a:rPr lang="en-US" sz="1800" dirty="0">
                <a:latin typeface="Aptos" panose="020B0004020202020204" pitchFamily="34" charset="0"/>
                <a:sym typeface="Calibri"/>
                <a:hlinkClick r:id="rId7" action="ppaction://hlinksldjump">
                  <a:extLst>
                    <a:ext uri="{A12FA001-AC4F-418D-AE19-62706E023703}">
                      <ahyp:hlinkClr xmlns:ahyp="http://schemas.microsoft.com/office/drawing/2018/hyperlinkcolor" val="tx"/>
                    </a:ext>
                  </a:extLst>
                </a:hlinkClick>
              </a:rPr>
              <a:t> KM Principles &amp; Standards</a:t>
            </a:r>
            <a:endParaRPr lang="en-US" sz="1800" dirty="0">
              <a:latin typeface="Aptos" panose="020B0004020202020204" pitchFamily="34" charset="0"/>
              <a:sym typeface="Calibri"/>
            </a:endParaRPr>
          </a:p>
          <a:p>
            <a:pPr defTabSz="914400" hangingPunct="0">
              <a:lnSpc>
                <a:spcPct val="120000"/>
              </a:lnSpc>
              <a:spcBef>
                <a:spcPts val="0"/>
              </a:spcBef>
              <a:spcAft>
                <a:spcPts val="300"/>
              </a:spcAft>
            </a:pPr>
            <a:r>
              <a:rPr lang="en-US" sz="1800" dirty="0">
                <a:latin typeface="Aptos" panose="020B0004020202020204" pitchFamily="34" charset="0"/>
                <a:sym typeface="Calibri"/>
                <a:hlinkClick r:id="rId8" action="ppaction://hlinksldjump">
                  <a:extLst>
                    <a:ext uri="{A12FA001-AC4F-418D-AE19-62706E023703}">
                      <ahyp:hlinkClr xmlns:ahyp="http://schemas.microsoft.com/office/drawing/2018/hyperlinkcolor" val="tx"/>
                    </a:ext>
                  </a:extLst>
                </a:hlinkClick>
              </a:rPr>
              <a:t>1.5.6 </a:t>
            </a:r>
            <a:r>
              <a:rPr lang="en-US" sz="1800" dirty="0">
                <a:latin typeface="Aptos" panose="020B0004020202020204" pitchFamily="34" charset="0"/>
                <a:hlinkClick r:id="rId8" action="ppaction://hlinksldjump">
                  <a:extLst>
                    <a:ext uri="{A12FA001-AC4F-418D-AE19-62706E023703}">
                      <ahyp:hlinkClr xmlns:ahyp="http://schemas.microsoft.com/office/drawing/2018/hyperlinkcolor" val="tx"/>
                    </a:ext>
                  </a:extLst>
                </a:hlinkClick>
              </a:rPr>
              <a:t>Roles &amp; Responsibilities</a:t>
            </a:r>
            <a:endParaRPr lang="en-US" sz="1800" dirty="0">
              <a:latin typeface="Aptos" panose="020B0004020202020204" pitchFamily="34" charset="0"/>
              <a:sym typeface="Calibri"/>
            </a:endParaRPr>
          </a:p>
          <a:p>
            <a:pPr defTabSz="914400" hangingPunct="0">
              <a:lnSpc>
                <a:spcPct val="120000"/>
              </a:lnSpc>
              <a:spcBef>
                <a:spcPts val="0"/>
              </a:spcBef>
              <a:spcAft>
                <a:spcPts val="300"/>
              </a:spcAft>
            </a:pPr>
            <a:r>
              <a:rPr lang="en-US" sz="1800" dirty="0">
                <a:latin typeface="Aptos" panose="020B0004020202020204" pitchFamily="34" charset="0"/>
                <a:sym typeface="Calibri"/>
                <a:hlinkClick r:id="rId9" action="ppaction://hlinksldjump">
                  <a:extLst>
                    <a:ext uri="{A12FA001-AC4F-418D-AE19-62706E023703}">
                      <ahyp:hlinkClr xmlns:ahyp="http://schemas.microsoft.com/office/drawing/2018/hyperlinkcolor" val="tx"/>
                    </a:ext>
                  </a:extLst>
                </a:hlinkClick>
              </a:rPr>
              <a:t>1.5.7 Success Metrics</a:t>
            </a:r>
            <a:endParaRPr lang="en-US" sz="1800" dirty="0">
              <a:latin typeface="Aptos" panose="020B0004020202020204" pitchFamily="34" charset="0"/>
              <a:sym typeface="Calibri"/>
            </a:endParaRPr>
          </a:p>
          <a:p>
            <a:pPr defTabSz="914400" hangingPunct="0">
              <a:lnSpc>
                <a:spcPct val="120000"/>
              </a:lnSpc>
              <a:spcBef>
                <a:spcPts val="0"/>
              </a:spcBef>
              <a:spcAft>
                <a:spcPts val="300"/>
              </a:spcAft>
            </a:pPr>
            <a:r>
              <a:rPr lang="en-US" sz="1800" dirty="0">
                <a:latin typeface="Aptos" panose="020B0004020202020204" pitchFamily="34" charset="0"/>
                <a:sym typeface="Calibri"/>
                <a:hlinkClick r:id="rId10" action="ppaction://hlinksldjump">
                  <a:extLst>
                    <a:ext uri="{A12FA001-AC4F-418D-AE19-62706E023703}">
                      <ahyp:hlinkClr xmlns:ahyp="http://schemas.microsoft.com/office/drawing/2018/hyperlinkcolor" val="tx"/>
                    </a:ext>
                  </a:extLst>
                </a:hlinkClick>
              </a:rPr>
              <a:t>1.5.8 Conclusions  &amp; Path Forward</a:t>
            </a:r>
            <a:endParaRPr lang="en-US" sz="1800" dirty="0">
              <a:latin typeface="Aptos" panose="020B0004020202020204" pitchFamily="34" charset="0"/>
              <a:sym typeface="Calibri"/>
            </a:endParaRPr>
          </a:p>
          <a:p>
            <a:pPr defTabSz="914400" hangingPunct="0">
              <a:spcBef>
                <a:spcPts val="0"/>
              </a:spcBef>
            </a:pPr>
            <a:endParaRPr lang="en-US" sz="3600" dirty="0">
              <a:latin typeface="Aptos" panose="020B0004020202020204" pitchFamily="34" charset="0"/>
              <a:sym typeface="Calibri"/>
            </a:endParaRPr>
          </a:p>
          <a:p>
            <a:pPr defTabSz="914400" hangingPunct="0">
              <a:spcBef>
                <a:spcPts val="0"/>
              </a:spcBef>
            </a:pPr>
            <a:endParaRPr lang="en-US" sz="3600" dirty="0">
              <a:latin typeface="Aptos" panose="020B0004020202020204" pitchFamily="34" charset="0"/>
              <a:sym typeface="Calibri"/>
            </a:endParaRPr>
          </a:p>
          <a:p>
            <a:endParaRPr lang="en-US" sz="3200" dirty="0">
              <a:latin typeface="Aptos" panose="020B0004020202020204" pitchFamily="34" charset="0"/>
            </a:endParaRPr>
          </a:p>
        </p:txBody>
      </p:sp>
      <p:sp>
        <p:nvSpPr>
          <p:cNvPr id="7" name="Rectangle 6" hidden="1">
            <a:extLst>
              <a:ext uri="{FF2B5EF4-FFF2-40B4-BE49-F238E27FC236}">
                <a16:creationId xmlns:a16="http://schemas.microsoft.com/office/drawing/2014/main" id="{473EF871-426C-C861-E593-56968542BD9C}"/>
              </a:ext>
            </a:extLst>
          </p:cNvPr>
          <p:cNvSpPr/>
          <p:nvPr/>
        </p:nvSpPr>
        <p:spPr>
          <a:xfrm>
            <a:off x="1" y="0"/>
            <a:ext cx="12219430" cy="6879265"/>
          </a:xfrm>
          <a:prstGeom prst="rect">
            <a:avLst/>
          </a:prstGeom>
          <a:blipFill>
            <a:blip r:embed="rId11"/>
            <a:stretch>
              <a:fillRect/>
            </a:stretch>
          </a:blip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tabLst/>
            </a:pPr>
            <a:endParaRPr kumimoji="0" lang="en-US" sz="1800" b="0" i="0" u="none" strike="noStrike" cap="none" spc="0" normalizeH="0" baseline="0">
              <a:ln>
                <a:noFill/>
              </a:ln>
              <a:solidFill>
                <a:srgbClr val="072941"/>
              </a:solidFill>
              <a:effectLst/>
              <a:uFillTx/>
              <a:latin typeface="+mj-lt"/>
              <a:ea typeface="+mj-ea"/>
              <a:cs typeface="+mj-cs"/>
              <a:sym typeface="Calibri"/>
            </a:endParaRPr>
          </a:p>
        </p:txBody>
      </p:sp>
      <p:sp>
        <p:nvSpPr>
          <p:cNvPr id="2" name="Title 1">
            <a:extLst>
              <a:ext uri="{FF2B5EF4-FFF2-40B4-BE49-F238E27FC236}">
                <a16:creationId xmlns:a16="http://schemas.microsoft.com/office/drawing/2014/main" id="{DBE7F8E2-C617-7F05-C4EA-F0B4B7CC8621}"/>
              </a:ext>
            </a:extLst>
          </p:cNvPr>
          <p:cNvSpPr>
            <a:spLocks noGrp="1"/>
          </p:cNvSpPr>
          <p:nvPr>
            <p:ph type="title"/>
          </p:nvPr>
        </p:nvSpPr>
        <p:spPr/>
        <p:txBody>
          <a:bodyPr/>
          <a:lstStyle/>
          <a:p>
            <a:r>
              <a:rPr lang="en-US" dirty="0"/>
              <a:t>1.5 KM Framework Navigation</a:t>
            </a:r>
          </a:p>
        </p:txBody>
      </p:sp>
      <p:sp>
        <p:nvSpPr>
          <p:cNvPr id="5" name="Slide Number Placeholder 4">
            <a:extLst>
              <a:ext uri="{FF2B5EF4-FFF2-40B4-BE49-F238E27FC236}">
                <a16:creationId xmlns:a16="http://schemas.microsoft.com/office/drawing/2014/main" id="{FA15194C-8B6D-5B17-BA8E-F68F098705CC}"/>
              </a:ext>
            </a:extLst>
          </p:cNvPr>
          <p:cNvSpPr>
            <a:spLocks noGrp="1"/>
          </p:cNvSpPr>
          <p:nvPr>
            <p:ph type="sldNum" sz="quarter" idx="14"/>
          </p:nvPr>
        </p:nvSpPr>
        <p:spPr/>
        <p:txBody>
          <a:bodyPr/>
          <a:lstStyle/>
          <a:p>
            <a:fld id="{A22638FE-01C9-41BA-BE25-085106FB5C8A}" type="slidenum">
              <a:rPr lang="en-US" smtClean="0"/>
              <a:t>2</a:t>
            </a:fld>
            <a:endParaRPr lang="en-US"/>
          </a:p>
        </p:txBody>
      </p:sp>
      <p:pic>
        <p:nvPicPr>
          <p:cNvPr id="1028" name="Picture 4" descr="our services-map-2">
            <a:extLst>
              <a:ext uri="{FF2B5EF4-FFF2-40B4-BE49-F238E27FC236}">
                <a16:creationId xmlns:a16="http://schemas.microsoft.com/office/drawing/2014/main" id="{10A66A41-E0A8-EE1E-4284-B350A0BE2503}"/>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6474288" y="1290084"/>
            <a:ext cx="5882543" cy="404144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830227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06DA01B5-A754-595E-BA49-4D917906024C}"/>
              </a:ext>
            </a:extLst>
          </p:cNvPr>
          <p:cNvSpPr>
            <a:spLocks noGrp="1"/>
          </p:cNvSpPr>
          <p:nvPr>
            <p:ph type="title"/>
          </p:nvPr>
        </p:nvSpPr>
        <p:spPr/>
        <p:txBody>
          <a:bodyPr>
            <a:noAutofit/>
          </a:bodyPr>
          <a:lstStyle/>
          <a:p>
            <a:r>
              <a:rPr lang="en-US" dirty="0">
                <a:latin typeface="Aptos" panose="020B0004020202020204" pitchFamily="34" charset="0"/>
              </a:rPr>
              <a:t>1.5.1 Executive Summary</a:t>
            </a:r>
          </a:p>
        </p:txBody>
      </p:sp>
      <p:sp>
        <p:nvSpPr>
          <p:cNvPr id="8" name="Content Placeholder 7">
            <a:extLst>
              <a:ext uri="{FF2B5EF4-FFF2-40B4-BE49-F238E27FC236}">
                <a16:creationId xmlns:a16="http://schemas.microsoft.com/office/drawing/2014/main" id="{B1EEE37F-CD01-AB19-C132-44BED4B84103}"/>
              </a:ext>
            </a:extLst>
          </p:cNvPr>
          <p:cNvSpPr>
            <a:spLocks noGrp="1"/>
          </p:cNvSpPr>
          <p:nvPr>
            <p:ph idx="1"/>
          </p:nvPr>
        </p:nvSpPr>
        <p:spPr/>
        <p:txBody>
          <a:bodyPr/>
          <a:lstStyle/>
          <a:p>
            <a:pPr>
              <a:lnSpc>
                <a:spcPct val="120000"/>
              </a:lnSpc>
              <a:spcBef>
                <a:spcPts val="0"/>
              </a:spcBef>
              <a:spcAft>
                <a:spcPts val="300"/>
              </a:spcAft>
            </a:pPr>
            <a:r>
              <a:rPr lang="en-US" b="1" cap="all" dirty="0">
                <a:latin typeface="Aptos" panose="020B0004020202020204" pitchFamily="34" charset="0"/>
              </a:rPr>
              <a:t>Section Summary</a:t>
            </a:r>
          </a:p>
          <a:p>
            <a:pPr>
              <a:lnSpc>
                <a:spcPct val="120000"/>
              </a:lnSpc>
              <a:spcBef>
                <a:spcPts val="0"/>
              </a:spcBef>
              <a:spcAft>
                <a:spcPts val="300"/>
              </a:spcAft>
            </a:pPr>
            <a:r>
              <a:rPr lang="en-US" dirty="0">
                <a:latin typeface="Aptos" panose="020B0004020202020204" pitchFamily="34" charset="0"/>
              </a:rPr>
              <a:t>This section provides a high-level overview of the knowledge management initiative, identifying core organizational challenges in knowledge capture and sharing, and outlining strategic opportunities to transform knowledge into a competitive advantage through systematic capture, organization, and AI-enabled access.</a:t>
            </a:r>
          </a:p>
          <a:p>
            <a:pPr>
              <a:lnSpc>
                <a:spcPct val="120000"/>
              </a:lnSpc>
              <a:spcBef>
                <a:spcPts val="0"/>
              </a:spcBef>
              <a:spcAft>
                <a:spcPts val="300"/>
              </a:spcAft>
            </a:pPr>
            <a:endParaRPr lang="en-US" dirty="0">
              <a:latin typeface="Aptos" panose="020B0004020202020204" pitchFamily="34" charset="0"/>
            </a:endParaRPr>
          </a:p>
        </p:txBody>
      </p:sp>
      <p:sp>
        <p:nvSpPr>
          <p:cNvPr id="9" name="Content Placeholder 8">
            <a:extLst>
              <a:ext uri="{FF2B5EF4-FFF2-40B4-BE49-F238E27FC236}">
                <a16:creationId xmlns:a16="http://schemas.microsoft.com/office/drawing/2014/main" id="{ACC42D2B-35C4-B712-9360-EB8858E53592}"/>
              </a:ext>
            </a:extLst>
          </p:cNvPr>
          <p:cNvSpPr>
            <a:spLocks noGrp="1"/>
          </p:cNvSpPr>
          <p:nvPr>
            <p:ph idx="10"/>
          </p:nvPr>
        </p:nvSpPr>
        <p:spPr/>
        <p:txBody>
          <a:bodyPr/>
          <a:lstStyle/>
          <a:p>
            <a:r>
              <a:rPr lang="en-US" b="1" cap="all" dirty="0">
                <a:latin typeface="Aptos" panose="020B0004020202020204" pitchFamily="34" charset="0"/>
              </a:rPr>
              <a:t>Key Topics</a:t>
            </a:r>
          </a:p>
          <a:p>
            <a:pPr marL="285750" indent="-285750">
              <a:buFont typeface="Arial" panose="020B0604020202020204" pitchFamily="34" charset="0"/>
              <a:buChar char="•"/>
            </a:pPr>
            <a:r>
              <a:rPr lang="en-US" dirty="0">
                <a:latin typeface="Aptos" panose="020B0004020202020204" pitchFamily="34" charset="0"/>
              </a:rPr>
              <a:t>Overview</a:t>
            </a:r>
          </a:p>
          <a:p>
            <a:pPr marL="285750" indent="-285750">
              <a:buFont typeface="Arial" panose="020B0604020202020204" pitchFamily="34" charset="0"/>
              <a:buChar char="•"/>
            </a:pPr>
            <a:r>
              <a:rPr lang="en-US" dirty="0">
                <a:latin typeface="Aptos" panose="020B0004020202020204" pitchFamily="34" charset="0"/>
              </a:rPr>
              <a:t>Core Challenges</a:t>
            </a:r>
          </a:p>
          <a:p>
            <a:pPr marL="285750" indent="-285750">
              <a:buFont typeface="Arial" panose="020B0604020202020204" pitchFamily="34" charset="0"/>
              <a:buChar char="•"/>
            </a:pPr>
            <a:r>
              <a:rPr lang="en-US" dirty="0">
                <a:latin typeface="Aptos" panose="020B0004020202020204" pitchFamily="34" charset="0"/>
              </a:rPr>
              <a:t>Strategic Opportunities</a:t>
            </a:r>
          </a:p>
          <a:p>
            <a:endParaRPr lang="en-US" dirty="0">
              <a:latin typeface="Aptos" panose="020B0004020202020204" pitchFamily="34" charset="0"/>
            </a:endParaRPr>
          </a:p>
        </p:txBody>
      </p:sp>
      <p:sp>
        <p:nvSpPr>
          <p:cNvPr id="5" name="Slide Number Placeholder 4">
            <a:extLst>
              <a:ext uri="{FF2B5EF4-FFF2-40B4-BE49-F238E27FC236}">
                <a16:creationId xmlns:a16="http://schemas.microsoft.com/office/drawing/2014/main" id="{CF50FCED-C7C2-1E0C-9D07-FCF5F6282AC0}"/>
              </a:ext>
            </a:extLst>
          </p:cNvPr>
          <p:cNvSpPr>
            <a:spLocks noGrp="1"/>
          </p:cNvSpPr>
          <p:nvPr>
            <p:ph type="sldNum" sz="quarter" idx="12"/>
          </p:nvPr>
        </p:nvSpPr>
        <p:spPr>
          <a:xfrm>
            <a:off x="11654443" y="6330787"/>
            <a:ext cx="503416" cy="369329"/>
          </a:xfrm>
        </p:spPr>
        <p:txBody>
          <a:bodyPr/>
          <a:lstStyle/>
          <a:p>
            <a:fld id="{A22638FE-01C9-41BA-BE25-085106FB5C8A}" type="slidenum">
              <a:rPr lang="en-US" smtClean="0">
                <a:latin typeface="Aptos" panose="020B0004020202020204" pitchFamily="34" charset="0"/>
              </a:rPr>
              <a:t>3</a:t>
            </a:fld>
            <a:endParaRPr lang="en-US">
              <a:latin typeface="Aptos" panose="020B0004020202020204" pitchFamily="34" charset="0"/>
            </a:endParaRPr>
          </a:p>
        </p:txBody>
      </p:sp>
      <p:sp>
        <p:nvSpPr>
          <p:cNvPr id="3" name="Rectangle 2">
            <a:hlinkClick r:id="rId2" action="ppaction://hlinksldjump"/>
            <a:extLst>
              <a:ext uri="{FF2B5EF4-FFF2-40B4-BE49-F238E27FC236}">
                <a16:creationId xmlns:a16="http://schemas.microsoft.com/office/drawing/2014/main" id="{860369ED-98B9-5E60-CB89-47CBF9FF6F40}"/>
              </a:ext>
            </a:extLst>
          </p:cNvPr>
          <p:cNvSpPr/>
          <p:nvPr/>
        </p:nvSpPr>
        <p:spPr>
          <a:xfrm>
            <a:off x="10970013" y="484568"/>
            <a:ext cx="355724" cy="369330"/>
          </a:xfrm>
          <a:prstGeom prst="rect">
            <a:avLst/>
          </a:prstGeom>
          <a:solidFill>
            <a:schemeClr val="accent1"/>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tabLst/>
            </a:pPr>
            <a:endParaRPr kumimoji="0" lang="en-US" sz="1800" b="0" i="0" u="none" strike="noStrike" cap="none" spc="0" normalizeH="0" baseline="0">
              <a:ln>
                <a:noFill/>
              </a:ln>
              <a:solidFill>
                <a:srgbClr val="072941"/>
              </a:solidFill>
              <a:effectLst/>
              <a:uFillTx/>
              <a:latin typeface="Aptos" panose="020B0004020202020204" pitchFamily="34" charset="0"/>
              <a:sym typeface="Calibri"/>
            </a:endParaRPr>
          </a:p>
        </p:txBody>
      </p:sp>
      <p:pic>
        <p:nvPicPr>
          <p:cNvPr id="10" name="Graphic 9" descr="Home with solid fill">
            <a:hlinkClick r:id="rId2" action="ppaction://hlinksldjump"/>
            <a:extLst>
              <a:ext uri="{FF2B5EF4-FFF2-40B4-BE49-F238E27FC236}">
                <a16:creationId xmlns:a16="http://schemas.microsoft.com/office/drawing/2014/main" id="{0BCDD619-F9C8-BA10-CAB4-C1A746D6171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967226" y="469000"/>
            <a:ext cx="377598" cy="377598"/>
          </a:xfrm>
          <a:prstGeom prst="rect">
            <a:avLst/>
          </a:prstGeom>
        </p:spPr>
      </p:pic>
      <p:sp>
        <p:nvSpPr>
          <p:cNvPr id="4" name="Rectangle 3">
            <a:hlinkClick r:id="rId4" action="ppaction://hlinksldjump"/>
            <a:extLst>
              <a:ext uri="{FF2B5EF4-FFF2-40B4-BE49-F238E27FC236}">
                <a16:creationId xmlns:a16="http://schemas.microsoft.com/office/drawing/2014/main" id="{E9B15978-3B31-0A79-EEB7-85F970CD8AF7}"/>
              </a:ext>
            </a:extLst>
          </p:cNvPr>
          <p:cNvSpPr/>
          <p:nvPr/>
        </p:nvSpPr>
        <p:spPr>
          <a:xfrm>
            <a:off x="11384916" y="489586"/>
            <a:ext cx="355724" cy="369330"/>
          </a:xfrm>
          <a:prstGeom prst="rect">
            <a:avLst/>
          </a:prstGeom>
          <a:solidFill>
            <a:schemeClr val="accent1"/>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tabLst/>
            </a:pPr>
            <a:endParaRPr kumimoji="0" lang="en-US" sz="1800" b="0" i="0" u="none" strike="noStrike" cap="none" spc="0" normalizeH="0" baseline="0">
              <a:ln>
                <a:noFill/>
              </a:ln>
              <a:solidFill>
                <a:srgbClr val="072941"/>
              </a:solidFill>
              <a:effectLst/>
              <a:uFillTx/>
              <a:latin typeface="Aptos" panose="020B0004020202020204" pitchFamily="34" charset="0"/>
              <a:sym typeface="Calibri"/>
            </a:endParaRPr>
          </a:p>
        </p:txBody>
      </p:sp>
      <p:pic>
        <p:nvPicPr>
          <p:cNvPr id="15" name="Graphic 14" descr="Play with solid fill">
            <a:hlinkClick r:id="rId4" action="ppaction://hlinksldjump"/>
            <a:extLst>
              <a:ext uri="{FF2B5EF4-FFF2-40B4-BE49-F238E27FC236}">
                <a16:creationId xmlns:a16="http://schemas.microsoft.com/office/drawing/2014/main" id="{7202AFC7-E626-7E28-F392-C5336D176108}"/>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1384917" y="490874"/>
            <a:ext cx="355724" cy="355724"/>
          </a:xfrm>
          <a:prstGeom prst="rect">
            <a:avLst/>
          </a:prstGeom>
        </p:spPr>
      </p:pic>
    </p:spTree>
    <p:extLst>
      <p:ext uri="{BB962C8B-B14F-4D97-AF65-F5344CB8AC3E}">
        <p14:creationId xmlns:p14="http://schemas.microsoft.com/office/powerpoint/2010/main" val="393244451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9BBF89-B502-DA0F-DF77-5E5DDF92E6B0}"/>
              </a:ext>
            </a:extLst>
          </p:cNvPr>
          <p:cNvSpPr>
            <a:spLocks noGrp="1"/>
          </p:cNvSpPr>
          <p:nvPr>
            <p:ph type="title"/>
          </p:nvPr>
        </p:nvSpPr>
        <p:spPr/>
        <p:txBody>
          <a:bodyPr/>
          <a:lstStyle/>
          <a:p>
            <a:r>
              <a:rPr lang="en-US" dirty="0">
                <a:latin typeface="Aptos" panose="020B0004020202020204" pitchFamily="34" charset="0"/>
              </a:rPr>
              <a:t>1.5.1.1 Executive Summary – Current State</a:t>
            </a:r>
          </a:p>
        </p:txBody>
      </p:sp>
      <p:sp>
        <p:nvSpPr>
          <p:cNvPr id="3" name="Content Placeholder 2">
            <a:extLst>
              <a:ext uri="{FF2B5EF4-FFF2-40B4-BE49-F238E27FC236}">
                <a16:creationId xmlns:a16="http://schemas.microsoft.com/office/drawing/2014/main" id="{EF23683B-0FA7-563E-92FB-96BEACA49324}"/>
              </a:ext>
            </a:extLst>
          </p:cNvPr>
          <p:cNvSpPr>
            <a:spLocks noGrp="1"/>
          </p:cNvSpPr>
          <p:nvPr>
            <p:ph idx="1"/>
          </p:nvPr>
        </p:nvSpPr>
        <p:spPr>
          <a:xfrm>
            <a:off x="868196" y="1239008"/>
            <a:ext cx="11161676" cy="4764741"/>
          </a:xfrm>
        </p:spPr>
        <p:txBody>
          <a:bodyPr>
            <a:normAutofit/>
          </a:bodyPr>
          <a:lstStyle/>
          <a:p>
            <a:r>
              <a:rPr lang="en-US" sz="2000" dirty="0">
                <a:latin typeface="Aptos" panose="020B0004020202020204" pitchFamily="34" charset="0"/>
              </a:rPr>
              <a:t>Stellantis Financial Services operates at Knowledge Management Maturity Level 2 (Aware):</a:t>
            </a:r>
          </a:p>
          <a:p>
            <a:pPr marL="457200" indent="-457200">
              <a:buFont typeface="Arial" panose="020B0604020202020204" pitchFamily="34" charset="0"/>
              <a:buChar char="•"/>
            </a:pPr>
            <a:r>
              <a:rPr lang="en-US" sz="2000" dirty="0">
                <a:latin typeface="Aptos" panose="020B0004020202020204" pitchFamily="34" charset="0"/>
              </a:rPr>
              <a:t>Critical tribal knowledge concentrated in individuals.</a:t>
            </a:r>
          </a:p>
          <a:p>
            <a:pPr marL="457200" indent="-457200">
              <a:buFont typeface="Arial" panose="020B0604020202020204" pitchFamily="34" charset="0"/>
              <a:buChar char="•"/>
            </a:pPr>
            <a:r>
              <a:rPr lang="en-US" sz="2000" dirty="0">
                <a:latin typeface="Aptos" panose="020B0004020202020204" pitchFamily="34" charset="0"/>
              </a:rPr>
              <a:t>Only 30-40% of enterprise integrations are documented.</a:t>
            </a:r>
          </a:p>
          <a:p>
            <a:pPr marL="457200" indent="-457200">
              <a:buFont typeface="Arial" panose="020B0604020202020204" pitchFamily="34" charset="0"/>
              <a:buChar char="•"/>
            </a:pPr>
            <a:r>
              <a:rPr lang="en-US" sz="2000" dirty="0">
                <a:latin typeface="Aptos" panose="020B0004020202020204" pitchFamily="34" charset="0"/>
              </a:rPr>
              <a:t>Data classification stands at 70% versus 99% regulatory target.</a:t>
            </a:r>
          </a:p>
          <a:p>
            <a:pPr marL="457200" indent="-457200">
              <a:buFont typeface="Arial" panose="020B0604020202020204" pitchFamily="34" charset="0"/>
              <a:buChar char="•"/>
            </a:pPr>
            <a:r>
              <a:rPr lang="en-US" sz="2000" dirty="0">
                <a:latin typeface="Aptos" panose="020B0004020202020204" pitchFamily="34" charset="0"/>
              </a:rPr>
              <a:t>Organization lacks enterprise search capabilities.</a:t>
            </a:r>
          </a:p>
          <a:p>
            <a:pPr marL="457200" indent="-457200">
              <a:buFont typeface="Arial" panose="020B0604020202020204" pitchFamily="34" charset="0"/>
              <a:buChar char="•"/>
            </a:pPr>
            <a:r>
              <a:rPr lang="en-US" sz="2000" dirty="0">
                <a:latin typeface="Aptos" panose="020B0004020202020204" pitchFamily="34" charset="0"/>
              </a:rPr>
              <a:t>Resulting in:</a:t>
            </a:r>
          </a:p>
          <a:p>
            <a:pPr marL="913486" lvl="1" indent="-457200">
              <a:buFont typeface="Arial" panose="020B0604020202020204" pitchFamily="34" charset="0"/>
              <a:buChar char="•"/>
            </a:pPr>
            <a:r>
              <a:rPr lang="en-US" sz="2000" dirty="0">
                <a:latin typeface="Aptos" panose="020B0004020202020204" pitchFamily="34" charset="0"/>
              </a:rPr>
              <a:t>Forcing 10-day BI turnaround times. </a:t>
            </a:r>
          </a:p>
          <a:p>
            <a:pPr marL="913486" lvl="1" indent="-457200">
              <a:buFont typeface="Arial" panose="020B0604020202020204" pitchFamily="34" charset="0"/>
              <a:buChar char="•"/>
            </a:pPr>
            <a:r>
              <a:rPr lang="en-US" sz="2000" dirty="0">
                <a:latin typeface="Aptos" panose="020B0004020202020204" pitchFamily="34" charset="0"/>
              </a:rPr>
              <a:t>Consuming 50% of testing capacity on maintenance.</a:t>
            </a:r>
          </a:p>
        </p:txBody>
      </p:sp>
      <p:sp>
        <p:nvSpPr>
          <p:cNvPr id="5" name="Slide Number Placeholder 4">
            <a:extLst>
              <a:ext uri="{FF2B5EF4-FFF2-40B4-BE49-F238E27FC236}">
                <a16:creationId xmlns:a16="http://schemas.microsoft.com/office/drawing/2014/main" id="{3CB3DE56-6D72-E6FF-38A1-03D443DC69D5}"/>
              </a:ext>
            </a:extLst>
          </p:cNvPr>
          <p:cNvSpPr>
            <a:spLocks noGrp="1"/>
          </p:cNvSpPr>
          <p:nvPr>
            <p:ph type="sldNum" sz="quarter" idx="12"/>
          </p:nvPr>
        </p:nvSpPr>
        <p:spPr/>
        <p:txBody>
          <a:bodyPr/>
          <a:lstStyle/>
          <a:p>
            <a:fld id="{A22638FE-01C9-41BA-BE25-085106FB5C8A}" type="slidenum">
              <a:rPr lang="en-US" smtClean="0">
                <a:latin typeface="Aptos" panose="020B0004020202020204" pitchFamily="34" charset="0"/>
              </a:rPr>
              <a:t>4</a:t>
            </a:fld>
            <a:endParaRPr lang="en-US">
              <a:latin typeface="Aptos" panose="020B0004020202020204" pitchFamily="34" charset="0"/>
            </a:endParaRPr>
          </a:p>
        </p:txBody>
      </p:sp>
    </p:spTree>
    <p:extLst>
      <p:ext uri="{BB962C8B-B14F-4D97-AF65-F5344CB8AC3E}">
        <p14:creationId xmlns:p14="http://schemas.microsoft.com/office/powerpoint/2010/main" val="41568658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2D8D04-F327-9A1F-683F-896BEB8609A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B4B1AEB-246B-DB8A-68B9-3DACD7971C0B}"/>
              </a:ext>
            </a:extLst>
          </p:cNvPr>
          <p:cNvSpPr>
            <a:spLocks noGrp="1"/>
          </p:cNvSpPr>
          <p:nvPr>
            <p:ph type="title"/>
          </p:nvPr>
        </p:nvSpPr>
        <p:spPr/>
        <p:txBody>
          <a:bodyPr/>
          <a:lstStyle/>
          <a:p>
            <a:r>
              <a:rPr lang="en-US" dirty="0">
                <a:latin typeface="Aptos" panose="020B0004020202020204" pitchFamily="34" charset="0"/>
              </a:rPr>
              <a:t>1.5.1.2 Executive Summary – Core Challenges</a:t>
            </a:r>
          </a:p>
        </p:txBody>
      </p:sp>
      <p:sp>
        <p:nvSpPr>
          <p:cNvPr id="3" name="Content Placeholder 2">
            <a:extLst>
              <a:ext uri="{FF2B5EF4-FFF2-40B4-BE49-F238E27FC236}">
                <a16:creationId xmlns:a16="http://schemas.microsoft.com/office/drawing/2014/main" id="{3B2C19FC-1EFA-BEF9-15F9-3B011D02BE83}"/>
              </a:ext>
            </a:extLst>
          </p:cNvPr>
          <p:cNvSpPr>
            <a:spLocks noGrp="1"/>
          </p:cNvSpPr>
          <p:nvPr>
            <p:ph idx="1"/>
          </p:nvPr>
        </p:nvSpPr>
        <p:spPr>
          <a:xfrm>
            <a:off x="868196" y="1239008"/>
            <a:ext cx="10857471" cy="4764741"/>
          </a:xfrm>
        </p:spPr>
        <p:txBody>
          <a:bodyPr>
            <a:normAutofit/>
          </a:bodyPr>
          <a:lstStyle/>
          <a:p>
            <a:pPr marL="285750" indent="-285750">
              <a:buFont typeface="Arial" panose="020B0604020202020204" pitchFamily="34" charset="0"/>
              <a:buChar char="•"/>
            </a:pPr>
            <a:r>
              <a:rPr lang="en-US" sz="2400" dirty="0">
                <a:latin typeface="Aptos" panose="020B0004020202020204" pitchFamily="34" charset="0"/>
              </a:rPr>
              <a:t>Critical expertise bottlenecks are creating single points of failure.</a:t>
            </a:r>
          </a:p>
          <a:p>
            <a:pPr marL="285750" indent="-285750">
              <a:buFont typeface="Arial" panose="020B0604020202020204" pitchFamily="34" charset="0"/>
              <a:buChar char="•"/>
            </a:pPr>
            <a:r>
              <a:rPr lang="en-US" sz="2400" dirty="0">
                <a:latin typeface="Aptos" panose="020B0004020202020204" pitchFamily="34" charset="0"/>
              </a:rPr>
              <a:t>Undocumented integration landscape across a complex technology ecosystem.</a:t>
            </a:r>
          </a:p>
          <a:p>
            <a:pPr marL="285750" indent="-285750">
              <a:buFont typeface="Arial" panose="020B0604020202020204" pitchFamily="34" charset="0"/>
              <a:buChar char="•"/>
            </a:pPr>
            <a:r>
              <a:rPr lang="en-US" sz="2400" dirty="0">
                <a:latin typeface="Aptos" panose="020B0004020202020204" pitchFamily="34" charset="0"/>
              </a:rPr>
              <a:t>No enterprise search; employees rely on email and personal networks.</a:t>
            </a:r>
          </a:p>
          <a:p>
            <a:pPr marL="285750" indent="-285750">
              <a:buFont typeface="Arial" panose="020B0604020202020204" pitchFamily="34" charset="0"/>
              <a:buChar char="•"/>
            </a:pPr>
            <a:r>
              <a:rPr lang="en-US" sz="2400" dirty="0">
                <a:latin typeface="Aptos" panose="020B0004020202020204" pitchFamily="34" charset="0"/>
              </a:rPr>
              <a:t>Multiple concurrent technology migrations without a unified KM strategy.</a:t>
            </a:r>
          </a:p>
          <a:p>
            <a:pPr marL="285750" indent="-285750">
              <a:buFont typeface="Arial" panose="020B0604020202020204" pitchFamily="34" charset="0"/>
              <a:buChar char="•"/>
            </a:pPr>
            <a:r>
              <a:rPr lang="en-US" sz="2400" dirty="0">
                <a:latin typeface="Aptos" panose="020B0004020202020204" pitchFamily="34" charset="0"/>
              </a:rPr>
              <a:t>Governance and data quality gaps are preventing AI adoption and regulatory compliance.</a:t>
            </a:r>
          </a:p>
          <a:p>
            <a:pPr marL="285750" indent="-285750">
              <a:buFont typeface="Arial" panose="020B0604020202020204" pitchFamily="34" charset="0"/>
              <a:buChar char="•"/>
            </a:pPr>
            <a:r>
              <a:rPr lang="en-US" sz="2400" dirty="0">
                <a:latin typeface="Aptos" panose="020B0004020202020204" pitchFamily="34" charset="0"/>
              </a:rPr>
              <a:t>Collections scaling to 200+ agents constrained by knowledge management limitations.</a:t>
            </a:r>
          </a:p>
        </p:txBody>
      </p:sp>
      <p:sp>
        <p:nvSpPr>
          <p:cNvPr id="5" name="Slide Number Placeholder 4">
            <a:extLst>
              <a:ext uri="{FF2B5EF4-FFF2-40B4-BE49-F238E27FC236}">
                <a16:creationId xmlns:a16="http://schemas.microsoft.com/office/drawing/2014/main" id="{B38DB634-3916-48BA-645E-0F2640DCD8A6}"/>
              </a:ext>
            </a:extLst>
          </p:cNvPr>
          <p:cNvSpPr>
            <a:spLocks noGrp="1"/>
          </p:cNvSpPr>
          <p:nvPr>
            <p:ph type="sldNum" sz="quarter" idx="12"/>
          </p:nvPr>
        </p:nvSpPr>
        <p:spPr/>
        <p:txBody>
          <a:bodyPr/>
          <a:lstStyle/>
          <a:p>
            <a:fld id="{A22638FE-01C9-41BA-BE25-085106FB5C8A}" type="slidenum">
              <a:rPr lang="en-US" smtClean="0">
                <a:latin typeface="Aptos" panose="020B0004020202020204" pitchFamily="34" charset="0"/>
              </a:rPr>
              <a:t>5</a:t>
            </a:fld>
            <a:endParaRPr lang="en-US">
              <a:latin typeface="Aptos" panose="020B0004020202020204" pitchFamily="34" charset="0"/>
            </a:endParaRPr>
          </a:p>
        </p:txBody>
      </p:sp>
    </p:spTree>
    <p:extLst>
      <p:ext uri="{BB962C8B-B14F-4D97-AF65-F5344CB8AC3E}">
        <p14:creationId xmlns:p14="http://schemas.microsoft.com/office/powerpoint/2010/main" val="16956536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9BD539-4C59-7387-FECE-5EF111C243D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DE8A970-9B0E-4FD9-4871-F1FB3B69A559}"/>
              </a:ext>
            </a:extLst>
          </p:cNvPr>
          <p:cNvSpPr>
            <a:spLocks noGrp="1"/>
          </p:cNvSpPr>
          <p:nvPr>
            <p:ph type="title"/>
          </p:nvPr>
        </p:nvSpPr>
        <p:spPr/>
        <p:txBody>
          <a:bodyPr/>
          <a:lstStyle/>
          <a:p>
            <a:r>
              <a:rPr lang="en-US" dirty="0">
                <a:latin typeface="Aptos" panose="020B0004020202020204" pitchFamily="34" charset="0"/>
              </a:rPr>
              <a:t>1.5.1.3 Executive Summary – Strategic Opportunities</a:t>
            </a:r>
          </a:p>
        </p:txBody>
      </p:sp>
      <p:sp>
        <p:nvSpPr>
          <p:cNvPr id="3" name="Content Placeholder 2">
            <a:extLst>
              <a:ext uri="{FF2B5EF4-FFF2-40B4-BE49-F238E27FC236}">
                <a16:creationId xmlns:a16="http://schemas.microsoft.com/office/drawing/2014/main" id="{4C8E2806-A260-BAE8-76CD-8249074A5021}"/>
              </a:ext>
            </a:extLst>
          </p:cNvPr>
          <p:cNvSpPr>
            <a:spLocks noGrp="1"/>
          </p:cNvSpPr>
          <p:nvPr>
            <p:ph idx="1"/>
          </p:nvPr>
        </p:nvSpPr>
        <p:spPr>
          <a:xfrm>
            <a:off x="868196" y="1239008"/>
            <a:ext cx="10857471" cy="4764741"/>
          </a:xfrm>
        </p:spPr>
        <p:txBody>
          <a:bodyPr lIns="45719" tIns="45720" rIns="45719" bIns="45720" anchor="t">
            <a:normAutofit lnSpcReduction="10000"/>
          </a:bodyPr>
          <a:lstStyle/>
          <a:p>
            <a:r>
              <a:rPr lang="en-US" sz="2000" dirty="0">
                <a:latin typeface="Aptos" panose="020B0004020202020204" pitchFamily="34" charset="0"/>
              </a:rPr>
              <a:t>SFS's modern Azure/Fabric infrastructure enables rapid transformation. </a:t>
            </a:r>
          </a:p>
          <a:p>
            <a:r>
              <a:rPr lang="en-US" sz="2000" dirty="0">
                <a:latin typeface="Aptos" panose="020B0004020202020204" pitchFamily="34" charset="0"/>
              </a:rPr>
              <a:t>Quick wins include:</a:t>
            </a:r>
          </a:p>
          <a:p>
            <a:pPr marL="457200" indent="-457200">
              <a:buFont typeface="Arial" panose="020B0604020202020204" pitchFamily="34" charset="0"/>
              <a:buChar char="•"/>
            </a:pPr>
            <a:r>
              <a:rPr lang="en-US" sz="2000" dirty="0">
                <a:latin typeface="Aptos" panose="020B0004020202020204" pitchFamily="34" charset="0"/>
                <a:ea typeface="Calibri"/>
                <a:cs typeface="Calibri"/>
              </a:rPr>
              <a:t>Genesys Cloud AI for customer calls.</a:t>
            </a:r>
          </a:p>
          <a:p>
            <a:pPr marL="457200" indent="-457200">
              <a:buFont typeface="Arial" panose="020B0604020202020204" pitchFamily="34" charset="0"/>
              <a:buChar char="•"/>
            </a:pPr>
            <a:r>
              <a:rPr lang="en-US" sz="2000" dirty="0">
                <a:latin typeface="Aptos" panose="020B0004020202020204" pitchFamily="34" charset="0"/>
              </a:rPr>
              <a:t>AI-powered SQL generation to reduce BI turnaround.</a:t>
            </a:r>
          </a:p>
          <a:p>
            <a:pPr marL="457200" indent="-457200">
              <a:buFont typeface="Arial" panose="020B0604020202020204" pitchFamily="34" charset="0"/>
              <a:buChar char="•"/>
            </a:pPr>
            <a:r>
              <a:rPr lang="en-US" sz="2000" dirty="0">
                <a:latin typeface="Aptos" panose="020B0004020202020204" pitchFamily="34" charset="0"/>
              </a:rPr>
              <a:t>Self-healing test automation.</a:t>
            </a:r>
          </a:p>
          <a:p>
            <a:pPr marL="457200" indent="-457200">
              <a:buFont typeface="Arial" panose="020B0604020202020204" pitchFamily="34" charset="0"/>
              <a:buChar char="•"/>
            </a:pPr>
            <a:r>
              <a:rPr lang="en-US" sz="2000" dirty="0">
                <a:latin typeface="Aptos" panose="020B0004020202020204" pitchFamily="34" charset="0"/>
              </a:rPr>
              <a:t>Advanced capabilities:</a:t>
            </a:r>
          </a:p>
          <a:p>
            <a:pPr marL="913486" lvl="1" indent="-457200">
              <a:buFont typeface="Arial" panose="020B0604020202020204" pitchFamily="34" charset="0"/>
              <a:buChar char="•"/>
            </a:pPr>
            <a:r>
              <a:rPr lang="en-US" sz="2000" dirty="0">
                <a:latin typeface="Aptos" panose="020B0004020202020204" pitchFamily="34" charset="0"/>
              </a:rPr>
              <a:t>Federated search.</a:t>
            </a:r>
          </a:p>
          <a:p>
            <a:pPr marL="913486" lvl="1" indent="-457200">
              <a:buFont typeface="Arial" panose="020B0604020202020204" pitchFamily="34" charset="0"/>
              <a:buChar char="•"/>
            </a:pPr>
            <a:r>
              <a:rPr lang="en-US" sz="2000" dirty="0">
                <a:latin typeface="Aptos" panose="020B0004020202020204" pitchFamily="34" charset="0"/>
              </a:rPr>
              <a:t>Knowledge graphs.</a:t>
            </a:r>
          </a:p>
          <a:p>
            <a:pPr marL="913486" lvl="1" indent="-457200">
              <a:buFont typeface="Arial" panose="020B0604020202020204" pitchFamily="34" charset="0"/>
              <a:buChar char="•"/>
            </a:pPr>
            <a:r>
              <a:rPr lang="en-US" sz="2000" dirty="0">
                <a:latin typeface="Aptos" panose="020B0004020202020204" pitchFamily="34" charset="0"/>
              </a:rPr>
              <a:t>Chatbots targeting call deflection.</a:t>
            </a:r>
          </a:p>
          <a:p>
            <a:pPr marL="913486" lvl="1" indent="-457200">
              <a:buFont typeface="Arial" panose="020B0604020202020204" pitchFamily="34" charset="0"/>
              <a:buChar char="•"/>
            </a:pPr>
            <a:r>
              <a:rPr lang="en-US" sz="2000" dirty="0">
                <a:latin typeface="Aptos" panose="020B0004020202020204" pitchFamily="34" charset="0"/>
              </a:rPr>
              <a:t>Natural language EDW queries.</a:t>
            </a:r>
          </a:p>
          <a:p>
            <a:pPr lvl="1" indent="0">
              <a:buNone/>
            </a:pPr>
            <a:br>
              <a:rPr lang="en-US" sz="2000" dirty="0">
                <a:latin typeface="Aptos" panose="020B0004020202020204" pitchFamily="34" charset="0"/>
              </a:rPr>
            </a:br>
            <a:r>
              <a:rPr lang="en-US" sz="2000" dirty="0">
                <a:latin typeface="Aptos" panose="020B0004020202020204" pitchFamily="34" charset="0"/>
              </a:rPr>
              <a:t>Position SFS for competitive differentiation while achieving 99% data classification compliance and eliminating operational risk.</a:t>
            </a:r>
          </a:p>
        </p:txBody>
      </p:sp>
      <p:sp>
        <p:nvSpPr>
          <p:cNvPr id="5" name="Slide Number Placeholder 4">
            <a:extLst>
              <a:ext uri="{FF2B5EF4-FFF2-40B4-BE49-F238E27FC236}">
                <a16:creationId xmlns:a16="http://schemas.microsoft.com/office/drawing/2014/main" id="{AFCA6240-B1D8-9B29-02C0-38E701A38FC1}"/>
              </a:ext>
            </a:extLst>
          </p:cNvPr>
          <p:cNvSpPr>
            <a:spLocks noGrp="1"/>
          </p:cNvSpPr>
          <p:nvPr>
            <p:ph type="sldNum" sz="quarter" idx="12"/>
          </p:nvPr>
        </p:nvSpPr>
        <p:spPr/>
        <p:txBody>
          <a:bodyPr/>
          <a:lstStyle/>
          <a:p>
            <a:fld id="{A22638FE-01C9-41BA-BE25-085106FB5C8A}" type="slidenum">
              <a:rPr lang="en-US" smtClean="0">
                <a:latin typeface="Aptos" panose="020B0004020202020204" pitchFamily="34" charset="0"/>
              </a:rPr>
              <a:t>6</a:t>
            </a:fld>
            <a:endParaRPr lang="en-US">
              <a:latin typeface="Aptos" panose="020B0004020202020204" pitchFamily="34" charset="0"/>
            </a:endParaRPr>
          </a:p>
        </p:txBody>
      </p:sp>
      <p:sp>
        <p:nvSpPr>
          <p:cNvPr id="4" name="Arrow: Right 3">
            <a:extLst>
              <a:ext uri="{FF2B5EF4-FFF2-40B4-BE49-F238E27FC236}">
                <a16:creationId xmlns:a16="http://schemas.microsoft.com/office/drawing/2014/main" id="{9A94F149-AE3E-9025-8264-8752946FD703}"/>
              </a:ext>
            </a:extLst>
          </p:cNvPr>
          <p:cNvSpPr/>
          <p:nvPr/>
        </p:nvSpPr>
        <p:spPr>
          <a:xfrm>
            <a:off x="818706" y="4991979"/>
            <a:ext cx="457200" cy="733659"/>
          </a:xfrm>
          <a:prstGeom prst="rightArrow">
            <a:avLst/>
          </a:prstGeom>
          <a:solidFill>
            <a:schemeClr val="accent1"/>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tabLst/>
            </a:pPr>
            <a:endParaRPr kumimoji="0" lang="en-US" sz="1800" b="0" i="0" u="none" strike="noStrike" cap="none" spc="0" normalizeH="0" baseline="0">
              <a:ln>
                <a:noFill/>
              </a:ln>
              <a:solidFill>
                <a:srgbClr val="072941"/>
              </a:solidFill>
              <a:effectLst/>
              <a:uFillTx/>
              <a:latin typeface="Aptos" panose="020B0004020202020204" pitchFamily="34" charset="0"/>
              <a:sym typeface="Calibri"/>
            </a:endParaRPr>
          </a:p>
        </p:txBody>
      </p:sp>
    </p:spTree>
    <p:extLst>
      <p:ext uri="{BB962C8B-B14F-4D97-AF65-F5344CB8AC3E}">
        <p14:creationId xmlns:p14="http://schemas.microsoft.com/office/powerpoint/2010/main" val="62915643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E0CF2E-4C2F-54CF-B2A5-BBFA21BDCB51}"/>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9424282A-B7FC-C7A6-2BD7-84CFF613E722}"/>
              </a:ext>
            </a:extLst>
          </p:cNvPr>
          <p:cNvSpPr>
            <a:spLocks noGrp="1"/>
          </p:cNvSpPr>
          <p:nvPr>
            <p:ph type="title"/>
          </p:nvPr>
        </p:nvSpPr>
        <p:spPr/>
        <p:txBody>
          <a:bodyPr>
            <a:noAutofit/>
          </a:bodyPr>
          <a:lstStyle/>
          <a:p>
            <a:r>
              <a:rPr lang="en-US" dirty="0">
                <a:latin typeface="Aptos" panose="020B0004020202020204" pitchFamily="34" charset="0"/>
              </a:rPr>
              <a:t>1.5.2 KM Maturity Assessment</a:t>
            </a:r>
          </a:p>
        </p:txBody>
      </p:sp>
      <p:sp>
        <p:nvSpPr>
          <p:cNvPr id="2" name="Content Placeholder 1">
            <a:extLst>
              <a:ext uri="{FF2B5EF4-FFF2-40B4-BE49-F238E27FC236}">
                <a16:creationId xmlns:a16="http://schemas.microsoft.com/office/drawing/2014/main" id="{47609DAE-B4A9-8A40-3CBF-A65DCD41C620}"/>
              </a:ext>
            </a:extLst>
          </p:cNvPr>
          <p:cNvSpPr>
            <a:spLocks noGrp="1"/>
          </p:cNvSpPr>
          <p:nvPr>
            <p:ph idx="1"/>
          </p:nvPr>
        </p:nvSpPr>
        <p:spPr/>
        <p:txBody>
          <a:bodyPr/>
          <a:lstStyle/>
          <a:p>
            <a:pPr>
              <a:lnSpc>
                <a:spcPct val="120000"/>
              </a:lnSpc>
              <a:spcBef>
                <a:spcPts val="0"/>
              </a:spcBef>
              <a:spcAft>
                <a:spcPts val="300"/>
              </a:spcAft>
            </a:pPr>
            <a:r>
              <a:rPr lang="en-US" b="1" cap="all" dirty="0">
                <a:latin typeface="Aptos" panose="020B0004020202020204" pitchFamily="34" charset="0"/>
              </a:rPr>
              <a:t>Section Summary</a:t>
            </a:r>
          </a:p>
          <a:p>
            <a:pPr>
              <a:lnSpc>
                <a:spcPct val="120000"/>
              </a:lnSpc>
              <a:spcBef>
                <a:spcPts val="0"/>
              </a:spcBef>
              <a:spcAft>
                <a:spcPts val="300"/>
              </a:spcAft>
            </a:pPr>
            <a:r>
              <a:rPr lang="en-US" dirty="0">
                <a:latin typeface="Aptos" panose="020B0004020202020204" pitchFamily="34" charset="0"/>
              </a:rPr>
              <a:t>A comprehensive evaluation of current knowledge management capabilities across six critical dimensions, establishing baseline maturity levels and identifying strengths and weaknesses in collaboration tools, expertise location, content management, information architecture, search functionality, and governance processes.</a:t>
            </a:r>
          </a:p>
          <a:p>
            <a:pPr>
              <a:lnSpc>
                <a:spcPct val="120000"/>
              </a:lnSpc>
              <a:spcBef>
                <a:spcPts val="0"/>
              </a:spcBef>
              <a:spcAft>
                <a:spcPts val="300"/>
              </a:spcAft>
            </a:pPr>
            <a:endParaRPr lang="en-US" dirty="0">
              <a:latin typeface="Aptos" panose="020B0004020202020204" pitchFamily="34" charset="0"/>
            </a:endParaRPr>
          </a:p>
        </p:txBody>
      </p:sp>
      <p:sp>
        <p:nvSpPr>
          <p:cNvPr id="3" name="Content Placeholder 2">
            <a:extLst>
              <a:ext uri="{FF2B5EF4-FFF2-40B4-BE49-F238E27FC236}">
                <a16:creationId xmlns:a16="http://schemas.microsoft.com/office/drawing/2014/main" id="{4DA88558-AA50-C796-B2EF-9468CE421EFA}"/>
              </a:ext>
            </a:extLst>
          </p:cNvPr>
          <p:cNvSpPr>
            <a:spLocks noGrp="1"/>
          </p:cNvSpPr>
          <p:nvPr>
            <p:ph idx="10"/>
          </p:nvPr>
        </p:nvSpPr>
        <p:spPr/>
        <p:txBody>
          <a:bodyPr/>
          <a:lstStyle/>
          <a:p>
            <a:r>
              <a:rPr lang="en-US" b="1" cap="all" dirty="0">
                <a:latin typeface="Aptos" panose="020B0004020202020204" pitchFamily="34" charset="0"/>
              </a:rPr>
              <a:t>Key Topics</a:t>
            </a:r>
          </a:p>
          <a:p>
            <a:pPr marL="285750" indent="-285750">
              <a:buFont typeface="Arial" panose="020B0604020202020204" pitchFamily="34" charset="0"/>
              <a:buChar char="•"/>
            </a:pPr>
            <a:r>
              <a:rPr lang="en-US" dirty="0">
                <a:latin typeface="Aptos" panose="020B0004020202020204" pitchFamily="34" charset="0"/>
              </a:rPr>
              <a:t>Assessment Findings Overview</a:t>
            </a:r>
          </a:p>
          <a:p>
            <a:pPr marL="285750" indent="-285750">
              <a:buFont typeface="Arial" panose="020B0604020202020204" pitchFamily="34" charset="0"/>
              <a:buChar char="•"/>
            </a:pPr>
            <a:r>
              <a:rPr lang="en-US" dirty="0">
                <a:latin typeface="Aptos" panose="020B0004020202020204" pitchFamily="34" charset="0"/>
              </a:rPr>
              <a:t>Core Collaboration</a:t>
            </a:r>
          </a:p>
          <a:p>
            <a:pPr marL="285750" indent="-285750">
              <a:buFont typeface="Arial" panose="020B0604020202020204" pitchFamily="34" charset="0"/>
              <a:buChar char="•"/>
            </a:pPr>
            <a:r>
              <a:rPr lang="en-US" dirty="0">
                <a:latin typeface="Aptos" panose="020B0004020202020204" pitchFamily="34" charset="0"/>
              </a:rPr>
              <a:t>Expertise Location</a:t>
            </a:r>
          </a:p>
          <a:p>
            <a:pPr marL="285750" indent="-285750">
              <a:buFont typeface="Arial" panose="020B0604020202020204" pitchFamily="34" charset="0"/>
              <a:buChar char="•"/>
            </a:pPr>
            <a:r>
              <a:rPr lang="en-US" dirty="0">
                <a:latin typeface="Aptos" panose="020B0004020202020204" pitchFamily="34" charset="0"/>
              </a:rPr>
              <a:t>Content Curation</a:t>
            </a:r>
          </a:p>
          <a:p>
            <a:pPr marL="285750" indent="-285750">
              <a:buFont typeface="Arial" panose="020B0604020202020204" pitchFamily="34" charset="0"/>
              <a:buChar char="•"/>
            </a:pPr>
            <a:r>
              <a:rPr lang="en-US" dirty="0">
                <a:latin typeface="Aptos" panose="020B0004020202020204" pitchFamily="34" charset="0"/>
              </a:rPr>
              <a:t>Information Architecture</a:t>
            </a:r>
          </a:p>
          <a:p>
            <a:pPr marL="285750" indent="-285750">
              <a:buFont typeface="Arial" panose="020B0604020202020204" pitchFamily="34" charset="0"/>
              <a:buChar char="•"/>
            </a:pPr>
            <a:r>
              <a:rPr lang="en-US" dirty="0">
                <a:latin typeface="Aptos" panose="020B0004020202020204" pitchFamily="34" charset="0"/>
              </a:rPr>
              <a:t>Search Integration</a:t>
            </a:r>
          </a:p>
          <a:p>
            <a:pPr marL="285750" indent="-285750">
              <a:buFont typeface="Arial" panose="020B0604020202020204" pitchFamily="34" charset="0"/>
              <a:buChar char="•"/>
            </a:pPr>
            <a:r>
              <a:rPr lang="en-US" dirty="0">
                <a:latin typeface="Aptos" panose="020B0004020202020204" pitchFamily="34" charset="0"/>
              </a:rPr>
              <a:t>Governance</a:t>
            </a:r>
          </a:p>
          <a:p>
            <a:endParaRPr lang="en-US" dirty="0">
              <a:latin typeface="Aptos" panose="020B0004020202020204" pitchFamily="34" charset="0"/>
            </a:endParaRPr>
          </a:p>
        </p:txBody>
      </p:sp>
      <p:sp>
        <p:nvSpPr>
          <p:cNvPr id="5" name="Slide Number Placeholder 4">
            <a:extLst>
              <a:ext uri="{FF2B5EF4-FFF2-40B4-BE49-F238E27FC236}">
                <a16:creationId xmlns:a16="http://schemas.microsoft.com/office/drawing/2014/main" id="{F0BCBEDD-EE28-A751-FE89-49149CA339F9}"/>
              </a:ext>
            </a:extLst>
          </p:cNvPr>
          <p:cNvSpPr>
            <a:spLocks noGrp="1"/>
          </p:cNvSpPr>
          <p:nvPr>
            <p:ph type="sldNum" sz="quarter" idx="12"/>
          </p:nvPr>
        </p:nvSpPr>
        <p:spPr/>
        <p:txBody>
          <a:bodyPr/>
          <a:lstStyle/>
          <a:p>
            <a:fld id="{A22638FE-01C9-41BA-BE25-085106FB5C8A}" type="slidenum">
              <a:rPr lang="en-US" smtClean="0">
                <a:latin typeface="Aptos" panose="020B0004020202020204" pitchFamily="34" charset="0"/>
              </a:rPr>
              <a:t>7</a:t>
            </a:fld>
            <a:endParaRPr lang="en-US">
              <a:latin typeface="Aptos" panose="020B0004020202020204" pitchFamily="34" charset="0"/>
            </a:endParaRPr>
          </a:p>
        </p:txBody>
      </p:sp>
      <p:sp>
        <p:nvSpPr>
          <p:cNvPr id="4" name="Rectangle 2">
            <a:hlinkClick r:id="rId2" action="ppaction://hlinksldjump"/>
            <a:extLst>
              <a:ext uri="{FF2B5EF4-FFF2-40B4-BE49-F238E27FC236}">
                <a16:creationId xmlns:a16="http://schemas.microsoft.com/office/drawing/2014/main" id="{E515DEA4-F6E7-AE32-CC4D-091F2A991FFE}"/>
              </a:ext>
            </a:extLst>
          </p:cNvPr>
          <p:cNvSpPr/>
          <p:nvPr/>
        </p:nvSpPr>
        <p:spPr>
          <a:xfrm>
            <a:off x="10970013" y="484568"/>
            <a:ext cx="355724" cy="369330"/>
          </a:xfrm>
          <a:prstGeom prst="rect">
            <a:avLst/>
          </a:prstGeom>
          <a:solidFill>
            <a:schemeClr val="accent1"/>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tabLst/>
            </a:pPr>
            <a:endParaRPr kumimoji="0" lang="en-US" sz="1800" b="0" i="0" u="none" strike="noStrike" cap="none" spc="0" normalizeH="0" baseline="0">
              <a:ln>
                <a:noFill/>
              </a:ln>
              <a:solidFill>
                <a:srgbClr val="072941"/>
              </a:solidFill>
              <a:effectLst/>
              <a:uFillTx/>
              <a:latin typeface="Aptos" panose="020B0004020202020204" pitchFamily="34" charset="0"/>
              <a:sym typeface="Calibri"/>
            </a:endParaRPr>
          </a:p>
        </p:txBody>
      </p:sp>
      <p:sp>
        <p:nvSpPr>
          <p:cNvPr id="7" name="Rectangle 3">
            <a:hlinkClick r:id="rId3" action="ppaction://hlinksldjump"/>
            <a:extLst>
              <a:ext uri="{FF2B5EF4-FFF2-40B4-BE49-F238E27FC236}">
                <a16:creationId xmlns:a16="http://schemas.microsoft.com/office/drawing/2014/main" id="{B576738A-6453-73CD-CA23-42F5C741E012}"/>
              </a:ext>
            </a:extLst>
          </p:cNvPr>
          <p:cNvSpPr/>
          <p:nvPr/>
        </p:nvSpPr>
        <p:spPr>
          <a:xfrm>
            <a:off x="11384916" y="489586"/>
            <a:ext cx="355724" cy="369330"/>
          </a:xfrm>
          <a:prstGeom prst="rect">
            <a:avLst/>
          </a:prstGeom>
          <a:solidFill>
            <a:schemeClr val="accent1"/>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tabLst/>
            </a:pPr>
            <a:endParaRPr kumimoji="0" lang="en-US" sz="1800" b="0" i="0" u="none" strike="noStrike" cap="none" spc="0" normalizeH="0" baseline="0">
              <a:ln>
                <a:noFill/>
              </a:ln>
              <a:solidFill>
                <a:srgbClr val="072941"/>
              </a:solidFill>
              <a:effectLst/>
              <a:uFillTx/>
              <a:latin typeface="Aptos" panose="020B0004020202020204" pitchFamily="34" charset="0"/>
              <a:sym typeface="Calibri"/>
            </a:endParaRPr>
          </a:p>
        </p:txBody>
      </p:sp>
      <p:pic>
        <p:nvPicPr>
          <p:cNvPr id="8" name="Graphic 9" descr="Home with solid fill">
            <a:hlinkClick r:id="rId2" action="ppaction://hlinksldjump"/>
            <a:extLst>
              <a:ext uri="{FF2B5EF4-FFF2-40B4-BE49-F238E27FC236}">
                <a16:creationId xmlns:a16="http://schemas.microsoft.com/office/drawing/2014/main" id="{90377CE1-E372-D71C-25AB-BD40A78F4AD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0967226" y="469000"/>
            <a:ext cx="377598" cy="377598"/>
          </a:xfrm>
          <a:prstGeom prst="rect">
            <a:avLst/>
          </a:prstGeom>
        </p:spPr>
      </p:pic>
      <p:pic>
        <p:nvPicPr>
          <p:cNvPr id="10" name="Graphic 14" descr="Play with solid fill">
            <a:hlinkClick r:id="rId3" action="ppaction://hlinksldjump"/>
            <a:extLst>
              <a:ext uri="{FF2B5EF4-FFF2-40B4-BE49-F238E27FC236}">
                <a16:creationId xmlns:a16="http://schemas.microsoft.com/office/drawing/2014/main" id="{B960A016-61DF-30F1-0969-1B476B97CF50}"/>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1384917" y="490874"/>
            <a:ext cx="355724" cy="355724"/>
          </a:xfrm>
          <a:prstGeom prst="rect">
            <a:avLst/>
          </a:prstGeom>
        </p:spPr>
      </p:pic>
    </p:spTree>
    <p:extLst>
      <p:ext uri="{BB962C8B-B14F-4D97-AF65-F5344CB8AC3E}">
        <p14:creationId xmlns:p14="http://schemas.microsoft.com/office/powerpoint/2010/main" val="21337835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53FFE8-DAD0-9FCC-758E-D5EE2B1CDE9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FD37AAC-68C6-7C5B-91EB-CB820089FEEC}"/>
              </a:ext>
            </a:extLst>
          </p:cNvPr>
          <p:cNvSpPr>
            <a:spLocks noGrp="1"/>
          </p:cNvSpPr>
          <p:nvPr>
            <p:ph type="title"/>
          </p:nvPr>
        </p:nvSpPr>
        <p:spPr/>
        <p:txBody>
          <a:bodyPr>
            <a:noAutofit/>
          </a:bodyPr>
          <a:lstStyle/>
          <a:p>
            <a:r>
              <a:rPr lang="en-US" dirty="0"/>
              <a:t>1.5.2 KM Maturity Assessment </a:t>
            </a:r>
          </a:p>
        </p:txBody>
      </p:sp>
      <p:graphicFrame>
        <p:nvGraphicFramePr>
          <p:cNvPr id="4" name="Content Placeholder 3">
            <a:extLst>
              <a:ext uri="{FF2B5EF4-FFF2-40B4-BE49-F238E27FC236}">
                <a16:creationId xmlns:a16="http://schemas.microsoft.com/office/drawing/2014/main" id="{7C3815DF-95DA-C723-9B18-79E1E9D9C546}"/>
              </a:ext>
            </a:extLst>
          </p:cNvPr>
          <p:cNvGraphicFramePr>
            <a:graphicFrameLocks noGrp="1"/>
          </p:cNvGraphicFramePr>
          <p:nvPr>
            <p:ph idx="4294967295"/>
            <p:extLst>
              <p:ext uri="{D42A27DB-BD31-4B8C-83A1-F6EECF244321}">
                <p14:modId xmlns:p14="http://schemas.microsoft.com/office/powerpoint/2010/main" val="3644173767"/>
              </p:ext>
            </p:extLst>
          </p:nvPr>
        </p:nvGraphicFramePr>
        <p:xfrm>
          <a:off x="754913" y="751698"/>
          <a:ext cx="10800069" cy="5854397"/>
        </p:xfrm>
        <a:graphic>
          <a:graphicData uri="http://schemas.openxmlformats.org/drawingml/2006/table">
            <a:tbl>
              <a:tblPr firstRow="1" bandRow="1">
                <a:tableStyleId>{5C22544A-7EE6-4342-B048-85BDC9FD1C3A}</a:tableStyleId>
              </a:tblPr>
              <a:tblGrid>
                <a:gridCol w="1314791">
                  <a:extLst>
                    <a:ext uri="{9D8B030D-6E8A-4147-A177-3AD203B41FA5}">
                      <a16:colId xmlns:a16="http://schemas.microsoft.com/office/drawing/2014/main" val="20000"/>
                    </a:ext>
                  </a:extLst>
                </a:gridCol>
                <a:gridCol w="1878273">
                  <a:extLst>
                    <a:ext uri="{9D8B030D-6E8A-4147-A177-3AD203B41FA5}">
                      <a16:colId xmlns:a16="http://schemas.microsoft.com/office/drawing/2014/main" val="20001"/>
                    </a:ext>
                  </a:extLst>
                </a:gridCol>
                <a:gridCol w="1690445">
                  <a:extLst>
                    <a:ext uri="{9D8B030D-6E8A-4147-A177-3AD203B41FA5}">
                      <a16:colId xmlns:a16="http://schemas.microsoft.com/office/drawing/2014/main" val="20002"/>
                    </a:ext>
                  </a:extLst>
                </a:gridCol>
                <a:gridCol w="1784359">
                  <a:extLst>
                    <a:ext uri="{9D8B030D-6E8A-4147-A177-3AD203B41FA5}">
                      <a16:colId xmlns:a16="http://schemas.microsoft.com/office/drawing/2014/main" val="20003"/>
                    </a:ext>
                  </a:extLst>
                </a:gridCol>
                <a:gridCol w="1878273">
                  <a:extLst>
                    <a:ext uri="{9D8B030D-6E8A-4147-A177-3AD203B41FA5}">
                      <a16:colId xmlns:a16="http://schemas.microsoft.com/office/drawing/2014/main" val="20004"/>
                    </a:ext>
                  </a:extLst>
                </a:gridCol>
                <a:gridCol w="2253928">
                  <a:extLst>
                    <a:ext uri="{9D8B030D-6E8A-4147-A177-3AD203B41FA5}">
                      <a16:colId xmlns:a16="http://schemas.microsoft.com/office/drawing/2014/main" val="20005"/>
                    </a:ext>
                  </a:extLst>
                </a:gridCol>
              </a:tblGrid>
              <a:tr h="479177">
                <a:tc>
                  <a:txBody>
                    <a:bodyPr/>
                    <a:lstStyle/>
                    <a:p>
                      <a:pPr marL="0" marR="0" indent="-228600">
                        <a:lnSpc>
                          <a:spcPct val="120000"/>
                        </a:lnSpc>
                        <a:spcAft>
                          <a:spcPts val="300"/>
                        </a:spcAft>
                        <a:buNone/>
                      </a:pPr>
                      <a:r>
                        <a:rPr lang="en-US" sz="1000">
                          <a:solidFill>
                            <a:srgbClr val="FFFFFF"/>
                          </a:solidFill>
                          <a:effectLst/>
                          <a:latin typeface="Aptos" panose="020B0004020202020204" pitchFamily="34" charset="0"/>
                          <a:ea typeface="Calibri" panose="020F0502020204030204" pitchFamily="34" charset="0"/>
                          <a:cs typeface="Calibri" panose="020F0502020204030204" pitchFamily="34" charset="0"/>
                        </a:rPr>
                        <a:t> </a:t>
                      </a:r>
                      <a:endParaRPr lang="en-US" sz="1200">
                        <a:effectLst/>
                        <a:latin typeface="Aptos" panose="020B0004020202020204" pitchFamily="34" charset="0"/>
                        <a:ea typeface="Calibri" panose="020F0502020204030204" pitchFamily="34" charset="0"/>
                        <a:cs typeface="Calibri" panose="020F0502020204030204" pitchFamily="34" charset="0"/>
                      </a:endParaRPr>
                    </a:p>
                  </a:txBody>
                  <a:tcPr marL="109855" marR="109855">
                    <a:solidFill>
                      <a:srgbClr val="005080"/>
                    </a:solidFill>
                  </a:tcPr>
                </a:tc>
                <a:tc>
                  <a:txBody>
                    <a:bodyPr/>
                    <a:lstStyle/>
                    <a:p>
                      <a:pPr marL="0" marR="0" indent="-228600" algn="ctr">
                        <a:lnSpc>
                          <a:spcPct val="120000"/>
                        </a:lnSpc>
                        <a:spcAft>
                          <a:spcPts val="300"/>
                        </a:spcAft>
                        <a:buNone/>
                      </a:pPr>
                      <a:r>
                        <a:rPr lang="en-US" sz="1400" dirty="0">
                          <a:solidFill>
                            <a:srgbClr val="FFFFFF"/>
                          </a:solidFill>
                          <a:effectLst/>
                          <a:latin typeface="Aptos" panose="020B0004020202020204" pitchFamily="34" charset="0"/>
                          <a:ea typeface="Calibri" panose="020F0502020204030204" pitchFamily="34" charset="0"/>
                          <a:cs typeface="Calibri" panose="020F0502020204030204" pitchFamily="34" charset="0"/>
                        </a:rPr>
                        <a:t>1</a:t>
                      </a:r>
                      <a:endParaRPr lang="en-US" sz="2000" dirty="0">
                        <a:effectLst/>
                        <a:latin typeface="Aptos" panose="020B0004020202020204" pitchFamily="34" charset="0"/>
                        <a:ea typeface="Calibri" panose="020F0502020204030204" pitchFamily="34" charset="0"/>
                        <a:cs typeface="Calibri" panose="020F0502020204030204" pitchFamily="34" charset="0"/>
                      </a:endParaRPr>
                    </a:p>
                    <a:p>
                      <a:pPr marL="0" marR="0" indent="-228600" algn="ctr">
                        <a:lnSpc>
                          <a:spcPct val="120000"/>
                        </a:lnSpc>
                        <a:spcAft>
                          <a:spcPts val="300"/>
                        </a:spcAft>
                        <a:buNone/>
                      </a:pPr>
                      <a:r>
                        <a:rPr lang="en-US" sz="1400" dirty="0">
                          <a:solidFill>
                            <a:srgbClr val="FFFFFF"/>
                          </a:solidFill>
                          <a:effectLst/>
                          <a:latin typeface="Aptos" panose="020B0004020202020204" pitchFamily="34" charset="0"/>
                          <a:ea typeface="Calibri" panose="020F0502020204030204" pitchFamily="34" charset="0"/>
                          <a:cs typeface="Calibri" panose="020F0502020204030204" pitchFamily="34" charset="0"/>
                        </a:rPr>
                        <a:t>Unpredictable</a:t>
                      </a:r>
                      <a:endParaRPr lang="en-US" sz="2000" dirty="0">
                        <a:effectLst/>
                        <a:latin typeface="Aptos" panose="020B0004020202020204" pitchFamily="34" charset="0"/>
                        <a:ea typeface="Calibri" panose="020F0502020204030204" pitchFamily="34" charset="0"/>
                        <a:cs typeface="Calibri" panose="020F0502020204030204" pitchFamily="34" charset="0"/>
                      </a:endParaRPr>
                    </a:p>
                  </a:txBody>
                  <a:tcPr marL="45720" marR="45720" anchor="ctr">
                    <a:lnB w="12700" cap="flat" cmpd="sng" algn="ctr">
                      <a:solidFill>
                        <a:schemeClr val="tx1"/>
                      </a:solidFill>
                      <a:prstDash val="solid"/>
                      <a:round/>
                      <a:headEnd type="none" w="med" len="med"/>
                      <a:tailEnd type="none" w="med" len="med"/>
                    </a:lnB>
                    <a:solidFill>
                      <a:srgbClr val="005080"/>
                    </a:solidFill>
                  </a:tcPr>
                </a:tc>
                <a:tc>
                  <a:txBody>
                    <a:bodyPr/>
                    <a:lstStyle/>
                    <a:p>
                      <a:pPr marL="0" marR="0" indent="-228600" algn="ctr">
                        <a:lnSpc>
                          <a:spcPct val="120000"/>
                        </a:lnSpc>
                        <a:spcAft>
                          <a:spcPts val="300"/>
                        </a:spcAft>
                        <a:buNone/>
                      </a:pPr>
                      <a:r>
                        <a:rPr lang="en-US" sz="1400">
                          <a:solidFill>
                            <a:srgbClr val="FFFFFF"/>
                          </a:solidFill>
                          <a:effectLst/>
                          <a:latin typeface="Aptos" panose="020B0004020202020204" pitchFamily="34" charset="0"/>
                          <a:ea typeface="Calibri" panose="020F0502020204030204" pitchFamily="34" charset="0"/>
                          <a:cs typeface="Calibri" panose="020F0502020204030204" pitchFamily="34" charset="0"/>
                        </a:rPr>
                        <a:t>2</a:t>
                      </a:r>
                      <a:endParaRPr lang="en-US" sz="2000">
                        <a:effectLst/>
                        <a:latin typeface="Aptos" panose="020B0004020202020204" pitchFamily="34" charset="0"/>
                        <a:ea typeface="Calibri" panose="020F0502020204030204" pitchFamily="34" charset="0"/>
                        <a:cs typeface="Calibri" panose="020F0502020204030204" pitchFamily="34" charset="0"/>
                      </a:endParaRPr>
                    </a:p>
                    <a:p>
                      <a:pPr marL="0" marR="0" indent="-228600" algn="ctr">
                        <a:lnSpc>
                          <a:spcPct val="120000"/>
                        </a:lnSpc>
                        <a:spcAft>
                          <a:spcPts val="300"/>
                        </a:spcAft>
                        <a:buNone/>
                      </a:pPr>
                      <a:r>
                        <a:rPr lang="en-US" sz="1400">
                          <a:solidFill>
                            <a:srgbClr val="FFFFFF"/>
                          </a:solidFill>
                          <a:effectLst/>
                          <a:latin typeface="Aptos" panose="020B0004020202020204" pitchFamily="34" charset="0"/>
                          <a:ea typeface="Calibri" panose="020F0502020204030204" pitchFamily="34" charset="0"/>
                          <a:cs typeface="Calibri" panose="020F0502020204030204" pitchFamily="34" charset="0"/>
                        </a:rPr>
                        <a:t>Aware</a:t>
                      </a:r>
                      <a:endParaRPr lang="en-US" sz="2000">
                        <a:effectLst/>
                        <a:latin typeface="Aptos" panose="020B0004020202020204" pitchFamily="34" charset="0"/>
                        <a:ea typeface="Calibri" panose="020F0502020204030204" pitchFamily="34" charset="0"/>
                        <a:cs typeface="Calibri" panose="020F0502020204030204" pitchFamily="34" charset="0"/>
                      </a:endParaRPr>
                    </a:p>
                  </a:txBody>
                  <a:tcPr marL="45720" marR="45720" anchor="ctr">
                    <a:lnB w="12700" cap="flat" cmpd="sng" algn="ctr">
                      <a:solidFill>
                        <a:schemeClr val="tx1"/>
                      </a:solidFill>
                      <a:prstDash val="solid"/>
                      <a:round/>
                      <a:headEnd type="none" w="med" len="med"/>
                      <a:tailEnd type="none" w="med" len="med"/>
                    </a:lnB>
                    <a:solidFill>
                      <a:srgbClr val="005080"/>
                    </a:solidFill>
                  </a:tcPr>
                </a:tc>
                <a:tc>
                  <a:txBody>
                    <a:bodyPr/>
                    <a:lstStyle/>
                    <a:p>
                      <a:pPr marL="0" marR="0" indent="-228600" algn="ctr">
                        <a:lnSpc>
                          <a:spcPct val="120000"/>
                        </a:lnSpc>
                        <a:spcAft>
                          <a:spcPts val="300"/>
                        </a:spcAft>
                        <a:buNone/>
                      </a:pPr>
                      <a:r>
                        <a:rPr lang="en-US" sz="1400">
                          <a:solidFill>
                            <a:srgbClr val="FFFFFF"/>
                          </a:solidFill>
                          <a:effectLst/>
                          <a:latin typeface="Aptos" panose="020B0004020202020204" pitchFamily="34" charset="0"/>
                          <a:ea typeface="Calibri" panose="020F0502020204030204" pitchFamily="34" charset="0"/>
                          <a:cs typeface="Calibri" panose="020F0502020204030204" pitchFamily="34" charset="0"/>
                        </a:rPr>
                        <a:t>3</a:t>
                      </a:r>
                      <a:endParaRPr lang="en-US" sz="2000">
                        <a:effectLst/>
                        <a:latin typeface="Aptos" panose="020B0004020202020204" pitchFamily="34" charset="0"/>
                        <a:ea typeface="Calibri" panose="020F0502020204030204" pitchFamily="34" charset="0"/>
                        <a:cs typeface="Calibri" panose="020F0502020204030204" pitchFamily="34" charset="0"/>
                      </a:endParaRPr>
                    </a:p>
                    <a:p>
                      <a:pPr marL="0" marR="0" indent="-228600" algn="ctr">
                        <a:lnSpc>
                          <a:spcPct val="120000"/>
                        </a:lnSpc>
                        <a:spcAft>
                          <a:spcPts val="300"/>
                        </a:spcAft>
                        <a:buNone/>
                      </a:pPr>
                      <a:r>
                        <a:rPr lang="en-US" sz="1400">
                          <a:solidFill>
                            <a:srgbClr val="FFFFFF"/>
                          </a:solidFill>
                          <a:effectLst/>
                          <a:latin typeface="Aptos" panose="020B0004020202020204" pitchFamily="34" charset="0"/>
                          <a:ea typeface="Calibri" panose="020F0502020204030204" pitchFamily="34" charset="0"/>
                          <a:cs typeface="Calibri" panose="020F0502020204030204" pitchFamily="34" charset="0"/>
                        </a:rPr>
                        <a:t>Competent</a:t>
                      </a:r>
                      <a:endParaRPr lang="en-US" sz="2000">
                        <a:effectLst/>
                        <a:latin typeface="Aptos" panose="020B0004020202020204" pitchFamily="34" charset="0"/>
                        <a:ea typeface="Calibri" panose="020F0502020204030204" pitchFamily="34" charset="0"/>
                        <a:cs typeface="Calibri" panose="020F0502020204030204" pitchFamily="34" charset="0"/>
                      </a:endParaRPr>
                    </a:p>
                  </a:txBody>
                  <a:tcPr marL="45720" marR="45720" anchor="ctr">
                    <a:lnB w="12700" cap="flat" cmpd="sng" algn="ctr">
                      <a:solidFill>
                        <a:schemeClr val="tx1"/>
                      </a:solidFill>
                      <a:prstDash val="solid"/>
                      <a:round/>
                      <a:headEnd type="none" w="med" len="med"/>
                      <a:tailEnd type="none" w="med" len="med"/>
                    </a:lnB>
                    <a:solidFill>
                      <a:srgbClr val="005080"/>
                    </a:solidFill>
                  </a:tcPr>
                </a:tc>
                <a:tc>
                  <a:txBody>
                    <a:bodyPr/>
                    <a:lstStyle/>
                    <a:p>
                      <a:pPr marL="0" marR="0" indent="-228600" algn="ctr">
                        <a:lnSpc>
                          <a:spcPct val="120000"/>
                        </a:lnSpc>
                        <a:spcAft>
                          <a:spcPts val="300"/>
                        </a:spcAft>
                        <a:buNone/>
                      </a:pPr>
                      <a:r>
                        <a:rPr lang="en-US" sz="1400">
                          <a:solidFill>
                            <a:srgbClr val="FFFFFF"/>
                          </a:solidFill>
                          <a:effectLst/>
                          <a:latin typeface="Aptos" panose="020B0004020202020204" pitchFamily="34" charset="0"/>
                          <a:ea typeface="Calibri" panose="020F0502020204030204" pitchFamily="34" charset="0"/>
                          <a:cs typeface="Calibri" panose="020F0502020204030204" pitchFamily="34" charset="0"/>
                        </a:rPr>
                        <a:t>4</a:t>
                      </a:r>
                      <a:endParaRPr lang="en-US" sz="2000">
                        <a:effectLst/>
                        <a:latin typeface="Aptos" panose="020B0004020202020204" pitchFamily="34" charset="0"/>
                        <a:ea typeface="Calibri" panose="020F0502020204030204" pitchFamily="34" charset="0"/>
                        <a:cs typeface="Calibri" panose="020F0502020204030204" pitchFamily="34" charset="0"/>
                      </a:endParaRPr>
                    </a:p>
                    <a:p>
                      <a:pPr marL="0" marR="0" indent="-228600" algn="ctr">
                        <a:lnSpc>
                          <a:spcPct val="120000"/>
                        </a:lnSpc>
                        <a:spcAft>
                          <a:spcPts val="300"/>
                        </a:spcAft>
                        <a:buNone/>
                      </a:pPr>
                      <a:r>
                        <a:rPr lang="en-US" sz="1400">
                          <a:solidFill>
                            <a:srgbClr val="FFFFFF"/>
                          </a:solidFill>
                          <a:effectLst/>
                          <a:latin typeface="Aptos" panose="020B0004020202020204" pitchFamily="34" charset="0"/>
                          <a:ea typeface="Calibri" panose="020F0502020204030204" pitchFamily="34" charset="0"/>
                          <a:cs typeface="Calibri" panose="020F0502020204030204" pitchFamily="34" charset="0"/>
                        </a:rPr>
                        <a:t>Synchronized</a:t>
                      </a:r>
                      <a:endParaRPr lang="en-US" sz="2000">
                        <a:effectLst/>
                        <a:latin typeface="Aptos" panose="020B0004020202020204" pitchFamily="34" charset="0"/>
                        <a:ea typeface="Calibri" panose="020F0502020204030204" pitchFamily="34" charset="0"/>
                        <a:cs typeface="Calibri" panose="020F0502020204030204" pitchFamily="34" charset="0"/>
                      </a:endParaRPr>
                    </a:p>
                  </a:txBody>
                  <a:tcPr marL="45720" marR="45720" anchor="ctr">
                    <a:lnB w="12700" cap="flat" cmpd="sng" algn="ctr">
                      <a:solidFill>
                        <a:schemeClr val="tx1"/>
                      </a:solidFill>
                      <a:prstDash val="solid"/>
                      <a:round/>
                      <a:headEnd type="none" w="med" len="med"/>
                      <a:tailEnd type="none" w="med" len="med"/>
                    </a:lnB>
                    <a:solidFill>
                      <a:srgbClr val="005080"/>
                    </a:solidFill>
                  </a:tcPr>
                </a:tc>
                <a:tc>
                  <a:txBody>
                    <a:bodyPr/>
                    <a:lstStyle/>
                    <a:p>
                      <a:pPr marL="0" marR="0" indent="-228600" algn="ctr">
                        <a:lnSpc>
                          <a:spcPct val="120000"/>
                        </a:lnSpc>
                        <a:spcAft>
                          <a:spcPts val="300"/>
                        </a:spcAft>
                        <a:buNone/>
                      </a:pPr>
                      <a:r>
                        <a:rPr lang="en-US" sz="1400">
                          <a:solidFill>
                            <a:srgbClr val="FFFFFF"/>
                          </a:solidFill>
                          <a:effectLst/>
                          <a:latin typeface="Aptos" panose="020B0004020202020204" pitchFamily="34" charset="0"/>
                          <a:ea typeface="Calibri" panose="020F0502020204030204" pitchFamily="34" charset="0"/>
                          <a:cs typeface="Calibri" panose="020F0502020204030204" pitchFamily="34" charset="0"/>
                        </a:rPr>
                        <a:t>5</a:t>
                      </a:r>
                      <a:endParaRPr lang="en-US" sz="2000">
                        <a:effectLst/>
                        <a:latin typeface="Aptos" panose="020B0004020202020204" pitchFamily="34" charset="0"/>
                        <a:ea typeface="Calibri" panose="020F0502020204030204" pitchFamily="34" charset="0"/>
                        <a:cs typeface="Calibri" panose="020F0502020204030204" pitchFamily="34" charset="0"/>
                      </a:endParaRPr>
                    </a:p>
                    <a:p>
                      <a:pPr marL="0" marR="0" indent="-228600" algn="ctr">
                        <a:lnSpc>
                          <a:spcPct val="120000"/>
                        </a:lnSpc>
                        <a:spcAft>
                          <a:spcPts val="300"/>
                        </a:spcAft>
                        <a:buNone/>
                      </a:pPr>
                      <a:r>
                        <a:rPr lang="en-US" sz="1400">
                          <a:solidFill>
                            <a:srgbClr val="FFFFFF"/>
                          </a:solidFill>
                          <a:effectLst/>
                          <a:latin typeface="Aptos" panose="020B0004020202020204" pitchFamily="34" charset="0"/>
                          <a:ea typeface="Calibri" panose="020F0502020204030204" pitchFamily="34" charset="0"/>
                          <a:cs typeface="Calibri" panose="020F0502020204030204" pitchFamily="34" charset="0"/>
                        </a:rPr>
                        <a:t>Choreographed</a:t>
                      </a:r>
                      <a:endParaRPr lang="en-US" sz="2000">
                        <a:effectLst/>
                        <a:latin typeface="Aptos" panose="020B0004020202020204" pitchFamily="34" charset="0"/>
                        <a:ea typeface="Calibri" panose="020F0502020204030204" pitchFamily="34" charset="0"/>
                        <a:cs typeface="Calibri" panose="020F0502020204030204" pitchFamily="34" charset="0"/>
                      </a:endParaRPr>
                    </a:p>
                  </a:txBody>
                  <a:tcPr marL="45720" marR="45720" anchor="ctr">
                    <a:lnB w="12700" cap="flat" cmpd="sng" algn="ctr">
                      <a:solidFill>
                        <a:schemeClr val="tx1"/>
                      </a:solidFill>
                      <a:prstDash val="solid"/>
                      <a:round/>
                      <a:headEnd type="none" w="med" len="med"/>
                      <a:tailEnd type="none" w="med" len="med"/>
                    </a:lnB>
                    <a:solidFill>
                      <a:srgbClr val="005080"/>
                    </a:solidFill>
                  </a:tcPr>
                </a:tc>
                <a:extLst>
                  <a:ext uri="{0D108BD9-81ED-4DB2-BD59-A6C34878D82A}">
                    <a16:rowId xmlns:a16="http://schemas.microsoft.com/office/drawing/2014/main" val="10000"/>
                  </a:ext>
                </a:extLst>
              </a:tr>
              <a:tr h="803063">
                <a:tc>
                  <a:txBody>
                    <a:bodyPr/>
                    <a:lstStyle/>
                    <a:p>
                      <a:pPr marL="0" marR="0" indent="-228600" algn="ctr">
                        <a:lnSpc>
                          <a:spcPct val="120000"/>
                        </a:lnSpc>
                        <a:spcAft>
                          <a:spcPts val="300"/>
                        </a:spcAft>
                        <a:buNone/>
                      </a:pPr>
                      <a:r>
                        <a:rPr lang="en-US" sz="1400">
                          <a:solidFill>
                            <a:srgbClr val="FFFFFF"/>
                          </a:solidFill>
                          <a:effectLst/>
                          <a:latin typeface="Aptos" panose="020B0004020202020204" pitchFamily="34" charset="0"/>
                          <a:ea typeface="Calibri" panose="020F0502020204030204" pitchFamily="34" charset="0"/>
                          <a:cs typeface="Calibri" panose="020F0502020204030204" pitchFamily="34" charset="0"/>
                        </a:rPr>
                        <a:t>Core Collaboration</a:t>
                      </a:r>
                      <a:endParaRPr lang="en-US" sz="2000">
                        <a:effectLst/>
                        <a:latin typeface="Aptos" panose="020B0004020202020204" pitchFamily="34" charset="0"/>
                        <a:ea typeface="Calibri" panose="020F0502020204030204" pitchFamily="34" charset="0"/>
                        <a:cs typeface="Calibri" panose="020F0502020204030204" pitchFamily="34" charset="0"/>
                      </a:endParaRPr>
                    </a:p>
                  </a:txBody>
                  <a:tcPr marL="109855" marR="109855">
                    <a:lnR w="12700" cap="flat" cmpd="sng" algn="ctr">
                      <a:solidFill>
                        <a:schemeClr val="tx1"/>
                      </a:solidFill>
                      <a:prstDash val="solid"/>
                      <a:round/>
                      <a:headEnd type="none" w="med" len="med"/>
                      <a:tailEnd type="none" w="med" len="med"/>
                    </a:lnR>
                    <a:solidFill>
                      <a:srgbClr val="005080"/>
                    </a:solidFill>
                  </a:tcPr>
                </a:tc>
                <a:tc>
                  <a:txBody>
                    <a:bodyPr/>
                    <a:lstStyle/>
                    <a:p>
                      <a:pPr marL="0" marR="0" indent="-228600" algn="l">
                        <a:lnSpc>
                          <a:spcPct val="120000"/>
                        </a:lnSpc>
                        <a:spcAft>
                          <a:spcPts val="300"/>
                        </a:spcAft>
                        <a:buNone/>
                      </a:pPr>
                      <a:r>
                        <a:rPr lang="en-US" sz="1000" dirty="0">
                          <a:solidFill>
                            <a:srgbClr val="000000"/>
                          </a:solidFill>
                          <a:effectLst/>
                          <a:latin typeface="Aptos" panose="020B0004020202020204" pitchFamily="34" charset="0"/>
                          <a:ea typeface="Calibri" panose="020F0502020204030204" pitchFamily="34" charset="0"/>
                          <a:cs typeface="Calibri" panose="020F0502020204030204" pitchFamily="34" charset="0"/>
                        </a:rPr>
                        <a:t>Rudimentary, random, haphazard</a:t>
                      </a:r>
                      <a:endParaRPr lang="en-US" sz="1200" dirty="0">
                        <a:effectLst/>
                        <a:latin typeface="Aptos" panose="020B0004020202020204" pitchFamily="34" charset="0"/>
                        <a:ea typeface="Calibri" panose="020F0502020204030204" pitchFamily="34" charset="0"/>
                        <a:cs typeface="Calibri" panose="020F0502020204030204" pitchFamily="34" charset="0"/>
                      </a:endParaRPr>
                    </a:p>
                  </a:txBody>
                  <a:tcPr marL="109855" marR="1098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228600" algn="l">
                        <a:lnSpc>
                          <a:spcPct val="120000"/>
                        </a:lnSpc>
                        <a:spcAft>
                          <a:spcPts val="300"/>
                        </a:spcAft>
                        <a:buNone/>
                      </a:pPr>
                      <a:r>
                        <a:rPr lang="en-US" sz="1000">
                          <a:solidFill>
                            <a:srgbClr val="000000"/>
                          </a:solidFill>
                          <a:effectLst/>
                          <a:latin typeface="Aptos" panose="020B0004020202020204" pitchFamily="34" charset="0"/>
                          <a:ea typeface="Calibri" panose="020F0502020204030204" pitchFamily="34" charset="0"/>
                          <a:cs typeface="Calibri" panose="020F0502020204030204" pitchFamily="34" charset="0"/>
                        </a:rPr>
                        <a:t>Intentional, ineffective knowledge capture and codification </a:t>
                      </a:r>
                      <a:endParaRPr lang="en-US" sz="1200">
                        <a:effectLst/>
                        <a:latin typeface="Aptos" panose="020B0004020202020204" pitchFamily="34" charset="0"/>
                        <a:ea typeface="Calibri" panose="020F0502020204030204" pitchFamily="34" charset="0"/>
                        <a:cs typeface="Calibri" panose="020F0502020204030204" pitchFamily="34" charset="0"/>
                      </a:endParaRPr>
                    </a:p>
                  </a:txBody>
                  <a:tcPr marL="109855" marR="1098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marL="0" marR="0" indent="-228600" algn="l">
                        <a:lnSpc>
                          <a:spcPct val="120000"/>
                        </a:lnSpc>
                        <a:spcAft>
                          <a:spcPts val="300"/>
                        </a:spcAft>
                        <a:buNone/>
                      </a:pPr>
                      <a:r>
                        <a:rPr lang="en-US" sz="1000">
                          <a:solidFill>
                            <a:srgbClr val="000000"/>
                          </a:solidFill>
                          <a:effectLst/>
                          <a:latin typeface="Aptos" panose="020B0004020202020204" pitchFamily="34" charset="0"/>
                          <a:ea typeface="Calibri" panose="020F0502020204030204" pitchFamily="34" charset="0"/>
                          <a:cs typeface="Calibri" panose="020F0502020204030204" pitchFamily="34" charset="0"/>
                        </a:rPr>
                        <a:t>Practices identified, formal harvesting and promotion of output</a:t>
                      </a:r>
                      <a:endParaRPr lang="en-US" sz="1200">
                        <a:effectLst/>
                        <a:latin typeface="Aptos" panose="020B0004020202020204" pitchFamily="34" charset="0"/>
                        <a:ea typeface="Calibri" panose="020F0502020204030204" pitchFamily="34" charset="0"/>
                        <a:cs typeface="Calibri" panose="020F0502020204030204" pitchFamily="34" charset="0"/>
                      </a:endParaRPr>
                    </a:p>
                  </a:txBody>
                  <a:tcPr marL="109855" marR="1098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228600" algn="l">
                        <a:lnSpc>
                          <a:spcPct val="120000"/>
                        </a:lnSpc>
                        <a:spcAft>
                          <a:spcPts val="300"/>
                        </a:spcAft>
                        <a:buNone/>
                      </a:pPr>
                      <a:r>
                        <a:rPr lang="en-US" sz="1000">
                          <a:solidFill>
                            <a:srgbClr val="000000"/>
                          </a:solidFill>
                          <a:effectLst/>
                          <a:latin typeface="Aptos" panose="020B0004020202020204" pitchFamily="34" charset="0"/>
                          <a:ea typeface="Calibri" panose="020F0502020204030204" pitchFamily="34" charset="0"/>
                          <a:cs typeface="Calibri" panose="020F0502020204030204" pitchFamily="34" charset="0"/>
                        </a:rPr>
                        <a:t>Integrated into processes with creation, access, and reuse mapped </a:t>
                      </a:r>
                      <a:endParaRPr lang="en-US" sz="1200">
                        <a:effectLst/>
                        <a:latin typeface="Aptos" panose="020B0004020202020204" pitchFamily="34" charset="0"/>
                        <a:ea typeface="Calibri" panose="020F0502020204030204" pitchFamily="34" charset="0"/>
                        <a:cs typeface="Calibri" panose="020F0502020204030204" pitchFamily="34" charset="0"/>
                      </a:endParaRPr>
                    </a:p>
                  </a:txBody>
                  <a:tcPr marL="109855" marR="1098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marL="0" marR="0" indent="-228600" algn="l">
                        <a:lnSpc>
                          <a:spcPct val="120000"/>
                        </a:lnSpc>
                        <a:spcAft>
                          <a:spcPts val="300"/>
                        </a:spcAft>
                        <a:buNone/>
                      </a:pPr>
                      <a:r>
                        <a:rPr lang="en-US" sz="1000">
                          <a:solidFill>
                            <a:srgbClr val="000000"/>
                          </a:solidFill>
                          <a:effectLst/>
                          <a:latin typeface="Aptos" panose="020B0004020202020204" pitchFamily="34" charset="0"/>
                          <a:ea typeface="Calibri" panose="020F0502020204030204" pitchFamily="34" charset="0"/>
                          <a:cs typeface="Calibri" panose="020F0502020204030204" pitchFamily="34" charset="0"/>
                        </a:rPr>
                        <a:t>Seamless and habitual with collaboration processes integrated with business needs and downstream uses</a:t>
                      </a:r>
                      <a:endParaRPr lang="en-US" sz="1200">
                        <a:effectLst/>
                        <a:latin typeface="Aptos" panose="020B0004020202020204" pitchFamily="34" charset="0"/>
                        <a:ea typeface="Calibri" panose="020F0502020204030204" pitchFamily="34" charset="0"/>
                        <a:cs typeface="Calibri" panose="020F0502020204030204" pitchFamily="34" charset="0"/>
                      </a:endParaRPr>
                    </a:p>
                  </a:txBody>
                  <a:tcPr marL="109855" marR="1098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659283">
                <a:tc>
                  <a:txBody>
                    <a:bodyPr/>
                    <a:lstStyle/>
                    <a:p>
                      <a:pPr marL="0" marR="0" indent="-228600" algn="ctr">
                        <a:lnSpc>
                          <a:spcPct val="120000"/>
                        </a:lnSpc>
                        <a:spcAft>
                          <a:spcPts val="300"/>
                        </a:spcAft>
                        <a:buNone/>
                      </a:pPr>
                      <a:r>
                        <a:rPr lang="en-US" sz="1400">
                          <a:solidFill>
                            <a:srgbClr val="FFFFFF"/>
                          </a:solidFill>
                          <a:effectLst/>
                          <a:latin typeface="Aptos" panose="020B0004020202020204" pitchFamily="34" charset="0"/>
                          <a:ea typeface="Calibri" panose="020F0502020204030204" pitchFamily="34" charset="0"/>
                          <a:cs typeface="Calibri" panose="020F0502020204030204" pitchFamily="34" charset="0"/>
                        </a:rPr>
                        <a:t>Expertise Location</a:t>
                      </a:r>
                      <a:endParaRPr lang="en-US" sz="2000">
                        <a:effectLst/>
                        <a:latin typeface="Aptos" panose="020B0004020202020204" pitchFamily="34" charset="0"/>
                        <a:ea typeface="Calibri" panose="020F0502020204030204" pitchFamily="34" charset="0"/>
                        <a:cs typeface="Calibri" panose="020F0502020204030204" pitchFamily="34" charset="0"/>
                      </a:endParaRPr>
                    </a:p>
                  </a:txBody>
                  <a:tcPr marL="109855" marR="109855">
                    <a:lnR w="12700" cap="flat" cmpd="sng" algn="ctr">
                      <a:solidFill>
                        <a:schemeClr val="tx1"/>
                      </a:solidFill>
                      <a:prstDash val="solid"/>
                      <a:round/>
                      <a:headEnd type="none" w="med" len="med"/>
                      <a:tailEnd type="none" w="med" len="med"/>
                    </a:lnR>
                    <a:solidFill>
                      <a:srgbClr val="005080"/>
                    </a:solidFill>
                  </a:tcPr>
                </a:tc>
                <a:tc>
                  <a:txBody>
                    <a:bodyPr/>
                    <a:lstStyle/>
                    <a:p>
                      <a:pPr marL="0" marR="0" indent="-228600" algn="l">
                        <a:lnSpc>
                          <a:spcPct val="120000"/>
                        </a:lnSpc>
                        <a:spcAft>
                          <a:spcPts val="300"/>
                        </a:spcAft>
                        <a:buNone/>
                      </a:pPr>
                      <a:r>
                        <a:rPr lang="en-US" sz="1000">
                          <a:solidFill>
                            <a:srgbClr val="000000"/>
                          </a:solidFill>
                          <a:effectLst/>
                          <a:latin typeface="Aptos" panose="020B0004020202020204" pitchFamily="34" charset="0"/>
                          <a:ea typeface="Calibri" panose="020F0502020204030204" pitchFamily="34" charset="0"/>
                          <a:cs typeface="Calibri" panose="020F0502020204030204" pitchFamily="34" charset="0"/>
                        </a:rPr>
                        <a:t>Who you know</a:t>
                      </a:r>
                      <a:endParaRPr lang="en-US" sz="1200">
                        <a:effectLst/>
                        <a:latin typeface="Aptos" panose="020B0004020202020204" pitchFamily="34" charset="0"/>
                        <a:ea typeface="Calibri" panose="020F0502020204030204" pitchFamily="34" charset="0"/>
                        <a:cs typeface="Calibri" panose="020F0502020204030204" pitchFamily="34" charset="0"/>
                      </a:endParaRPr>
                    </a:p>
                  </a:txBody>
                  <a:tcPr marL="109855" marR="1098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marL="0" marR="0" indent="-228600" algn="l">
                        <a:lnSpc>
                          <a:spcPct val="120000"/>
                        </a:lnSpc>
                        <a:spcAft>
                          <a:spcPts val="300"/>
                        </a:spcAft>
                        <a:buNone/>
                      </a:pPr>
                      <a:r>
                        <a:rPr lang="en-US" sz="1000">
                          <a:solidFill>
                            <a:srgbClr val="000000"/>
                          </a:solidFill>
                          <a:effectLst/>
                          <a:latin typeface="Aptos" panose="020B0004020202020204" pitchFamily="34" charset="0"/>
                          <a:ea typeface="Calibri" panose="020F0502020204030204" pitchFamily="34" charset="0"/>
                          <a:cs typeface="Calibri" panose="020F0502020204030204" pitchFamily="34" charset="0"/>
                        </a:rPr>
                        <a:t>Word of mouth</a:t>
                      </a:r>
                      <a:endParaRPr lang="en-US" sz="1200">
                        <a:effectLst/>
                        <a:latin typeface="Aptos" panose="020B0004020202020204" pitchFamily="34" charset="0"/>
                        <a:ea typeface="Calibri" panose="020F0502020204030204" pitchFamily="34" charset="0"/>
                        <a:cs typeface="Calibri" panose="020F0502020204030204" pitchFamily="34" charset="0"/>
                      </a:endParaRPr>
                    </a:p>
                  </a:txBody>
                  <a:tcPr marL="109855" marR="1098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228600" algn="l">
                        <a:lnSpc>
                          <a:spcPct val="120000"/>
                        </a:lnSpc>
                        <a:spcAft>
                          <a:spcPts val="300"/>
                        </a:spcAft>
                        <a:buNone/>
                      </a:pPr>
                      <a:r>
                        <a:rPr lang="en-US" sz="1000">
                          <a:solidFill>
                            <a:srgbClr val="000000"/>
                          </a:solidFill>
                          <a:effectLst/>
                          <a:latin typeface="Aptos" panose="020B0004020202020204" pitchFamily="34" charset="0"/>
                          <a:ea typeface="Calibri" panose="020F0502020204030204" pitchFamily="34" charset="0"/>
                          <a:cs typeface="Calibri" panose="020F0502020204030204" pitchFamily="34" charset="0"/>
                        </a:rPr>
                        <a:t>Key skills identified and captured</a:t>
                      </a:r>
                      <a:endParaRPr lang="en-US" sz="1200">
                        <a:effectLst/>
                        <a:latin typeface="Aptos" panose="020B0004020202020204" pitchFamily="34" charset="0"/>
                        <a:ea typeface="Calibri" panose="020F0502020204030204" pitchFamily="34" charset="0"/>
                        <a:cs typeface="Calibri" panose="020F0502020204030204" pitchFamily="34" charset="0"/>
                      </a:endParaRPr>
                    </a:p>
                  </a:txBody>
                  <a:tcPr marL="109855" marR="1098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marL="0" marR="0" indent="-228600" algn="l">
                        <a:lnSpc>
                          <a:spcPct val="120000"/>
                        </a:lnSpc>
                        <a:spcAft>
                          <a:spcPts val="300"/>
                        </a:spcAft>
                        <a:buNone/>
                      </a:pPr>
                      <a:r>
                        <a:rPr lang="en-US" sz="1000">
                          <a:solidFill>
                            <a:srgbClr val="000000"/>
                          </a:solidFill>
                          <a:effectLst/>
                          <a:latin typeface="Aptos" panose="020B0004020202020204" pitchFamily="34" charset="0"/>
                          <a:ea typeface="Calibri" panose="020F0502020204030204" pitchFamily="34" charset="0"/>
                          <a:cs typeface="Calibri" panose="020F0502020204030204" pitchFamily="34" charset="0"/>
                        </a:rPr>
                        <a:t>Formal expertise directories leveraged</a:t>
                      </a:r>
                      <a:endParaRPr lang="en-US" sz="1200">
                        <a:effectLst/>
                        <a:latin typeface="Aptos" panose="020B0004020202020204" pitchFamily="34" charset="0"/>
                        <a:ea typeface="Calibri" panose="020F0502020204030204" pitchFamily="34" charset="0"/>
                        <a:cs typeface="Calibri" panose="020F0502020204030204" pitchFamily="34" charset="0"/>
                      </a:endParaRPr>
                    </a:p>
                  </a:txBody>
                  <a:tcPr marL="109855" marR="1098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228600" algn="l">
                        <a:lnSpc>
                          <a:spcPct val="120000"/>
                        </a:lnSpc>
                        <a:spcAft>
                          <a:spcPts val="300"/>
                        </a:spcAft>
                        <a:buNone/>
                      </a:pPr>
                      <a:r>
                        <a:rPr lang="en-US" sz="1000">
                          <a:solidFill>
                            <a:srgbClr val="000000"/>
                          </a:solidFill>
                          <a:effectLst/>
                          <a:latin typeface="Aptos" panose="020B0004020202020204" pitchFamily="34" charset="0"/>
                          <a:ea typeface="Calibri" panose="020F0502020204030204" pitchFamily="34" charset="0"/>
                          <a:cs typeface="Calibri" panose="020F0502020204030204" pitchFamily="34" charset="0"/>
                        </a:rPr>
                        <a:t>Expertise derivation through text analytics, community participation, and group interactions </a:t>
                      </a:r>
                      <a:endParaRPr lang="en-US" sz="1200">
                        <a:effectLst/>
                        <a:latin typeface="Aptos" panose="020B0004020202020204" pitchFamily="34" charset="0"/>
                        <a:ea typeface="Calibri" panose="020F0502020204030204" pitchFamily="34" charset="0"/>
                        <a:cs typeface="Calibri" panose="020F0502020204030204" pitchFamily="34" charset="0"/>
                      </a:endParaRPr>
                    </a:p>
                  </a:txBody>
                  <a:tcPr marL="109855" marR="1098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803063">
                <a:tc>
                  <a:txBody>
                    <a:bodyPr/>
                    <a:lstStyle/>
                    <a:p>
                      <a:pPr marL="0" marR="0" indent="-228600" algn="ctr">
                        <a:lnSpc>
                          <a:spcPct val="120000"/>
                        </a:lnSpc>
                        <a:spcAft>
                          <a:spcPts val="300"/>
                        </a:spcAft>
                        <a:buNone/>
                      </a:pPr>
                      <a:r>
                        <a:rPr lang="en-US" sz="1400">
                          <a:solidFill>
                            <a:srgbClr val="FFFFFF"/>
                          </a:solidFill>
                          <a:effectLst/>
                          <a:latin typeface="Aptos" panose="020B0004020202020204" pitchFamily="34" charset="0"/>
                          <a:ea typeface="Calibri" panose="020F0502020204030204" pitchFamily="34" charset="0"/>
                          <a:cs typeface="Calibri" panose="020F0502020204030204" pitchFamily="34" charset="0"/>
                        </a:rPr>
                        <a:t>Content Curation</a:t>
                      </a:r>
                      <a:endParaRPr lang="en-US" sz="2000">
                        <a:effectLst/>
                        <a:latin typeface="Aptos" panose="020B0004020202020204" pitchFamily="34" charset="0"/>
                        <a:ea typeface="Calibri" panose="020F0502020204030204" pitchFamily="34" charset="0"/>
                        <a:cs typeface="Calibri" panose="020F0502020204030204" pitchFamily="34" charset="0"/>
                      </a:endParaRPr>
                    </a:p>
                  </a:txBody>
                  <a:tcPr marL="109855" marR="109855">
                    <a:lnR w="12700" cap="flat" cmpd="sng" algn="ctr">
                      <a:solidFill>
                        <a:schemeClr val="tx1"/>
                      </a:solidFill>
                      <a:prstDash val="solid"/>
                      <a:round/>
                      <a:headEnd type="none" w="med" len="med"/>
                      <a:tailEnd type="none" w="med" len="med"/>
                    </a:lnR>
                    <a:solidFill>
                      <a:srgbClr val="005080"/>
                    </a:solidFill>
                  </a:tcPr>
                </a:tc>
                <a:tc>
                  <a:txBody>
                    <a:bodyPr/>
                    <a:lstStyle/>
                    <a:p>
                      <a:pPr marL="0" marR="0" indent="-228600" algn="l">
                        <a:lnSpc>
                          <a:spcPct val="120000"/>
                        </a:lnSpc>
                        <a:spcAft>
                          <a:spcPts val="300"/>
                        </a:spcAft>
                        <a:buNone/>
                      </a:pPr>
                      <a:r>
                        <a:rPr lang="en-US" sz="1000">
                          <a:solidFill>
                            <a:srgbClr val="000000"/>
                          </a:solidFill>
                          <a:effectLst/>
                          <a:latin typeface="Aptos" panose="020B0004020202020204" pitchFamily="34" charset="0"/>
                          <a:ea typeface="Calibri" panose="020F0502020204030204" pitchFamily="34" charset="0"/>
                          <a:cs typeface="Calibri" panose="020F0502020204030204" pitchFamily="34" charset="0"/>
                        </a:rPr>
                        <a:t>Haphazard and application-limited </a:t>
                      </a:r>
                      <a:endParaRPr lang="en-US" sz="1200">
                        <a:effectLst/>
                        <a:latin typeface="Aptos" panose="020B0004020202020204" pitchFamily="34" charset="0"/>
                        <a:ea typeface="Calibri" panose="020F0502020204030204" pitchFamily="34" charset="0"/>
                        <a:cs typeface="Calibri" panose="020F0502020204030204" pitchFamily="34" charset="0"/>
                      </a:endParaRPr>
                    </a:p>
                  </a:txBody>
                  <a:tcPr marL="109855" marR="1098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228600" algn="l">
                        <a:lnSpc>
                          <a:spcPct val="120000"/>
                        </a:lnSpc>
                        <a:spcAft>
                          <a:spcPts val="300"/>
                        </a:spcAft>
                        <a:buNone/>
                      </a:pPr>
                      <a:r>
                        <a:rPr lang="en-US" sz="1000">
                          <a:solidFill>
                            <a:srgbClr val="000000"/>
                          </a:solidFill>
                          <a:effectLst/>
                          <a:latin typeface="Aptos" panose="020B0004020202020204" pitchFamily="34" charset="0"/>
                          <a:ea typeface="Calibri" panose="020F0502020204030204" pitchFamily="34" charset="0"/>
                          <a:cs typeface="Calibri" panose="020F0502020204030204" pitchFamily="34" charset="0"/>
                        </a:rPr>
                        <a:t>Pockets of curated content, sub-optimized across processes </a:t>
                      </a:r>
                      <a:endParaRPr lang="en-US" sz="1200">
                        <a:effectLst/>
                        <a:latin typeface="Aptos" panose="020B0004020202020204" pitchFamily="34" charset="0"/>
                        <a:ea typeface="Calibri" panose="020F0502020204030204" pitchFamily="34" charset="0"/>
                        <a:cs typeface="Calibri" panose="020F0502020204030204" pitchFamily="34" charset="0"/>
                      </a:endParaRPr>
                    </a:p>
                  </a:txBody>
                  <a:tcPr marL="109855" marR="1098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marL="0" marR="0" indent="-228600" algn="l">
                        <a:lnSpc>
                          <a:spcPct val="120000"/>
                        </a:lnSpc>
                        <a:spcAft>
                          <a:spcPts val="300"/>
                        </a:spcAft>
                        <a:buNone/>
                      </a:pPr>
                      <a:r>
                        <a:rPr lang="en-US" sz="1000">
                          <a:solidFill>
                            <a:srgbClr val="000000"/>
                          </a:solidFill>
                          <a:effectLst/>
                          <a:latin typeface="Aptos" panose="020B0004020202020204" pitchFamily="34" charset="0"/>
                          <a:ea typeface="Calibri" panose="020F0502020204030204" pitchFamily="34" charset="0"/>
                          <a:cs typeface="Calibri" panose="020F0502020204030204" pitchFamily="34" charset="0"/>
                        </a:rPr>
                        <a:t>Content aligned with platform and process, governance-driven information concierge </a:t>
                      </a:r>
                      <a:endParaRPr lang="en-US" sz="1200">
                        <a:effectLst/>
                        <a:latin typeface="Aptos" panose="020B0004020202020204" pitchFamily="34" charset="0"/>
                        <a:ea typeface="Calibri" panose="020F0502020204030204" pitchFamily="34" charset="0"/>
                        <a:cs typeface="Calibri" panose="020F0502020204030204" pitchFamily="34" charset="0"/>
                      </a:endParaRPr>
                    </a:p>
                  </a:txBody>
                  <a:tcPr marL="109855" marR="1098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228600" algn="l">
                        <a:lnSpc>
                          <a:spcPct val="120000"/>
                        </a:lnSpc>
                        <a:spcAft>
                          <a:spcPts val="300"/>
                        </a:spcAft>
                        <a:buNone/>
                      </a:pPr>
                      <a:r>
                        <a:rPr lang="en-US" sz="1000">
                          <a:solidFill>
                            <a:srgbClr val="000000"/>
                          </a:solidFill>
                          <a:effectLst/>
                          <a:latin typeface="Aptos" panose="020B0004020202020204" pitchFamily="34" charset="0"/>
                          <a:ea typeface="Calibri" panose="020F0502020204030204" pitchFamily="34" charset="0"/>
                          <a:cs typeface="Calibri" panose="020F0502020204030204" pitchFamily="34" charset="0"/>
                        </a:rPr>
                        <a:t>Workflow-driven integration  with hybrid tagging and entity extraction processes </a:t>
                      </a:r>
                      <a:endParaRPr lang="en-US" sz="1200">
                        <a:effectLst/>
                        <a:latin typeface="Aptos" panose="020B0004020202020204" pitchFamily="34" charset="0"/>
                        <a:ea typeface="Calibri" panose="020F0502020204030204" pitchFamily="34" charset="0"/>
                        <a:cs typeface="Calibri" panose="020F0502020204030204" pitchFamily="34" charset="0"/>
                      </a:endParaRPr>
                    </a:p>
                  </a:txBody>
                  <a:tcPr marL="109855" marR="1098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marL="0" marR="0" indent="-228600" algn="l">
                        <a:lnSpc>
                          <a:spcPct val="120000"/>
                        </a:lnSpc>
                        <a:spcAft>
                          <a:spcPts val="300"/>
                        </a:spcAft>
                        <a:buNone/>
                      </a:pPr>
                      <a:r>
                        <a:rPr lang="en-US" sz="1000" dirty="0">
                          <a:solidFill>
                            <a:srgbClr val="000000"/>
                          </a:solidFill>
                          <a:effectLst/>
                          <a:latin typeface="Aptos" panose="020B0004020202020204" pitchFamily="34" charset="0"/>
                          <a:ea typeface="Calibri" panose="020F0502020204030204" pitchFamily="34" charset="0"/>
                          <a:cs typeface="Calibri" panose="020F0502020204030204" pitchFamily="34" charset="0"/>
                        </a:rPr>
                        <a:t>Value added at each touch point, core metadata flows with content, lifecycles managed, retention enforced</a:t>
                      </a:r>
                      <a:endParaRPr lang="en-US" sz="1200" dirty="0">
                        <a:effectLst/>
                        <a:latin typeface="Aptos" panose="020B0004020202020204" pitchFamily="34" charset="0"/>
                        <a:ea typeface="Calibri" panose="020F0502020204030204" pitchFamily="34" charset="0"/>
                        <a:cs typeface="Calibri" panose="020F0502020204030204" pitchFamily="34" charset="0"/>
                      </a:endParaRPr>
                    </a:p>
                  </a:txBody>
                  <a:tcPr marL="109855" marR="1098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659283">
                <a:tc>
                  <a:txBody>
                    <a:bodyPr/>
                    <a:lstStyle/>
                    <a:p>
                      <a:pPr marL="0" marR="0" indent="-228600" algn="ctr">
                        <a:lnSpc>
                          <a:spcPct val="120000"/>
                        </a:lnSpc>
                        <a:spcAft>
                          <a:spcPts val="300"/>
                        </a:spcAft>
                        <a:buNone/>
                      </a:pPr>
                      <a:r>
                        <a:rPr lang="en-US" sz="1400">
                          <a:solidFill>
                            <a:srgbClr val="FFFFFF"/>
                          </a:solidFill>
                          <a:effectLst/>
                          <a:latin typeface="Aptos" panose="020B0004020202020204" pitchFamily="34" charset="0"/>
                          <a:ea typeface="Calibri" panose="020F0502020204030204" pitchFamily="34" charset="0"/>
                          <a:cs typeface="Calibri" panose="020F0502020204030204" pitchFamily="34" charset="0"/>
                        </a:rPr>
                        <a:t>Information Architecture</a:t>
                      </a:r>
                      <a:endParaRPr lang="en-US" sz="2000">
                        <a:effectLst/>
                        <a:latin typeface="Aptos" panose="020B0004020202020204" pitchFamily="34" charset="0"/>
                        <a:ea typeface="Calibri" panose="020F0502020204030204" pitchFamily="34" charset="0"/>
                        <a:cs typeface="Calibri" panose="020F0502020204030204" pitchFamily="34" charset="0"/>
                      </a:endParaRPr>
                    </a:p>
                  </a:txBody>
                  <a:tcPr marL="109855" marR="109855">
                    <a:lnR w="12700" cap="flat" cmpd="sng" algn="ctr">
                      <a:solidFill>
                        <a:schemeClr val="tx1"/>
                      </a:solidFill>
                      <a:prstDash val="solid"/>
                      <a:round/>
                      <a:headEnd type="none" w="med" len="med"/>
                      <a:tailEnd type="none" w="med" len="med"/>
                    </a:lnR>
                    <a:solidFill>
                      <a:srgbClr val="005080"/>
                    </a:solidFill>
                  </a:tcPr>
                </a:tc>
                <a:tc>
                  <a:txBody>
                    <a:bodyPr/>
                    <a:lstStyle/>
                    <a:p>
                      <a:pPr marL="0" marR="0" indent="-228600" algn="l">
                        <a:lnSpc>
                          <a:spcPct val="120000"/>
                        </a:lnSpc>
                        <a:spcAft>
                          <a:spcPts val="300"/>
                        </a:spcAft>
                        <a:buNone/>
                      </a:pPr>
                      <a:r>
                        <a:rPr lang="en-US" sz="1000">
                          <a:solidFill>
                            <a:srgbClr val="000000"/>
                          </a:solidFill>
                          <a:effectLst/>
                          <a:latin typeface="Aptos" panose="020B0004020202020204" pitchFamily="34" charset="0"/>
                          <a:ea typeface="Calibri" panose="020F0502020204030204" pitchFamily="34" charset="0"/>
                          <a:cs typeface="Calibri" panose="020F0502020204030204" pitchFamily="34" charset="0"/>
                        </a:rPr>
                        <a:t>IA is Navigation, inconsistent metadata, few standards, and poor usability </a:t>
                      </a:r>
                      <a:endParaRPr lang="en-US" sz="1200">
                        <a:effectLst/>
                        <a:latin typeface="Aptos" panose="020B0004020202020204" pitchFamily="34" charset="0"/>
                        <a:ea typeface="Calibri" panose="020F0502020204030204" pitchFamily="34" charset="0"/>
                        <a:cs typeface="Calibri" panose="020F0502020204030204" pitchFamily="34" charset="0"/>
                      </a:endParaRPr>
                    </a:p>
                  </a:txBody>
                  <a:tcPr marL="109855" marR="1098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228600" algn="l">
                        <a:lnSpc>
                          <a:spcPct val="120000"/>
                        </a:lnSpc>
                        <a:spcAft>
                          <a:spcPts val="300"/>
                        </a:spcAft>
                        <a:buNone/>
                      </a:pPr>
                      <a:r>
                        <a:rPr lang="en-US" sz="1000">
                          <a:solidFill>
                            <a:srgbClr val="000000"/>
                          </a:solidFill>
                          <a:effectLst/>
                          <a:latin typeface="Aptos" panose="020B0004020202020204" pitchFamily="34" charset="0"/>
                          <a:ea typeface="Calibri" panose="020F0502020204030204" pitchFamily="34" charset="0"/>
                          <a:cs typeface="Calibri" panose="020F0502020204030204" pitchFamily="34" charset="0"/>
                        </a:rPr>
                        <a:t>Application and department localized taxonomies</a:t>
                      </a:r>
                      <a:endParaRPr lang="en-US" sz="1200">
                        <a:effectLst/>
                        <a:latin typeface="Aptos" panose="020B0004020202020204" pitchFamily="34" charset="0"/>
                        <a:ea typeface="Calibri" panose="020F0502020204030204" pitchFamily="34" charset="0"/>
                        <a:cs typeface="Calibri" panose="020F0502020204030204" pitchFamily="34" charset="0"/>
                      </a:endParaRPr>
                    </a:p>
                  </a:txBody>
                  <a:tcPr marL="109855" marR="1098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marL="0" marR="0" indent="-228600" algn="l">
                        <a:lnSpc>
                          <a:spcPct val="120000"/>
                        </a:lnSpc>
                        <a:spcAft>
                          <a:spcPts val="300"/>
                        </a:spcAft>
                        <a:buNone/>
                      </a:pPr>
                      <a:r>
                        <a:rPr lang="en-US" sz="1000">
                          <a:solidFill>
                            <a:srgbClr val="000000"/>
                          </a:solidFill>
                          <a:effectLst/>
                          <a:latin typeface="Aptos" panose="020B0004020202020204" pitchFamily="34" charset="0"/>
                          <a:ea typeface="Calibri" panose="020F0502020204030204" pitchFamily="34" charset="0"/>
                          <a:cs typeface="Calibri" panose="020F0502020204030204" pitchFamily="34" charset="0"/>
                        </a:rPr>
                        <a:t>Classification structures applied to support dynamic knowledge</a:t>
                      </a:r>
                      <a:endParaRPr lang="en-US" sz="1200">
                        <a:effectLst/>
                        <a:latin typeface="Aptos" panose="020B0004020202020204" pitchFamily="34" charset="0"/>
                        <a:ea typeface="Calibri" panose="020F0502020204030204" pitchFamily="34" charset="0"/>
                        <a:cs typeface="Calibri" panose="020F0502020204030204" pitchFamily="34" charset="0"/>
                      </a:endParaRPr>
                    </a:p>
                  </a:txBody>
                  <a:tcPr marL="109855" marR="1098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228600" algn="l">
                        <a:lnSpc>
                          <a:spcPct val="120000"/>
                        </a:lnSpc>
                        <a:spcAft>
                          <a:spcPts val="300"/>
                        </a:spcAft>
                        <a:buNone/>
                      </a:pPr>
                      <a:r>
                        <a:rPr lang="en-US" sz="1000">
                          <a:solidFill>
                            <a:srgbClr val="000000"/>
                          </a:solidFill>
                          <a:effectLst/>
                          <a:latin typeface="Aptos" panose="020B0004020202020204" pitchFamily="34" charset="0"/>
                          <a:ea typeface="Calibri" panose="020F0502020204030204" pitchFamily="34" charset="0"/>
                          <a:cs typeface="Calibri" panose="020F0502020204030204" pitchFamily="34" charset="0"/>
                        </a:rPr>
                        <a:t>Multi-channel, device and format-independent cross-application architecture </a:t>
                      </a:r>
                      <a:endParaRPr lang="en-US" sz="1200">
                        <a:effectLst/>
                        <a:latin typeface="Aptos" panose="020B0004020202020204" pitchFamily="34" charset="0"/>
                        <a:ea typeface="Calibri" panose="020F0502020204030204" pitchFamily="34" charset="0"/>
                        <a:cs typeface="Calibri" panose="020F0502020204030204" pitchFamily="34" charset="0"/>
                      </a:endParaRPr>
                    </a:p>
                  </a:txBody>
                  <a:tcPr marL="109855" marR="1098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marL="0" marR="0" indent="-228600" algn="l">
                        <a:lnSpc>
                          <a:spcPct val="120000"/>
                        </a:lnSpc>
                        <a:spcAft>
                          <a:spcPts val="300"/>
                        </a:spcAft>
                        <a:buNone/>
                      </a:pPr>
                      <a:r>
                        <a:rPr lang="en-US" sz="1000">
                          <a:solidFill>
                            <a:srgbClr val="000000"/>
                          </a:solidFill>
                          <a:effectLst/>
                          <a:latin typeface="Aptos" panose="020B0004020202020204" pitchFamily="34" charset="0"/>
                          <a:ea typeface="Calibri" panose="020F0502020204030204" pitchFamily="34" charset="0"/>
                          <a:cs typeface="Calibri" panose="020F0502020204030204" pitchFamily="34" charset="0"/>
                        </a:rPr>
                        <a:t>Upstream supply chain and downstream syndication w/ partner &amp; customer processes</a:t>
                      </a:r>
                      <a:endParaRPr lang="en-US" sz="1200">
                        <a:effectLst/>
                        <a:latin typeface="Aptos" panose="020B0004020202020204" pitchFamily="34" charset="0"/>
                        <a:ea typeface="Calibri" panose="020F0502020204030204" pitchFamily="34" charset="0"/>
                        <a:cs typeface="Calibri" panose="020F0502020204030204" pitchFamily="34" charset="0"/>
                      </a:endParaRPr>
                    </a:p>
                  </a:txBody>
                  <a:tcPr marL="109855" marR="1098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803063">
                <a:tc>
                  <a:txBody>
                    <a:bodyPr/>
                    <a:lstStyle/>
                    <a:p>
                      <a:pPr marL="0" marR="0" indent="-228600" algn="ctr">
                        <a:lnSpc>
                          <a:spcPct val="120000"/>
                        </a:lnSpc>
                        <a:spcAft>
                          <a:spcPts val="300"/>
                        </a:spcAft>
                        <a:buNone/>
                      </a:pPr>
                      <a:r>
                        <a:rPr lang="en-US" sz="1400">
                          <a:solidFill>
                            <a:srgbClr val="FFFFFF"/>
                          </a:solidFill>
                          <a:effectLst/>
                          <a:latin typeface="Aptos" panose="020B0004020202020204" pitchFamily="34" charset="0"/>
                          <a:ea typeface="Calibri" panose="020F0502020204030204" pitchFamily="34" charset="0"/>
                          <a:cs typeface="Calibri" panose="020F0502020204030204" pitchFamily="34" charset="0"/>
                        </a:rPr>
                        <a:t>Infrastructure</a:t>
                      </a:r>
                      <a:endParaRPr lang="en-US" sz="2000">
                        <a:effectLst/>
                        <a:latin typeface="Aptos" panose="020B0004020202020204" pitchFamily="34" charset="0"/>
                        <a:ea typeface="Calibri" panose="020F0502020204030204" pitchFamily="34" charset="0"/>
                        <a:cs typeface="Calibri" panose="020F0502020204030204" pitchFamily="34" charset="0"/>
                      </a:endParaRPr>
                    </a:p>
                  </a:txBody>
                  <a:tcPr marL="109855" marR="109855">
                    <a:lnR w="12700" cap="flat" cmpd="sng" algn="ctr">
                      <a:solidFill>
                        <a:schemeClr val="tx1"/>
                      </a:solidFill>
                      <a:prstDash val="solid"/>
                      <a:round/>
                      <a:headEnd type="none" w="med" len="med"/>
                      <a:tailEnd type="none" w="med" len="med"/>
                    </a:lnR>
                    <a:solidFill>
                      <a:srgbClr val="005080"/>
                    </a:solidFill>
                  </a:tcPr>
                </a:tc>
                <a:tc>
                  <a:txBody>
                    <a:bodyPr/>
                    <a:lstStyle/>
                    <a:p>
                      <a:pPr marL="0" marR="0" indent="-228600" algn="l">
                        <a:lnSpc>
                          <a:spcPct val="120000"/>
                        </a:lnSpc>
                        <a:spcAft>
                          <a:spcPts val="300"/>
                        </a:spcAft>
                        <a:buNone/>
                      </a:pPr>
                      <a:r>
                        <a:rPr lang="en-US" sz="1000">
                          <a:solidFill>
                            <a:srgbClr val="000000"/>
                          </a:solidFill>
                          <a:effectLst/>
                          <a:latin typeface="Aptos" panose="020B0004020202020204" pitchFamily="34" charset="0"/>
                          <a:ea typeface="Calibri" panose="020F0502020204030204" pitchFamily="34" charset="0"/>
                          <a:cs typeface="Calibri" panose="020F0502020204030204" pitchFamily="34" charset="0"/>
                        </a:rPr>
                        <a:t>Foundational, little to no collaborative tools, CM is rudimentary </a:t>
                      </a:r>
                      <a:endParaRPr lang="en-US" sz="1200">
                        <a:effectLst/>
                        <a:latin typeface="Aptos" panose="020B0004020202020204" pitchFamily="34" charset="0"/>
                        <a:ea typeface="Calibri" panose="020F0502020204030204" pitchFamily="34" charset="0"/>
                        <a:cs typeface="Calibri" panose="020F0502020204030204" pitchFamily="34" charset="0"/>
                      </a:endParaRPr>
                    </a:p>
                  </a:txBody>
                  <a:tcPr marL="109855" marR="1098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228600" algn="l">
                        <a:lnSpc>
                          <a:spcPct val="120000"/>
                        </a:lnSpc>
                        <a:spcAft>
                          <a:spcPts val="300"/>
                        </a:spcAft>
                        <a:buNone/>
                      </a:pPr>
                      <a:r>
                        <a:rPr lang="en-US" sz="1000">
                          <a:solidFill>
                            <a:srgbClr val="000000"/>
                          </a:solidFill>
                          <a:effectLst/>
                          <a:latin typeface="Aptos" panose="020B0004020202020204" pitchFamily="34" charset="0"/>
                          <a:ea typeface="Calibri" panose="020F0502020204030204" pitchFamily="34" charset="0"/>
                          <a:cs typeface="Calibri" panose="020F0502020204030204" pitchFamily="34" charset="0"/>
                        </a:rPr>
                        <a:t>Foundational tools in place, but without out-of-the-box deployment</a:t>
                      </a:r>
                      <a:endParaRPr lang="en-US" sz="1200">
                        <a:effectLst/>
                        <a:latin typeface="Aptos" panose="020B0004020202020204" pitchFamily="34" charset="0"/>
                        <a:ea typeface="Calibri" panose="020F0502020204030204" pitchFamily="34" charset="0"/>
                        <a:cs typeface="Calibri" panose="020F0502020204030204" pitchFamily="34" charset="0"/>
                      </a:endParaRPr>
                    </a:p>
                  </a:txBody>
                  <a:tcPr marL="109855" marR="1098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marL="0" marR="0" indent="-228600" algn="l">
                        <a:lnSpc>
                          <a:spcPct val="120000"/>
                        </a:lnSpc>
                        <a:spcAft>
                          <a:spcPts val="300"/>
                        </a:spcAft>
                        <a:buNone/>
                      </a:pPr>
                      <a:r>
                        <a:rPr lang="en-US" sz="1000">
                          <a:solidFill>
                            <a:srgbClr val="000000"/>
                          </a:solidFill>
                          <a:effectLst/>
                          <a:latin typeface="Aptos" panose="020B0004020202020204" pitchFamily="34" charset="0"/>
                          <a:ea typeface="Calibri" panose="020F0502020204030204" pitchFamily="34" charset="0"/>
                          <a:cs typeface="Calibri" panose="020F0502020204030204" pitchFamily="34" charset="0"/>
                        </a:rPr>
                        <a:t>Knowledge harvesting integrated with collaboration and reuse</a:t>
                      </a:r>
                      <a:endParaRPr lang="en-US" sz="1200">
                        <a:effectLst/>
                        <a:latin typeface="Aptos" panose="020B0004020202020204" pitchFamily="34" charset="0"/>
                        <a:ea typeface="Calibri" panose="020F0502020204030204" pitchFamily="34" charset="0"/>
                        <a:cs typeface="Calibri" panose="020F0502020204030204" pitchFamily="34" charset="0"/>
                      </a:endParaRPr>
                    </a:p>
                  </a:txBody>
                  <a:tcPr marL="109855" marR="1098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marL="0" marR="0" indent="-228600" algn="l">
                        <a:lnSpc>
                          <a:spcPct val="120000"/>
                        </a:lnSpc>
                        <a:spcAft>
                          <a:spcPts val="300"/>
                        </a:spcAft>
                        <a:buNone/>
                      </a:pPr>
                      <a:r>
                        <a:rPr lang="en-US" sz="1000">
                          <a:solidFill>
                            <a:srgbClr val="000000"/>
                          </a:solidFill>
                          <a:effectLst/>
                          <a:latin typeface="Aptos" panose="020B0004020202020204" pitchFamily="34" charset="0"/>
                          <a:ea typeface="Calibri" panose="020F0502020204030204" pitchFamily="34" charset="0"/>
                          <a:cs typeface="Calibri" panose="020F0502020204030204" pitchFamily="34" charset="0"/>
                        </a:rPr>
                        <a:t>Expertise in location, community management, and intentional knowledge optimization </a:t>
                      </a:r>
                      <a:endParaRPr lang="en-US" sz="1200">
                        <a:effectLst/>
                        <a:latin typeface="Aptos" panose="020B0004020202020204" pitchFamily="34" charset="0"/>
                        <a:ea typeface="Calibri" panose="020F0502020204030204" pitchFamily="34" charset="0"/>
                        <a:cs typeface="Calibri" panose="020F0502020204030204" pitchFamily="34" charset="0"/>
                      </a:endParaRPr>
                    </a:p>
                  </a:txBody>
                  <a:tcPr marL="109855" marR="1098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228600" algn="l">
                        <a:lnSpc>
                          <a:spcPct val="120000"/>
                        </a:lnSpc>
                        <a:spcAft>
                          <a:spcPts val="300"/>
                        </a:spcAft>
                        <a:buNone/>
                      </a:pPr>
                      <a:r>
                        <a:rPr lang="en-US" sz="1000">
                          <a:solidFill>
                            <a:srgbClr val="000000"/>
                          </a:solidFill>
                          <a:effectLst/>
                          <a:latin typeface="Aptos" panose="020B0004020202020204" pitchFamily="34" charset="0"/>
                          <a:ea typeface="Calibri" panose="020F0502020204030204" pitchFamily="34" charset="0"/>
                          <a:cs typeface="Calibri" panose="020F0502020204030204" pitchFamily="34" charset="0"/>
                        </a:rPr>
                        <a:t>Multiple tools mapped to detailed requirements and use cases with ongoing tuning and enhancement </a:t>
                      </a:r>
                      <a:endParaRPr lang="en-US" sz="1200">
                        <a:effectLst/>
                        <a:latin typeface="Aptos" panose="020B0004020202020204" pitchFamily="34" charset="0"/>
                        <a:ea typeface="Calibri" panose="020F0502020204030204" pitchFamily="34" charset="0"/>
                        <a:cs typeface="Calibri" panose="020F0502020204030204" pitchFamily="34" charset="0"/>
                      </a:endParaRPr>
                    </a:p>
                  </a:txBody>
                  <a:tcPr marL="109855" marR="1098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r h="803063">
                <a:tc>
                  <a:txBody>
                    <a:bodyPr/>
                    <a:lstStyle/>
                    <a:p>
                      <a:pPr marL="0" marR="0" indent="-228600" algn="ctr">
                        <a:lnSpc>
                          <a:spcPct val="120000"/>
                        </a:lnSpc>
                        <a:spcAft>
                          <a:spcPts val="300"/>
                        </a:spcAft>
                        <a:buNone/>
                      </a:pPr>
                      <a:r>
                        <a:rPr lang="en-US" sz="1400">
                          <a:solidFill>
                            <a:srgbClr val="FFFFFF"/>
                          </a:solidFill>
                          <a:effectLst/>
                          <a:latin typeface="Aptos" panose="020B0004020202020204" pitchFamily="34" charset="0"/>
                          <a:ea typeface="Calibri" panose="020F0502020204030204" pitchFamily="34" charset="0"/>
                          <a:cs typeface="Calibri" panose="020F0502020204030204" pitchFamily="34" charset="0"/>
                        </a:rPr>
                        <a:t>Search Integration</a:t>
                      </a:r>
                      <a:endParaRPr lang="en-US" sz="2000">
                        <a:effectLst/>
                        <a:latin typeface="Aptos" panose="020B0004020202020204" pitchFamily="34" charset="0"/>
                        <a:ea typeface="Calibri" panose="020F0502020204030204" pitchFamily="34" charset="0"/>
                        <a:cs typeface="Calibri" panose="020F0502020204030204" pitchFamily="34" charset="0"/>
                      </a:endParaRPr>
                    </a:p>
                  </a:txBody>
                  <a:tcPr marL="109855" marR="109855">
                    <a:lnR w="12700" cap="flat" cmpd="sng" algn="ctr">
                      <a:solidFill>
                        <a:schemeClr val="tx1"/>
                      </a:solidFill>
                      <a:prstDash val="solid"/>
                      <a:round/>
                      <a:headEnd type="none" w="med" len="med"/>
                      <a:tailEnd type="none" w="med" len="med"/>
                    </a:lnR>
                    <a:solidFill>
                      <a:srgbClr val="005080"/>
                    </a:solidFill>
                  </a:tcPr>
                </a:tc>
                <a:tc>
                  <a:txBody>
                    <a:bodyPr/>
                    <a:lstStyle/>
                    <a:p>
                      <a:pPr marL="0" marR="0" indent="-228600" algn="l">
                        <a:lnSpc>
                          <a:spcPct val="120000"/>
                        </a:lnSpc>
                        <a:spcAft>
                          <a:spcPts val="300"/>
                        </a:spcAft>
                        <a:buNone/>
                      </a:pPr>
                      <a:r>
                        <a:rPr lang="en-US" sz="1000">
                          <a:solidFill>
                            <a:srgbClr val="000000"/>
                          </a:solidFill>
                          <a:effectLst/>
                          <a:latin typeface="Aptos" panose="020B0004020202020204" pitchFamily="34" charset="0"/>
                          <a:ea typeface="Calibri" panose="020F0502020204030204" pitchFamily="34" charset="0"/>
                          <a:cs typeface="Calibri" panose="020F0502020204030204" pitchFamily="34" charset="0"/>
                        </a:rPr>
                        <a:t>Search as “Random Document Generator “</a:t>
                      </a:r>
                      <a:endParaRPr lang="en-US" sz="1200">
                        <a:effectLst/>
                        <a:latin typeface="Aptos" panose="020B0004020202020204" pitchFamily="34" charset="0"/>
                        <a:ea typeface="Calibri" panose="020F0502020204030204" pitchFamily="34" charset="0"/>
                        <a:cs typeface="Calibri" panose="020F0502020204030204" pitchFamily="34" charset="0"/>
                      </a:endParaRPr>
                    </a:p>
                  </a:txBody>
                  <a:tcPr marL="109855" marR="1098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228600" algn="l">
                        <a:lnSpc>
                          <a:spcPct val="120000"/>
                        </a:lnSpc>
                        <a:spcAft>
                          <a:spcPts val="300"/>
                        </a:spcAft>
                        <a:buNone/>
                      </a:pPr>
                      <a:r>
                        <a:rPr lang="en-US" sz="1000">
                          <a:solidFill>
                            <a:srgbClr val="000000"/>
                          </a:solidFill>
                          <a:effectLst/>
                          <a:latin typeface="Aptos" panose="020B0004020202020204" pitchFamily="34" charset="0"/>
                          <a:ea typeface="Calibri" panose="020F0502020204030204" pitchFamily="34" charset="0"/>
                          <a:cs typeface="Calibri" panose="020F0502020204030204" pitchFamily="34" charset="0"/>
                        </a:rPr>
                        <a:t>Some tuning of the search ranking algorithm with content tagging</a:t>
                      </a:r>
                      <a:endParaRPr lang="en-US" sz="1200">
                        <a:effectLst/>
                        <a:latin typeface="Aptos" panose="020B0004020202020204" pitchFamily="34" charset="0"/>
                        <a:ea typeface="Calibri" panose="020F0502020204030204" pitchFamily="34" charset="0"/>
                        <a:cs typeface="Calibri" panose="020F0502020204030204" pitchFamily="34" charset="0"/>
                      </a:endParaRPr>
                    </a:p>
                  </a:txBody>
                  <a:tcPr marL="109855" marR="1098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marL="0" marR="0" indent="-228600" algn="l">
                        <a:lnSpc>
                          <a:spcPct val="120000"/>
                        </a:lnSpc>
                        <a:spcAft>
                          <a:spcPts val="300"/>
                        </a:spcAft>
                        <a:buNone/>
                      </a:pPr>
                      <a:r>
                        <a:rPr lang="en-US" sz="1000">
                          <a:solidFill>
                            <a:srgbClr val="000000"/>
                          </a:solidFill>
                          <a:effectLst/>
                          <a:latin typeface="Aptos" panose="020B0004020202020204" pitchFamily="34" charset="0"/>
                          <a:ea typeface="Calibri" panose="020F0502020204030204" pitchFamily="34" charset="0"/>
                          <a:cs typeface="Calibri" panose="020F0502020204030204" pitchFamily="34" charset="0"/>
                        </a:rPr>
                        <a:t>Integration across structured and unstructured systems for content in context</a:t>
                      </a:r>
                      <a:endParaRPr lang="en-US" sz="1200">
                        <a:effectLst/>
                        <a:latin typeface="Aptos" panose="020B0004020202020204" pitchFamily="34" charset="0"/>
                        <a:ea typeface="Calibri" panose="020F0502020204030204" pitchFamily="34" charset="0"/>
                        <a:cs typeface="Calibri" panose="020F0502020204030204" pitchFamily="34" charset="0"/>
                      </a:endParaRPr>
                    </a:p>
                  </a:txBody>
                  <a:tcPr marL="109855" marR="1098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228600" algn="l">
                        <a:lnSpc>
                          <a:spcPct val="120000"/>
                        </a:lnSpc>
                        <a:spcAft>
                          <a:spcPts val="300"/>
                        </a:spcAft>
                        <a:buNone/>
                      </a:pPr>
                      <a:r>
                        <a:rPr lang="en-US" sz="1000">
                          <a:solidFill>
                            <a:srgbClr val="000000"/>
                          </a:solidFill>
                          <a:effectLst/>
                          <a:latin typeface="Aptos" panose="020B0004020202020204" pitchFamily="34" charset="0"/>
                          <a:ea typeface="Calibri" panose="020F0502020204030204" pitchFamily="34" charset="0"/>
                          <a:cs typeface="Calibri" panose="020F0502020204030204" pitchFamily="34" charset="0"/>
                        </a:rPr>
                        <a:t>Expertise mapped to search domains and terms, reduced e-discovery risk</a:t>
                      </a:r>
                      <a:endParaRPr lang="en-US" sz="1200">
                        <a:effectLst/>
                        <a:latin typeface="Aptos" panose="020B0004020202020204" pitchFamily="34" charset="0"/>
                        <a:ea typeface="Calibri" panose="020F0502020204030204" pitchFamily="34" charset="0"/>
                        <a:cs typeface="Calibri" panose="020F0502020204030204" pitchFamily="34" charset="0"/>
                      </a:endParaRPr>
                    </a:p>
                  </a:txBody>
                  <a:tcPr marL="109855" marR="1098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marL="0" marR="0" indent="-228600" algn="l">
                        <a:lnSpc>
                          <a:spcPct val="120000"/>
                        </a:lnSpc>
                        <a:spcAft>
                          <a:spcPts val="300"/>
                        </a:spcAft>
                        <a:buNone/>
                      </a:pPr>
                      <a:r>
                        <a:rPr lang="en-US" sz="1000">
                          <a:solidFill>
                            <a:srgbClr val="000000"/>
                          </a:solidFill>
                          <a:effectLst/>
                          <a:latin typeface="Aptos" panose="020B0004020202020204" pitchFamily="34" charset="0"/>
                          <a:ea typeface="Calibri" panose="020F0502020204030204" pitchFamily="34" charset="0"/>
                          <a:cs typeface="Calibri" panose="020F0502020204030204" pitchFamily="34" charset="0"/>
                        </a:rPr>
                        <a:t>Search-driven integration across platforms, knowledge in the task and process context </a:t>
                      </a:r>
                      <a:endParaRPr lang="en-US" sz="1200">
                        <a:effectLst/>
                        <a:latin typeface="Aptos" panose="020B0004020202020204" pitchFamily="34" charset="0"/>
                        <a:ea typeface="Calibri" panose="020F0502020204030204" pitchFamily="34" charset="0"/>
                        <a:cs typeface="Calibri" panose="020F0502020204030204" pitchFamily="34" charset="0"/>
                      </a:endParaRPr>
                    </a:p>
                  </a:txBody>
                  <a:tcPr marL="109855" marR="1098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6"/>
                  </a:ext>
                </a:extLst>
              </a:tr>
              <a:tr h="659283">
                <a:tc>
                  <a:txBody>
                    <a:bodyPr/>
                    <a:lstStyle/>
                    <a:p>
                      <a:pPr marL="0" marR="0" indent="-228600" algn="ctr" defTabSz="912573" rtl="0" eaLnBrk="1" latinLnBrk="0" hangingPunct="1">
                        <a:lnSpc>
                          <a:spcPct val="120000"/>
                        </a:lnSpc>
                        <a:spcBef>
                          <a:spcPts val="0"/>
                        </a:spcBef>
                        <a:spcAft>
                          <a:spcPts val="300"/>
                        </a:spcAft>
                        <a:buClrTx/>
                        <a:buSzTx/>
                        <a:buFontTx/>
                        <a:buNone/>
                        <a:tabLst/>
                      </a:pPr>
                      <a:r>
                        <a:rPr lang="en-US" sz="1400" b="0" i="0" u="none" strike="noStrike" cap="none" spc="0" baseline="0">
                          <a:ln>
                            <a:noFill/>
                          </a:ln>
                          <a:solidFill>
                            <a:srgbClr val="FFFFFF"/>
                          </a:solidFill>
                          <a:effectLst/>
                          <a:uFillTx/>
                          <a:latin typeface="Aptos" panose="020B0004020202020204" pitchFamily="34" charset="0"/>
                          <a:ea typeface="Calibri" panose="020F0502020204030204" pitchFamily="34" charset="0"/>
                          <a:cs typeface="Calibri" panose="020F0502020204030204" pitchFamily="34" charset="0"/>
                          <a:sym typeface="Helvetica"/>
                        </a:rPr>
                        <a:t>Governance</a:t>
                      </a:r>
                    </a:p>
                  </a:txBody>
                  <a:tcPr marL="68580" marR="68580" marT="0" marB="0">
                    <a:lnR w="12700" cap="flat" cmpd="sng" algn="ctr">
                      <a:solidFill>
                        <a:schemeClr val="tx1"/>
                      </a:solidFill>
                      <a:prstDash val="solid"/>
                      <a:round/>
                      <a:headEnd type="none" w="med" len="med"/>
                      <a:tailEnd type="none" w="med" len="med"/>
                    </a:lnR>
                    <a:solidFill>
                      <a:srgbClr val="005080"/>
                    </a:solidFill>
                  </a:tcPr>
                </a:tc>
                <a:tc>
                  <a:txBody>
                    <a:bodyPr/>
                    <a:lstStyle/>
                    <a:p>
                      <a:pPr marL="0" marR="0" indent="-228600" algn="l" defTabSz="912573" rtl="0" eaLnBrk="1" latinLnBrk="0" hangingPunct="1">
                        <a:lnSpc>
                          <a:spcPct val="120000"/>
                        </a:lnSpc>
                        <a:spcBef>
                          <a:spcPts val="0"/>
                        </a:spcBef>
                        <a:spcAft>
                          <a:spcPts val="300"/>
                        </a:spcAft>
                        <a:buClrTx/>
                        <a:buSzTx/>
                        <a:buFontTx/>
                        <a:buNone/>
                        <a:tabLst/>
                      </a:pPr>
                      <a:r>
                        <a:rPr lang="en-US" sz="1000" b="0" i="0" u="none" strike="noStrike" cap="none" spc="0" baseline="0" dirty="0">
                          <a:ln>
                            <a:noFill/>
                          </a:ln>
                          <a:solidFill>
                            <a:srgbClr val="000000"/>
                          </a:solidFill>
                          <a:effectLst/>
                          <a:uFillTx/>
                          <a:latin typeface="Aptos" panose="020B0004020202020204" pitchFamily="34" charset="0"/>
                          <a:ea typeface="Calibri" panose="020F0502020204030204" pitchFamily="34" charset="0"/>
                          <a:cs typeface="Calibri" panose="020F0502020204030204" pitchFamily="34" charset="0"/>
                          <a:sym typeface="Helvetica"/>
                        </a:rPr>
                        <a:t>Nonexistent </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228600" algn="l" defTabSz="912573" rtl="0" eaLnBrk="1" latinLnBrk="0" hangingPunct="1">
                        <a:lnSpc>
                          <a:spcPct val="120000"/>
                        </a:lnSpc>
                        <a:spcBef>
                          <a:spcPts val="0"/>
                        </a:spcBef>
                        <a:spcAft>
                          <a:spcPts val="300"/>
                        </a:spcAft>
                        <a:buClrTx/>
                        <a:buSzTx/>
                        <a:buFontTx/>
                        <a:buNone/>
                        <a:tabLst/>
                      </a:pPr>
                      <a:r>
                        <a:rPr lang="en-US" sz="1000" b="0" i="0" u="none" strike="noStrike" cap="none" spc="0" baseline="0">
                          <a:ln>
                            <a:noFill/>
                          </a:ln>
                          <a:solidFill>
                            <a:srgbClr val="000000"/>
                          </a:solidFill>
                          <a:effectLst/>
                          <a:uFillTx/>
                          <a:latin typeface="Aptos" panose="020B0004020202020204" pitchFamily="34" charset="0"/>
                          <a:ea typeface="Calibri" panose="020F0502020204030204" pitchFamily="34" charset="0"/>
                          <a:cs typeface="Calibri" panose="020F0502020204030204" pitchFamily="34" charset="0"/>
                          <a:sym typeface="Helvetica"/>
                        </a:rPr>
                        <a:t>Initial attempts led to fiefdoms</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marL="0" marR="0" indent="-228600" algn="l" defTabSz="912573" rtl="0" eaLnBrk="1" latinLnBrk="0" hangingPunct="1">
                        <a:lnSpc>
                          <a:spcPct val="120000"/>
                        </a:lnSpc>
                        <a:spcBef>
                          <a:spcPts val="0"/>
                        </a:spcBef>
                        <a:spcAft>
                          <a:spcPts val="300"/>
                        </a:spcAft>
                        <a:buClrTx/>
                        <a:buSzTx/>
                        <a:buFontTx/>
                        <a:buNone/>
                        <a:tabLst/>
                      </a:pPr>
                      <a:r>
                        <a:rPr lang="en-US" sz="1000" b="0" i="0" u="none" strike="noStrike" cap="none" spc="0" baseline="0">
                          <a:ln>
                            <a:noFill/>
                          </a:ln>
                          <a:solidFill>
                            <a:srgbClr val="000000"/>
                          </a:solidFill>
                          <a:effectLst/>
                          <a:uFillTx/>
                          <a:latin typeface="Aptos" panose="020B0004020202020204" pitchFamily="34" charset="0"/>
                          <a:ea typeface="Calibri" panose="020F0502020204030204" pitchFamily="34" charset="0"/>
                          <a:cs typeface="Calibri" panose="020F0502020204030204" pitchFamily="34" charset="0"/>
                          <a:sym typeface="Helvetica"/>
                        </a:rPr>
                        <a:t>Repeatable, defined KM governance</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228600" algn="l" defTabSz="912573" rtl="0" eaLnBrk="1" latinLnBrk="0" hangingPunct="1">
                        <a:lnSpc>
                          <a:spcPct val="120000"/>
                        </a:lnSpc>
                        <a:spcBef>
                          <a:spcPts val="0"/>
                        </a:spcBef>
                        <a:spcAft>
                          <a:spcPts val="300"/>
                        </a:spcAft>
                        <a:buClrTx/>
                        <a:buSzTx/>
                        <a:buFontTx/>
                        <a:buNone/>
                        <a:tabLst/>
                      </a:pPr>
                      <a:r>
                        <a:rPr lang="en-US" sz="1000" b="0" i="0" u="none" strike="noStrike" cap="none" spc="0" baseline="0">
                          <a:ln>
                            <a:noFill/>
                          </a:ln>
                          <a:solidFill>
                            <a:srgbClr val="000000"/>
                          </a:solidFill>
                          <a:effectLst/>
                          <a:uFillTx/>
                          <a:latin typeface="Aptos" panose="020B0004020202020204" pitchFamily="34" charset="0"/>
                          <a:ea typeface="Calibri" panose="020F0502020204030204" pitchFamily="34" charset="0"/>
                          <a:cs typeface="Calibri" panose="020F0502020204030204" pitchFamily="34" charset="0"/>
                          <a:sym typeface="Helvetica"/>
                        </a:rPr>
                        <a:t>Integrated, cross-functional managed processes</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marL="0" marR="0" indent="-228600" algn="l" defTabSz="912573" rtl="0" eaLnBrk="1" latinLnBrk="0" hangingPunct="1">
                        <a:lnSpc>
                          <a:spcPct val="120000"/>
                        </a:lnSpc>
                        <a:spcBef>
                          <a:spcPts val="0"/>
                        </a:spcBef>
                        <a:spcAft>
                          <a:spcPts val="300"/>
                        </a:spcAft>
                        <a:buClrTx/>
                        <a:buSzTx/>
                        <a:buFontTx/>
                        <a:buNone/>
                        <a:tabLst/>
                      </a:pPr>
                      <a:r>
                        <a:rPr lang="en-US" sz="1000" b="0" i="0" u="none" strike="noStrike" cap="none" spc="0" baseline="0" dirty="0">
                          <a:ln>
                            <a:noFill/>
                          </a:ln>
                          <a:solidFill>
                            <a:srgbClr val="000000"/>
                          </a:solidFill>
                          <a:effectLst/>
                          <a:uFillTx/>
                          <a:latin typeface="Aptos" panose="020B0004020202020204" pitchFamily="34" charset="0"/>
                          <a:ea typeface="Calibri" panose="020F0502020204030204" pitchFamily="34" charset="0"/>
                          <a:cs typeface="Calibri" panose="020F0502020204030204" pitchFamily="34" charset="0"/>
                          <a:sym typeface="Helvetica"/>
                        </a:rPr>
                        <a:t>Business value-driven, enterprise-wide deployment</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703703070"/>
                  </a:ext>
                </a:extLst>
              </a:tr>
            </a:tbl>
          </a:graphicData>
        </a:graphic>
      </p:graphicFrame>
      <p:sp>
        <p:nvSpPr>
          <p:cNvPr id="3" name="Rectangle 2">
            <a:extLst>
              <a:ext uri="{FF2B5EF4-FFF2-40B4-BE49-F238E27FC236}">
                <a16:creationId xmlns:a16="http://schemas.microsoft.com/office/drawing/2014/main" id="{ECEBDE3B-8787-E7F0-55DA-05B6BD389617}"/>
              </a:ext>
            </a:extLst>
          </p:cNvPr>
          <p:cNvSpPr/>
          <p:nvPr/>
        </p:nvSpPr>
        <p:spPr>
          <a:xfrm>
            <a:off x="700494" y="987917"/>
            <a:ext cx="736934" cy="276710"/>
          </a:xfrm>
          <a:prstGeom prst="rect">
            <a:avLst/>
          </a:prstGeom>
        </p:spPr>
        <p:txBody>
          <a:bodyPr wrap="none">
            <a:spAutoFit/>
          </a:bodyPr>
          <a:lstStyle/>
          <a:p>
            <a:r>
              <a:rPr lang="en-US" sz="1199" kern="1200">
                <a:solidFill>
                  <a:schemeClr val="bg1"/>
                </a:solidFill>
                <a:latin typeface="Arial Narrow" pitchFamily="34" charset="0"/>
                <a:ea typeface="+mn-ea"/>
                <a:cs typeface="+mn-cs"/>
                <a:sym typeface="Helvetica"/>
              </a:rPr>
              <a:t>Capability</a:t>
            </a:r>
          </a:p>
        </p:txBody>
      </p:sp>
      <p:sp>
        <p:nvSpPr>
          <p:cNvPr id="5" name="Rectangle 4">
            <a:extLst>
              <a:ext uri="{FF2B5EF4-FFF2-40B4-BE49-F238E27FC236}">
                <a16:creationId xmlns:a16="http://schemas.microsoft.com/office/drawing/2014/main" id="{AA6FA797-C843-5A0A-E5F4-6366F0F79854}"/>
              </a:ext>
            </a:extLst>
          </p:cNvPr>
          <p:cNvSpPr/>
          <p:nvPr/>
        </p:nvSpPr>
        <p:spPr>
          <a:xfrm>
            <a:off x="1402455" y="753654"/>
            <a:ext cx="632847" cy="276710"/>
          </a:xfrm>
          <a:prstGeom prst="rect">
            <a:avLst/>
          </a:prstGeom>
        </p:spPr>
        <p:txBody>
          <a:bodyPr wrap="none">
            <a:spAutoFit/>
          </a:bodyPr>
          <a:lstStyle/>
          <a:p>
            <a:r>
              <a:rPr lang="en-US" sz="1199" kern="1200">
                <a:solidFill>
                  <a:schemeClr val="bg1"/>
                </a:solidFill>
                <a:latin typeface="Arial Narrow" pitchFamily="34" charset="0"/>
                <a:ea typeface="+mn-ea"/>
                <a:cs typeface="+mn-cs"/>
                <a:sym typeface="Helvetica"/>
              </a:rPr>
              <a:t>Maturity</a:t>
            </a:r>
          </a:p>
        </p:txBody>
      </p:sp>
      <p:cxnSp>
        <p:nvCxnSpPr>
          <p:cNvPr id="6" name="Straight Connector 5">
            <a:extLst>
              <a:ext uri="{FF2B5EF4-FFF2-40B4-BE49-F238E27FC236}">
                <a16:creationId xmlns:a16="http://schemas.microsoft.com/office/drawing/2014/main" id="{5D413181-31E8-B2C1-C2C8-FF528E1675CF}"/>
              </a:ext>
            </a:extLst>
          </p:cNvPr>
          <p:cNvCxnSpPr>
            <a:cxnSpLocks/>
          </p:cNvCxnSpPr>
          <p:nvPr/>
        </p:nvCxnSpPr>
        <p:spPr bwMode="auto">
          <a:xfrm flipH="1" flipV="1">
            <a:off x="691436" y="804996"/>
            <a:ext cx="1343865" cy="459632"/>
          </a:xfrm>
          <a:prstGeom prst="line">
            <a:avLst/>
          </a:prstGeom>
          <a:noFill/>
          <a:ln w="9525" cap="flat" cmpd="sng" algn="ctr">
            <a:solidFill>
              <a:schemeClr val="bg1"/>
            </a:solidFill>
            <a:prstDash val="solid"/>
            <a:round/>
            <a:headEnd type="none" w="med" len="med"/>
            <a:tailEnd type="none" w="med" len="med"/>
          </a:ln>
          <a:effectLst/>
        </p:spPr>
      </p:cxnSp>
      <p:sp>
        <p:nvSpPr>
          <p:cNvPr id="8" name="Rectangle 7">
            <a:extLst>
              <a:ext uri="{FF2B5EF4-FFF2-40B4-BE49-F238E27FC236}">
                <a16:creationId xmlns:a16="http://schemas.microsoft.com/office/drawing/2014/main" id="{E9CAD822-9F1A-FE26-DC45-8FB82D84511D}"/>
              </a:ext>
            </a:extLst>
          </p:cNvPr>
          <p:cNvSpPr/>
          <p:nvPr/>
        </p:nvSpPr>
        <p:spPr>
          <a:xfrm>
            <a:off x="10399223" y="213255"/>
            <a:ext cx="182880" cy="182880"/>
          </a:xfrm>
          <a:prstGeom prst="rect">
            <a:avLst/>
          </a:prstGeom>
          <a:solidFill>
            <a:srgbClr val="F0DBF4"/>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tabLst/>
            </a:pPr>
            <a:endParaRPr kumimoji="0" lang="en-US" sz="1800" b="0" i="0" u="none" strike="noStrike" cap="none" spc="0" normalizeH="0" baseline="0">
              <a:ln>
                <a:noFill/>
              </a:ln>
              <a:solidFill>
                <a:srgbClr val="072941"/>
              </a:solidFill>
              <a:effectLst/>
              <a:uFillTx/>
              <a:latin typeface="+mj-lt"/>
              <a:ea typeface="+mj-ea"/>
              <a:cs typeface="+mj-cs"/>
              <a:sym typeface="Calibri"/>
            </a:endParaRPr>
          </a:p>
        </p:txBody>
      </p:sp>
      <p:sp>
        <p:nvSpPr>
          <p:cNvPr id="9" name="Rectangle 8">
            <a:extLst>
              <a:ext uri="{FF2B5EF4-FFF2-40B4-BE49-F238E27FC236}">
                <a16:creationId xmlns:a16="http://schemas.microsoft.com/office/drawing/2014/main" id="{9F727B98-1ECE-0A84-8A09-00836C95B35A}"/>
              </a:ext>
            </a:extLst>
          </p:cNvPr>
          <p:cNvSpPr/>
          <p:nvPr/>
        </p:nvSpPr>
        <p:spPr>
          <a:xfrm>
            <a:off x="10399223" y="418820"/>
            <a:ext cx="182880" cy="182880"/>
          </a:xfrm>
          <a:prstGeom prst="rect">
            <a:avLst/>
          </a:prstGeom>
          <a:solidFill>
            <a:srgbClr val="CAF4E4"/>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tabLst/>
            </a:pPr>
            <a:endParaRPr kumimoji="0" lang="en-US" sz="1800" b="0" i="0" u="none" strike="noStrike" cap="none" spc="0" normalizeH="0" baseline="0">
              <a:ln>
                <a:noFill/>
              </a:ln>
              <a:solidFill>
                <a:srgbClr val="072941"/>
              </a:solidFill>
              <a:effectLst/>
              <a:uFillTx/>
              <a:latin typeface="+mj-lt"/>
              <a:ea typeface="+mj-ea"/>
              <a:cs typeface="+mj-cs"/>
              <a:sym typeface="Calibri"/>
            </a:endParaRPr>
          </a:p>
        </p:txBody>
      </p:sp>
      <p:sp>
        <p:nvSpPr>
          <p:cNvPr id="10" name="TextBox 9">
            <a:extLst>
              <a:ext uri="{FF2B5EF4-FFF2-40B4-BE49-F238E27FC236}">
                <a16:creationId xmlns:a16="http://schemas.microsoft.com/office/drawing/2014/main" id="{9B191942-402F-0BCF-BF08-9A1E0C84BB94}"/>
              </a:ext>
            </a:extLst>
          </p:cNvPr>
          <p:cNvSpPr txBox="1"/>
          <p:nvPr/>
        </p:nvSpPr>
        <p:spPr>
          <a:xfrm>
            <a:off x="10582103" y="170121"/>
            <a:ext cx="1945758" cy="49244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r>
              <a:rPr kumimoji="0" lang="en-US" sz="1200" b="0" i="0" u="none" strike="noStrike" cap="none" spc="0" normalizeH="0" baseline="0">
                <a:ln>
                  <a:noFill/>
                </a:ln>
                <a:solidFill>
                  <a:srgbClr val="072941"/>
                </a:solidFill>
                <a:effectLst/>
                <a:uFillTx/>
                <a:latin typeface="+mj-lt"/>
                <a:ea typeface="+mj-ea"/>
                <a:cs typeface="+mj-cs"/>
                <a:sym typeface="Calibri"/>
              </a:rPr>
              <a:t>Current State</a:t>
            </a:r>
          </a:p>
          <a:p>
            <a:pPr marL="0" marR="0" indent="0" algn="l" defTabSz="914400" rtl="0" fontAlgn="auto" latinLnBrk="0" hangingPunct="0">
              <a:lnSpc>
                <a:spcPct val="100000"/>
              </a:lnSpc>
              <a:spcBef>
                <a:spcPts val="0"/>
              </a:spcBef>
              <a:spcAft>
                <a:spcPts val="0"/>
              </a:spcAft>
              <a:buClrTx/>
              <a:buSzTx/>
              <a:buFontTx/>
              <a:buNone/>
              <a:tabLst/>
            </a:pPr>
            <a:endParaRPr kumimoji="0" lang="en-US" sz="100" b="0" i="0" u="none" strike="noStrike" cap="none" spc="0" normalizeH="0" baseline="0">
              <a:ln>
                <a:noFill/>
              </a:ln>
              <a:solidFill>
                <a:srgbClr val="072941"/>
              </a:solidFill>
              <a:effectLst/>
              <a:uFillTx/>
              <a:latin typeface="+mj-lt"/>
              <a:ea typeface="+mj-ea"/>
              <a:cs typeface="+mj-cs"/>
              <a:sym typeface="Calibri"/>
            </a:endParaRPr>
          </a:p>
          <a:p>
            <a:pPr marL="0" marR="0" indent="0" algn="l" defTabSz="914400" rtl="0" fontAlgn="auto" latinLnBrk="0" hangingPunct="0">
              <a:lnSpc>
                <a:spcPct val="100000"/>
              </a:lnSpc>
              <a:spcBef>
                <a:spcPts val="0"/>
              </a:spcBef>
              <a:spcAft>
                <a:spcPts val="0"/>
              </a:spcAft>
              <a:buClrTx/>
              <a:buSzTx/>
              <a:buFontTx/>
              <a:buNone/>
              <a:tabLst/>
            </a:pPr>
            <a:r>
              <a:rPr kumimoji="0" lang="en-US" sz="1200" b="0" i="0" u="none" strike="noStrike" cap="none" spc="0" normalizeH="0" baseline="0">
                <a:ln>
                  <a:noFill/>
                </a:ln>
                <a:solidFill>
                  <a:srgbClr val="072941"/>
                </a:solidFill>
                <a:effectLst/>
                <a:uFillTx/>
                <a:latin typeface="+mj-lt"/>
                <a:ea typeface="+mj-ea"/>
                <a:cs typeface="+mj-cs"/>
                <a:sym typeface="Calibri"/>
              </a:rPr>
              <a:t>Target State</a:t>
            </a:r>
          </a:p>
        </p:txBody>
      </p:sp>
    </p:spTree>
    <p:extLst>
      <p:ext uri="{BB962C8B-B14F-4D97-AF65-F5344CB8AC3E}">
        <p14:creationId xmlns:p14="http://schemas.microsoft.com/office/powerpoint/2010/main" val="384199067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CB53E9-5C56-C723-771D-39365A0F2A1F}"/>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9E7443EF-23B6-F5FA-F645-7E5B13AB174B}"/>
              </a:ext>
            </a:extLst>
          </p:cNvPr>
          <p:cNvSpPr>
            <a:spLocks noGrp="1"/>
          </p:cNvSpPr>
          <p:nvPr>
            <p:ph type="title"/>
          </p:nvPr>
        </p:nvSpPr>
        <p:spPr/>
        <p:txBody>
          <a:bodyPr>
            <a:normAutofit fontScale="90000"/>
          </a:bodyPr>
          <a:lstStyle/>
          <a:p>
            <a:r>
              <a:rPr lang="en-US" sz="3600" dirty="0">
                <a:latin typeface="Aptos" panose="020B0004020202020204" pitchFamily="34" charset="0"/>
              </a:rPr>
              <a:t>1.5.3 Gap Analysis</a:t>
            </a:r>
            <a:br>
              <a:rPr lang="en-US" dirty="0">
                <a:latin typeface="Aptos" panose="020B0004020202020204" pitchFamily="34" charset="0"/>
              </a:rPr>
            </a:br>
            <a:endParaRPr lang="en-US" dirty="0">
              <a:latin typeface="Aptos" panose="020B0004020202020204" pitchFamily="34" charset="0"/>
            </a:endParaRPr>
          </a:p>
        </p:txBody>
      </p:sp>
      <p:sp>
        <p:nvSpPr>
          <p:cNvPr id="2" name="Content Placeholder 1">
            <a:extLst>
              <a:ext uri="{FF2B5EF4-FFF2-40B4-BE49-F238E27FC236}">
                <a16:creationId xmlns:a16="http://schemas.microsoft.com/office/drawing/2014/main" id="{0D4D87C6-21C3-6297-B26B-A18FEF1CE58A}"/>
              </a:ext>
            </a:extLst>
          </p:cNvPr>
          <p:cNvSpPr>
            <a:spLocks noGrp="1"/>
          </p:cNvSpPr>
          <p:nvPr>
            <p:ph idx="1"/>
          </p:nvPr>
        </p:nvSpPr>
        <p:spPr/>
        <p:txBody>
          <a:bodyPr/>
          <a:lstStyle/>
          <a:p>
            <a:pPr>
              <a:lnSpc>
                <a:spcPct val="120000"/>
              </a:lnSpc>
              <a:spcBef>
                <a:spcPts val="0"/>
              </a:spcBef>
              <a:spcAft>
                <a:spcPts val="300"/>
              </a:spcAft>
            </a:pPr>
            <a:r>
              <a:rPr lang="en-US" b="1" cap="all" dirty="0">
                <a:latin typeface="Aptos" panose="020B0004020202020204" pitchFamily="34" charset="0"/>
              </a:rPr>
              <a:t>Section Summary</a:t>
            </a:r>
          </a:p>
          <a:p>
            <a:pPr>
              <a:lnSpc>
                <a:spcPct val="120000"/>
              </a:lnSpc>
              <a:spcBef>
                <a:spcPts val="0"/>
              </a:spcBef>
              <a:spcAft>
                <a:spcPts val="300"/>
              </a:spcAft>
            </a:pPr>
            <a:r>
              <a:rPr lang="en-US" dirty="0">
                <a:latin typeface="Aptos" panose="020B0004020202020204" pitchFamily="34" charset="0"/>
              </a:rPr>
              <a:t>Detailed analysis of critical gaps between current state and desired future state, organized by business impact priority. Identifies risks in tribal knowledge retention, integration documentation, search capabilities, departmental silos, governance scalability, technology migration coordination, AI readiness, data quality, and customer self-service.</a:t>
            </a:r>
          </a:p>
          <a:p>
            <a:pPr>
              <a:lnSpc>
                <a:spcPct val="120000"/>
              </a:lnSpc>
              <a:spcBef>
                <a:spcPts val="0"/>
              </a:spcBef>
              <a:spcAft>
                <a:spcPts val="300"/>
              </a:spcAft>
            </a:pPr>
            <a:endParaRPr lang="en-US" dirty="0">
              <a:latin typeface="Aptos" panose="020B0004020202020204" pitchFamily="34" charset="0"/>
            </a:endParaRPr>
          </a:p>
        </p:txBody>
      </p:sp>
      <p:sp>
        <p:nvSpPr>
          <p:cNvPr id="3" name="Content Placeholder 2">
            <a:extLst>
              <a:ext uri="{FF2B5EF4-FFF2-40B4-BE49-F238E27FC236}">
                <a16:creationId xmlns:a16="http://schemas.microsoft.com/office/drawing/2014/main" id="{A2D5DCD5-FAC2-A13D-C683-35424F8D2B72}"/>
              </a:ext>
            </a:extLst>
          </p:cNvPr>
          <p:cNvSpPr>
            <a:spLocks noGrp="1"/>
          </p:cNvSpPr>
          <p:nvPr>
            <p:ph idx="10"/>
          </p:nvPr>
        </p:nvSpPr>
        <p:spPr/>
        <p:txBody>
          <a:bodyPr/>
          <a:lstStyle/>
          <a:p>
            <a:r>
              <a:rPr lang="en-US" b="1" cap="all" dirty="0">
                <a:latin typeface="Aptos" panose="020B0004020202020204" pitchFamily="34" charset="0"/>
              </a:rPr>
              <a:t>Key Topics</a:t>
            </a:r>
          </a:p>
          <a:p>
            <a:pPr marL="285750" indent="-285750">
              <a:buFont typeface="Arial" panose="020B0604020202020204" pitchFamily="34" charset="0"/>
              <a:buChar char="•"/>
            </a:pPr>
            <a:r>
              <a:rPr lang="en-US" dirty="0">
                <a:latin typeface="Aptos" panose="020B0004020202020204" pitchFamily="34" charset="0"/>
              </a:rPr>
              <a:t>Priority 1: Critical Business Risk</a:t>
            </a:r>
          </a:p>
          <a:p>
            <a:pPr marL="285750" indent="-285750">
              <a:buFont typeface="Arial" panose="020B0604020202020204" pitchFamily="34" charset="0"/>
              <a:buChar char="•"/>
            </a:pPr>
            <a:r>
              <a:rPr lang="en-US" dirty="0">
                <a:latin typeface="Aptos" panose="020B0004020202020204" pitchFamily="34" charset="0"/>
              </a:rPr>
              <a:t>Priority 2: High Operational Impact</a:t>
            </a:r>
          </a:p>
          <a:p>
            <a:pPr marL="285750" indent="-285750">
              <a:buFont typeface="Arial" panose="020B0604020202020204" pitchFamily="34" charset="0"/>
              <a:buChar char="•"/>
            </a:pPr>
            <a:r>
              <a:rPr lang="en-US" dirty="0">
                <a:latin typeface="Aptos" panose="020B0004020202020204" pitchFamily="34" charset="0"/>
              </a:rPr>
              <a:t>Priority 3: Medium Strategic Impact</a:t>
            </a:r>
          </a:p>
          <a:p>
            <a:endParaRPr lang="en-US" dirty="0">
              <a:latin typeface="Aptos" panose="020B0004020202020204" pitchFamily="34" charset="0"/>
            </a:endParaRPr>
          </a:p>
        </p:txBody>
      </p:sp>
      <p:sp>
        <p:nvSpPr>
          <p:cNvPr id="5" name="Slide Number Placeholder 4">
            <a:extLst>
              <a:ext uri="{FF2B5EF4-FFF2-40B4-BE49-F238E27FC236}">
                <a16:creationId xmlns:a16="http://schemas.microsoft.com/office/drawing/2014/main" id="{36D48BD1-E510-3490-F257-065C8327A4E3}"/>
              </a:ext>
            </a:extLst>
          </p:cNvPr>
          <p:cNvSpPr>
            <a:spLocks noGrp="1"/>
          </p:cNvSpPr>
          <p:nvPr>
            <p:ph type="sldNum" sz="quarter" idx="12"/>
          </p:nvPr>
        </p:nvSpPr>
        <p:spPr/>
        <p:txBody>
          <a:bodyPr/>
          <a:lstStyle/>
          <a:p>
            <a:fld id="{A22638FE-01C9-41BA-BE25-085106FB5C8A}" type="slidenum">
              <a:rPr lang="en-US" smtClean="0">
                <a:latin typeface="Aptos" panose="020B0004020202020204" pitchFamily="34" charset="0"/>
              </a:rPr>
              <a:t>9</a:t>
            </a:fld>
            <a:endParaRPr lang="en-US">
              <a:latin typeface="Aptos" panose="020B0004020202020204" pitchFamily="34" charset="0"/>
            </a:endParaRPr>
          </a:p>
        </p:txBody>
      </p:sp>
      <p:sp>
        <p:nvSpPr>
          <p:cNvPr id="4" name="Rectangle 2">
            <a:hlinkClick r:id="rId2" action="ppaction://hlinksldjump"/>
            <a:extLst>
              <a:ext uri="{FF2B5EF4-FFF2-40B4-BE49-F238E27FC236}">
                <a16:creationId xmlns:a16="http://schemas.microsoft.com/office/drawing/2014/main" id="{70DB676A-27E0-A55F-4C35-1C555F174F2E}"/>
              </a:ext>
            </a:extLst>
          </p:cNvPr>
          <p:cNvSpPr/>
          <p:nvPr/>
        </p:nvSpPr>
        <p:spPr>
          <a:xfrm>
            <a:off x="10970013" y="484568"/>
            <a:ext cx="355724" cy="369330"/>
          </a:xfrm>
          <a:prstGeom prst="rect">
            <a:avLst/>
          </a:prstGeom>
          <a:solidFill>
            <a:schemeClr val="accent1"/>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tabLst/>
            </a:pPr>
            <a:endParaRPr kumimoji="0" lang="en-US" sz="1800" b="0" i="0" u="none" strike="noStrike" cap="none" spc="0" normalizeH="0" baseline="0">
              <a:ln>
                <a:noFill/>
              </a:ln>
              <a:solidFill>
                <a:srgbClr val="072941"/>
              </a:solidFill>
              <a:effectLst/>
              <a:uFillTx/>
              <a:latin typeface="Aptos" panose="020B0004020202020204" pitchFamily="34" charset="0"/>
              <a:sym typeface="Calibri"/>
            </a:endParaRPr>
          </a:p>
        </p:txBody>
      </p:sp>
      <p:sp>
        <p:nvSpPr>
          <p:cNvPr id="7" name="Rectangle 3">
            <a:extLst>
              <a:ext uri="{FF2B5EF4-FFF2-40B4-BE49-F238E27FC236}">
                <a16:creationId xmlns:a16="http://schemas.microsoft.com/office/drawing/2014/main" id="{FFE35CD5-69C9-982B-8F7F-B98B8AFC3EDA}"/>
              </a:ext>
            </a:extLst>
          </p:cNvPr>
          <p:cNvSpPr/>
          <p:nvPr/>
        </p:nvSpPr>
        <p:spPr>
          <a:xfrm>
            <a:off x="11384916" y="489586"/>
            <a:ext cx="355724" cy="369330"/>
          </a:xfrm>
          <a:prstGeom prst="rect">
            <a:avLst/>
          </a:prstGeom>
          <a:solidFill>
            <a:schemeClr val="accent1"/>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tabLst/>
            </a:pPr>
            <a:endParaRPr kumimoji="0" lang="en-US" sz="1800" b="0" i="0" u="none" strike="noStrike" cap="none" spc="0" normalizeH="0" baseline="0">
              <a:ln>
                <a:noFill/>
              </a:ln>
              <a:solidFill>
                <a:srgbClr val="072941"/>
              </a:solidFill>
              <a:effectLst/>
              <a:uFillTx/>
              <a:latin typeface="Aptos" panose="020B0004020202020204" pitchFamily="34" charset="0"/>
              <a:sym typeface="Calibri"/>
            </a:endParaRPr>
          </a:p>
        </p:txBody>
      </p:sp>
      <p:pic>
        <p:nvPicPr>
          <p:cNvPr id="8" name="Graphic 9" descr="Home with solid fill">
            <a:hlinkClick r:id="rId2" action="ppaction://hlinksldjump"/>
            <a:extLst>
              <a:ext uri="{FF2B5EF4-FFF2-40B4-BE49-F238E27FC236}">
                <a16:creationId xmlns:a16="http://schemas.microsoft.com/office/drawing/2014/main" id="{ACB71CB0-F6B7-087C-324B-EC2A0F5F6DC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967226" y="469000"/>
            <a:ext cx="377598" cy="377598"/>
          </a:xfrm>
          <a:prstGeom prst="rect">
            <a:avLst/>
          </a:prstGeom>
        </p:spPr>
      </p:pic>
      <p:pic>
        <p:nvPicPr>
          <p:cNvPr id="10" name="Graphic 14" descr="Play with solid fill">
            <a:hlinkClick r:id="rId4" action="ppaction://hlinksldjump"/>
            <a:extLst>
              <a:ext uri="{FF2B5EF4-FFF2-40B4-BE49-F238E27FC236}">
                <a16:creationId xmlns:a16="http://schemas.microsoft.com/office/drawing/2014/main" id="{F0F28BEF-D1E2-DCD0-1B04-8C68B2E48F38}"/>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1384917" y="490874"/>
            <a:ext cx="355724" cy="355724"/>
          </a:xfrm>
          <a:prstGeom prst="rect">
            <a:avLst/>
          </a:prstGeom>
        </p:spPr>
      </p:pic>
    </p:spTree>
    <p:extLst>
      <p:ext uri="{BB962C8B-B14F-4D97-AF65-F5344CB8AC3E}">
        <p14:creationId xmlns:p14="http://schemas.microsoft.com/office/powerpoint/2010/main" val="163766625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D94968-E9C7-B33A-7DC0-C9114A752CBD}"/>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98A585EB-9B1B-DFBE-3C19-9892E7E8CFA3}"/>
              </a:ext>
            </a:extLst>
          </p:cNvPr>
          <p:cNvSpPr>
            <a:spLocks noGrp="1"/>
          </p:cNvSpPr>
          <p:nvPr>
            <p:ph type="title"/>
          </p:nvPr>
        </p:nvSpPr>
        <p:spPr/>
        <p:txBody>
          <a:bodyPr/>
          <a:lstStyle/>
          <a:p>
            <a:r>
              <a:rPr lang="en-US" dirty="0">
                <a:latin typeface="Aptos" panose="020B0004020202020204" pitchFamily="34" charset="0"/>
              </a:rPr>
              <a:t>1.5.3.1.1 Gap Analysis – Priority 1</a:t>
            </a:r>
          </a:p>
        </p:txBody>
      </p:sp>
      <p:sp>
        <p:nvSpPr>
          <p:cNvPr id="5" name="Text Placeholder 4">
            <a:extLst>
              <a:ext uri="{FF2B5EF4-FFF2-40B4-BE49-F238E27FC236}">
                <a16:creationId xmlns:a16="http://schemas.microsoft.com/office/drawing/2014/main" id="{812C8AB7-340F-3AA0-8718-83DA6CEF7C18}"/>
              </a:ext>
            </a:extLst>
          </p:cNvPr>
          <p:cNvSpPr>
            <a:spLocks noGrp="1"/>
          </p:cNvSpPr>
          <p:nvPr>
            <p:ph type="body" sz="quarter" idx="12"/>
          </p:nvPr>
        </p:nvSpPr>
        <p:spPr/>
        <p:txBody>
          <a:bodyPr>
            <a:noAutofit/>
          </a:bodyPr>
          <a:lstStyle/>
          <a:p>
            <a:r>
              <a:rPr lang="en-US" sz="2000" b="1" dirty="0">
                <a:latin typeface="Aptos" panose="020B0004020202020204" pitchFamily="34" charset="0"/>
              </a:rPr>
              <a:t>Gap 1: Enterprise Integration Documentation Void</a:t>
            </a:r>
          </a:p>
          <a:p>
            <a:pPr marL="285750" indent="-285750">
              <a:buFont typeface="Arial" panose="020B0604020202020204" pitchFamily="34" charset="0"/>
              <a:buChar char="•"/>
            </a:pPr>
            <a:r>
              <a:rPr lang="en-US" sz="2000" dirty="0">
                <a:latin typeface="Aptos" panose="020B0004020202020204" pitchFamily="34" charset="0"/>
              </a:rPr>
              <a:t>Only 30-40% of enterprise integrations are documented.</a:t>
            </a:r>
          </a:p>
          <a:p>
            <a:pPr marL="285750" indent="-285750">
              <a:buFont typeface="Arial" panose="020B0604020202020204" pitchFamily="34" charset="0"/>
              <a:buChar char="•"/>
            </a:pPr>
            <a:r>
              <a:rPr lang="en-US" sz="2000" dirty="0">
                <a:latin typeface="Aptos" panose="020B0004020202020204" pitchFamily="34" charset="0"/>
              </a:rPr>
              <a:t>70% data classification vs. 99% regulatory target. </a:t>
            </a:r>
          </a:p>
          <a:p>
            <a:pPr marL="285750" indent="-285750">
              <a:buFont typeface="Arial" panose="020B0604020202020204" pitchFamily="34" charset="0"/>
              <a:buChar char="•"/>
            </a:pPr>
            <a:r>
              <a:rPr lang="en-US" sz="2000" dirty="0">
                <a:latin typeface="Aptos" panose="020B0004020202020204" pitchFamily="34" charset="0"/>
              </a:rPr>
              <a:t>Enterprise Document Management System still "in development."</a:t>
            </a:r>
          </a:p>
          <a:p>
            <a:endParaRPr lang="en-US" sz="2000" dirty="0">
              <a:latin typeface="Aptos" panose="020B0004020202020204" pitchFamily="34" charset="0"/>
            </a:endParaRPr>
          </a:p>
          <a:p>
            <a:r>
              <a:rPr lang="en-US" sz="2000" b="1" dirty="0">
                <a:latin typeface="Aptos" panose="020B0004020202020204" pitchFamily="34" charset="0"/>
              </a:rPr>
              <a:t>Business Impact:</a:t>
            </a:r>
          </a:p>
          <a:p>
            <a:pPr marL="342900" indent="-342900">
              <a:buFont typeface="Arial" panose="020B0604020202020204" pitchFamily="34" charset="0"/>
              <a:buChar char="•"/>
            </a:pPr>
            <a:r>
              <a:rPr lang="en-US" sz="2000" dirty="0">
                <a:latin typeface="Aptos" panose="020B0004020202020204" pitchFamily="34" charset="0"/>
              </a:rPr>
              <a:t>30-40% documentation gap creates regulatory exposure (FTC, GLBA, FDIC, PCI DSS).</a:t>
            </a:r>
          </a:p>
          <a:p>
            <a:pPr marL="342900" indent="-342900">
              <a:buFont typeface="Arial" panose="020B0604020202020204" pitchFamily="34" charset="0"/>
              <a:buChar char="•"/>
            </a:pPr>
            <a:r>
              <a:rPr lang="en-US" sz="2000" dirty="0">
                <a:latin typeface="Aptos" panose="020B0004020202020204" pitchFamily="34" charset="0"/>
              </a:rPr>
              <a:t>Unknown dependencies increase system failure risk during changes.</a:t>
            </a:r>
          </a:p>
          <a:p>
            <a:pPr marL="342900" indent="-342900">
              <a:buFont typeface="Arial" panose="020B0604020202020204" pitchFamily="34" charset="0"/>
              <a:buChar char="•"/>
            </a:pPr>
            <a:r>
              <a:rPr lang="en-US" sz="2000" dirty="0">
                <a:latin typeface="Aptos" panose="020B0004020202020204" pitchFamily="34" charset="0"/>
              </a:rPr>
              <a:t>Audit preparation requires excessive manual reconstruction.</a:t>
            </a:r>
          </a:p>
          <a:p>
            <a:pPr marL="342900" indent="-342900">
              <a:buFont typeface="Arial" panose="020B0604020202020204" pitchFamily="34" charset="0"/>
              <a:buChar char="•"/>
            </a:pPr>
            <a:r>
              <a:rPr lang="en-US" sz="2000" dirty="0">
                <a:latin typeface="Aptos" panose="020B0004020202020204" pitchFamily="34" charset="0"/>
              </a:rPr>
              <a:t>New team members cannot independently understand the architecture.</a:t>
            </a:r>
          </a:p>
          <a:p>
            <a:pPr marL="342900" indent="-342900">
              <a:buFont typeface="Arial" panose="020B0604020202020204" pitchFamily="34" charset="0"/>
              <a:buChar char="•"/>
            </a:pPr>
            <a:r>
              <a:rPr lang="en-US" sz="2000" dirty="0">
                <a:latin typeface="Aptos" panose="020B0004020202020204" pitchFamily="34" charset="0"/>
              </a:rPr>
              <a:t>Comprehensive impact analysis is impossible.</a:t>
            </a:r>
          </a:p>
          <a:p>
            <a:endParaRPr lang="en-US" sz="1600" dirty="0">
              <a:latin typeface="Aptos" panose="020B0004020202020204" pitchFamily="34" charset="0"/>
            </a:endParaRPr>
          </a:p>
          <a:p>
            <a:endParaRPr lang="en-US" sz="1600" dirty="0">
              <a:latin typeface="Aptos" panose="020B0004020202020204" pitchFamily="34" charset="0"/>
            </a:endParaRPr>
          </a:p>
        </p:txBody>
      </p:sp>
      <p:sp>
        <p:nvSpPr>
          <p:cNvPr id="2" name="Slide Number Placeholder 1">
            <a:extLst>
              <a:ext uri="{FF2B5EF4-FFF2-40B4-BE49-F238E27FC236}">
                <a16:creationId xmlns:a16="http://schemas.microsoft.com/office/drawing/2014/main" id="{73299CCE-BDF7-BC57-D884-D2C0743245A5}"/>
              </a:ext>
            </a:extLst>
          </p:cNvPr>
          <p:cNvSpPr>
            <a:spLocks noGrp="1"/>
          </p:cNvSpPr>
          <p:nvPr>
            <p:ph type="sldNum" sz="quarter" idx="14"/>
          </p:nvPr>
        </p:nvSpPr>
        <p:spPr/>
        <p:txBody>
          <a:bodyPr/>
          <a:lstStyle/>
          <a:p>
            <a:fld id="{5A229B5D-A103-0848-85C6-3738B11A9FDD}" type="slidenum">
              <a:rPr lang="en-US" smtClean="0">
                <a:latin typeface="Aptos" panose="020B0004020202020204" pitchFamily="34" charset="0"/>
              </a:rPr>
              <a:pPr/>
              <a:t>10</a:t>
            </a:fld>
            <a:endParaRPr lang="en-US">
              <a:latin typeface="Aptos" panose="020B0004020202020204" pitchFamily="34" charset="0"/>
            </a:endParaRPr>
          </a:p>
        </p:txBody>
      </p:sp>
    </p:spTree>
    <p:extLst>
      <p:ext uri="{BB962C8B-B14F-4D97-AF65-F5344CB8AC3E}">
        <p14:creationId xmlns:p14="http://schemas.microsoft.com/office/powerpoint/2010/main" val="355437006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F62951-D568-0B72-DD1F-2E7CD4AF34F9}"/>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ECC8ADAD-14C5-EB05-83C0-F7E3795DF9DF}"/>
              </a:ext>
            </a:extLst>
          </p:cNvPr>
          <p:cNvSpPr>
            <a:spLocks noGrp="1"/>
          </p:cNvSpPr>
          <p:nvPr>
            <p:ph type="title"/>
          </p:nvPr>
        </p:nvSpPr>
        <p:spPr/>
        <p:txBody>
          <a:bodyPr/>
          <a:lstStyle/>
          <a:p>
            <a:r>
              <a:rPr lang="en-US" dirty="0">
                <a:latin typeface="Aptos" panose="020B0004020202020204" pitchFamily="34" charset="0"/>
              </a:rPr>
              <a:t>1.5.3.2.1 Gap Analysis – Priority 2</a:t>
            </a:r>
          </a:p>
        </p:txBody>
      </p:sp>
      <p:sp>
        <p:nvSpPr>
          <p:cNvPr id="5" name="Text Placeholder 4">
            <a:extLst>
              <a:ext uri="{FF2B5EF4-FFF2-40B4-BE49-F238E27FC236}">
                <a16:creationId xmlns:a16="http://schemas.microsoft.com/office/drawing/2014/main" id="{F53834C7-D638-993B-8D57-AEDB095E89F6}"/>
              </a:ext>
            </a:extLst>
          </p:cNvPr>
          <p:cNvSpPr>
            <a:spLocks noGrp="1"/>
          </p:cNvSpPr>
          <p:nvPr>
            <p:ph type="body" sz="quarter" idx="12"/>
          </p:nvPr>
        </p:nvSpPr>
        <p:spPr/>
        <p:txBody>
          <a:bodyPr>
            <a:normAutofit/>
          </a:bodyPr>
          <a:lstStyle/>
          <a:p>
            <a:r>
              <a:rPr lang="en-US" b="1" dirty="0">
                <a:latin typeface="Aptos" panose="020B0004020202020204" pitchFamily="34" charset="0"/>
              </a:rPr>
              <a:t>Gap 2: Absent Enterprise Search &amp; Discovery</a:t>
            </a:r>
          </a:p>
          <a:p>
            <a:pPr marL="342900" indent="-342900">
              <a:buFont typeface="Arial" panose="020B0604020202020204" pitchFamily="34" charset="0"/>
              <a:buChar char="•"/>
            </a:pPr>
            <a:r>
              <a:rPr lang="en-US" dirty="0">
                <a:latin typeface="Aptos" panose="020B0004020202020204" pitchFamily="34" charset="0"/>
              </a:rPr>
              <a:t>No centralized intranet search beyond SharePoint native capabilities. </a:t>
            </a:r>
          </a:p>
          <a:p>
            <a:pPr marL="342900" indent="-342900">
              <a:buFont typeface="Arial" panose="020B0604020202020204" pitchFamily="34" charset="0"/>
              <a:buChar char="•"/>
            </a:pPr>
            <a:r>
              <a:rPr lang="en-US" dirty="0">
                <a:latin typeface="Aptos" panose="020B0004020202020204" pitchFamily="34" charset="0"/>
              </a:rPr>
              <a:t>BI team has "no systematic way to discover similar existing reports or reuse query logic.</a:t>
            </a:r>
          </a:p>
          <a:p>
            <a:pPr marL="342900" indent="-342900">
              <a:buFont typeface="Arial" panose="020B0604020202020204" pitchFamily="34" charset="0"/>
              <a:buChar char="•"/>
            </a:pPr>
            <a:r>
              <a:rPr lang="en-US" dirty="0">
                <a:latin typeface="Aptos" panose="020B0004020202020204" pitchFamily="34" charset="0"/>
              </a:rPr>
              <a:t>" Customer Service SharePoint "wasn't very searchable" and lacked version control. </a:t>
            </a:r>
          </a:p>
          <a:p>
            <a:pPr marL="342900" indent="-342900">
              <a:buFont typeface="Arial" panose="020B0604020202020204" pitchFamily="34" charset="0"/>
              <a:buChar char="•"/>
            </a:pPr>
            <a:r>
              <a:rPr lang="en-US" dirty="0">
                <a:latin typeface="Aptos" panose="020B0004020202020204" pitchFamily="34" charset="0"/>
              </a:rPr>
              <a:t>Collections uses Excel-based knowledge tool requiring agents to "go outside of the system." </a:t>
            </a:r>
          </a:p>
          <a:p>
            <a:pPr marL="342900" indent="-342900">
              <a:buFont typeface="Arial" panose="020B0604020202020204" pitchFamily="34" charset="0"/>
              <a:buChar char="•"/>
            </a:pPr>
            <a:r>
              <a:rPr lang="en-US" dirty="0">
                <a:latin typeface="Aptos" panose="020B0004020202020204" pitchFamily="34" charset="0"/>
              </a:rPr>
              <a:t>200+ legacy data sources with undiscovered documentation.</a:t>
            </a:r>
          </a:p>
          <a:p>
            <a:endParaRPr lang="en-US" b="1" dirty="0">
              <a:latin typeface="Aptos" panose="020B0004020202020204" pitchFamily="34" charset="0"/>
            </a:endParaRPr>
          </a:p>
          <a:p>
            <a:r>
              <a:rPr lang="en-US" b="1" dirty="0">
                <a:latin typeface="Aptos" panose="020B0004020202020204" pitchFamily="34" charset="0"/>
              </a:rPr>
              <a:t>Business Impact:</a:t>
            </a:r>
          </a:p>
          <a:p>
            <a:pPr marL="342900" indent="-342900">
              <a:buFont typeface="Arial" panose="020B0604020202020204" pitchFamily="34" charset="0"/>
              <a:buChar char="•"/>
            </a:pPr>
            <a:r>
              <a:rPr lang="en-US" dirty="0">
                <a:latin typeface="Aptos" panose="020B0004020202020204" pitchFamily="34" charset="0"/>
              </a:rPr>
              <a:t>10-day average BI report turnaround, mostly spent on data discovery.</a:t>
            </a:r>
          </a:p>
          <a:p>
            <a:pPr marL="342900" indent="-342900">
              <a:buFont typeface="Arial" panose="020B0604020202020204" pitchFamily="34" charset="0"/>
              <a:buChar char="•"/>
            </a:pPr>
            <a:r>
              <a:rPr lang="en-US" dirty="0">
                <a:latin typeface="Aptos" panose="020B0004020202020204" pitchFamily="34" charset="0"/>
              </a:rPr>
              <a:t>Duplicated reports and queries waste resources.</a:t>
            </a:r>
          </a:p>
          <a:p>
            <a:pPr marL="342900" indent="-342900">
              <a:buFont typeface="Arial" panose="020B0604020202020204" pitchFamily="34" charset="0"/>
              <a:buChar char="•"/>
            </a:pPr>
            <a:r>
              <a:rPr lang="en-US" dirty="0">
                <a:latin typeface="Aptos" panose="020B0004020202020204" pitchFamily="34" charset="0"/>
              </a:rPr>
              <a:t>1.2-2 calls per customer issue due to knowledge access limits.</a:t>
            </a:r>
          </a:p>
          <a:p>
            <a:pPr marL="342900" indent="-342900">
              <a:buFont typeface="Arial" panose="020B0604020202020204" pitchFamily="34" charset="0"/>
              <a:buChar char="•"/>
            </a:pPr>
            <a:r>
              <a:rPr lang="en-US" dirty="0">
                <a:latin typeface="Aptos" panose="020B0004020202020204" pitchFamily="34" charset="0"/>
              </a:rPr>
              <a:t>50,000+ monthly calls could be deflected with better self-service.</a:t>
            </a:r>
          </a:p>
          <a:p>
            <a:endParaRPr lang="en-US" b="1" dirty="0">
              <a:latin typeface="Aptos" panose="020B0004020202020204" pitchFamily="34" charset="0"/>
            </a:endParaRPr>
          </a:p>
          <a:p>
            <a:endParaRPr lang="en-US" b="1" dirty="0">
              <a:latin typeface="Aptos" panose="020B0004020202020204" pitchFamily="34" charset="0"/>
            </a:endParaRPr>
          </a:p>
          <a:p>
            <a:endParaRPr lang="en-US" dirty="0">
              <a:latin typeface="Aptos" panose="020B0004020202020204" pitchFamily="34" charset="0"/>
            </a:endParaRPr>
          </a:p>
        </p:txBody>
      </p:sp>
      <p:sp>
        <p:nvSpPr>
          <p:cNvPr id="2" name="Slide Number Placeholder 1">
            <a:extLst>
              <a:ext uri="{FF2B5EF4-FFF2-40B4-BE49-F238E27FC236}">
                <a16:creationId xmlns:a16="http://schemas.microsoft.com/office/drawing/2014/main" id="{F934959A-638A-5037-41E6-30CF71D2BACC}"/>
              </a:ext>
            </a:extLst>
          </p:cNvPr>
          <p:cNvSpPr>
            <a:spLocks noGrp="1"/>
          </p:cNvSpPr>
          <p:nvPr>
            <p:ph type="sldNum" sz="quarter" idx="14"/>
          </p:nvPr>
        </p:nvSpPr>
        <p:spPr/>
        <p:txBody>
          <a:bodyPr/>
          <a:lstStyle/>
          <a:p>
            <a:fld id="{5A229B5D-A103-0848-85C6-3738B11A9FDD}" type="slidenum">
              <a:rPr lang="en-US" smtClean="0">
                <a:latin typeface="Aptos" panose="020B0004020202020204" pitchFamily="34" charset="0"/>
              </a:rPr>
              <a:pPr/>
              <a:t>11</a:t>
            </a:fld>
            <a:endParaRPr lang="en-US">
              <a:latin typeface="Aptos" panose="020B0004020202020204" pitchFamily="34" charset="0"/>
            </a:endParaRPr>
          </a:p>
        </p:txBody>
      </p:sp>
    </p:spTree>
    <p:extLst>
      <p:ext uri="{BB962C8B-B14F-4D97-AF65-F5344CB8AC3E}">
        <p14:creationId xmlns:p14="http://schemas.microsoft.com/office/powerpoint/2010/main" val="248993225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141A59-202C-EB36-33CE-4528ADE1C98F}"/>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6BCA7B27-D4D3-A23A-FEB2-BD625CFBDFD3}"/>
              </a:ext>
            </a:extLst>
          </p:cNvPr>
          <p:cNvSpPr>
            <a:spLocks noGrp="1"/>
          </p:cNvSpPr>
          <p:nvPr>
            <p:ph type="title"/>
          </p:nvPr>
        </p:nvSpPr>
        <p:spPr/>
        <p:txBody>
          <a:bodyPr/>
          <a:lstStyle/>
          <a:p>
            <a:r>
              <a:rPr lang="en-US" dirty="0">
                <a:latin typeface="Aptos" panose="020B0004020202020204" pitchFamily="34" charset="0"/>
              </a:rPr>
              <a:t>1.5.3.2.2 Gap Analysis – Priority 2</a:t>
            </a:r>
          </a:p>
        </p:txBody>
      </p:sp>
      <p:sp>
        <p:nvSpPr>
          <p:cNvPr id="5" name="Text Placeholder 4">
            <a:extLst>
              <a:ext uri="{FF2B5EF4-FFF2-40B4-BE49-F238E27FC236}">
                <a16:creationId xmlns:a16="http://schemas.microsoft.com/office/drawing/2014/main" id="{2D79A48D-6829-99B2-55F4-CFBAE7F1A3E7}"/>
              </a:ext>
            </a:extLst>
          </p:cNvPr>
          <p:cNvSpPr>
            <a:spLocks noGrp="1"/>
          </p:cNvSpPr>
          <p:nvPr>
            <p:ph type="body" sz="quarter" idx="12"/>
          </p:nvPr>
        </p:nvSpPr>
        <p:spPr/>
        <p:txBody>
          <a:bodyPr>
            <a:normAutofit/>
          </a:bodyPr>
          <a:lstStyle/>
          <a:p>
            <a:r>
              <a:rPr lang="en-US" b="1" dirty="0">
                <a:latin typeface="Aptos" panose="020B0004020202020204" pitchFamily="34" charset="0"/>
              </a:rPr>
              <a:t>Gap 3: Fragmented Departmental Knowledge Silos</a:t>
            </a:r>
          </a:p>
          <a:p>
            <a:pPr marL="342900" indent="-342900">
              <a:buFont typeface="Arial" panose="020B0604020202020204" pitchFamily="34" charset="0"/>
              <a:buChar char="•"/>
            </a:pPr>
            <a:r>
              <a:rPr lang="en-US" dirty="0">
                <a:latin typeface="Aptos" panose="020B0004020202020204" pitchFamily="34" charset="0"/>
              </a:rPr>
              <a:t>"Information is not in the same location across departments" with varying procedure versions. </a:t>
            </a:r>
          </a:p>
          <a:p>
            <a:pPr marL="342900" indent="-342900">
              <a:buFont typeface="Arial" panose="020B0604020202020204" pitchFamily="34" charset="0"/>
              <a:buChar char="•"/>
            </a:pPr>
            <a:r>
              <a:rPr lang="en-US" dirty="0">
                <a:latin typeface="Aptos" panose="020B0004020202020204" pitchFamily="34" charset="0"/>
              </a:rPr>
              <a:t>Each department maintains independent SharePoint sections with no cross-functional visibility.</a:t>
            </a:r>
          </a:p>
          <a:p>
            <a:pPr marL="342900" indent="-342900">
              <a:buFont typeface="Arial" panose="020B0604020202020204" pitchFamily="34" charset="0"/>
              <a:buChar char="•"/>
            </a:pPr>
            <a:r>
              <a:rPr lang="en-US" dirty="0">
                <a:latin typeface="Aptos" panose="020B0004020202020204" pitchFamily="34" charset="0"/>
              </a:rPr>
              <a:t>Collections, Customer Service, BI, and UX teams operate separate systems. "Salesforce data not yet ported out into a usable format without manual export."</a:t>
            </a:r>
          </a:p>
          <a:p>
            <a:endParaRPr lang="en-US" dirty="0">
              <a:latin typeface="Aptos" panose="020B0004020202020204" pitchFamily="34" charset="0"/>
            </a:endParaRPr>
          </a:p>
          <a:p>
            <a:r>
              <a:rPr lang="en-US" b="1" dirty="0">
                <a:latin typeface="Aptos" panose="020B0004020202020204" pitchFamily="34" charset="0"/>
              </a:rPr>
              <a:t>Business Impact:</a:t>
            </a:r>
          </a:p>
          <a:p>
            <a:pPr marL="342900" indent="-342900">
              <a:buFont typeface="Arial" panose="020B0604020202020204" pitchFamily="34" charset="0"/>
              <a:buChar char="•"/>
            </a:pPr>
            <a:r>
              <a:rPr lang="en-US" dirty="0">
                <a:latin typeface="Aptos" panose="020B0004020202020204" pitchFamily="34" charset="0"/>
              </a:rPr>
              <a:t>Inconsistent customer experience from procedural variations.</a:t>
            </a:r>
          </a:p>
          <a:p>
            <a:pPr marL="342900" indent="-342900">
              <a:buFont typeface="Arial" panose="020B0604020202020204" pitchFamily="34" charset="0"/>
              <a:buChar char="•"/>
            </a:pPr>
            <a:r>
              <a:rPr lang="en-US" dirty="0">
                <a:latin typeface="Aptos" panose="020B0004020202020204" pitchFamily="34" charset="0"/>
              </a:rPr>
              <a:t>Duplicated maintenance effort across departments.</a:t>
            </a:r>
          </a:p>
          <a:p>
            <a:pPr marL="342900" indent="-342900">
              <a:buFont typeface="Arial" panose="020B0604020202020204" pitchFamily="34" charset="0"/>
              <a:buChar char="•"/>
            </a:pPr>
            <a:r>
              <a:rPr lang="en-US" dirty="0">
                <a:latin typeface="Aptos" panose="020B0004020202020204" pitchFamily="34" charset="0"/>
              </a:rPr>
              <a:t>Cross-functional collaboration hindered.</a:t>
            </a:r>
          </a:p>
          <a:p>
            <a:pPr marL="342900" indent="-342900">
              <a:buFont typeface="Arial" panose="020B0604020202020204" pitchFamily="34" charset="0"/>
              <a:buChar char="•"/>
            </a:pPr>
            <a:r>
              <a:rPr lang="en-US" dirty="0">
                <a:latin typeface="Aptos" panose="020B0004020202020204" pitchFamily="34" charset="0"/>
              </a:rPr>
              <a:t>Complex onboarding across disconnected systems.</a:t>
            </a:r>
          </a:p>
          <a:p>
            <a:pPr marL="342900" indent="-342900">
              <a:buFont typeface="Arial" panose="020B0604020202020204" pitchFamily="34" charset="0"/>
              <a:buChar char="•"/>
            </a:pPr>
            <a:r>
              <a:rPr lang="en-US" dirty="0">
                <a:latin typeface="Aptos" panose="020B0004020202020204" pitchFamily="34" charset="0"/>
              </a:rPr>
              <a:t>Strategic initiatives delayed by inability to aggregate insights.</a:t>
            </a:r>
          </a:p>
        </p:txBody>
      </p:sp>
      <p:sp>
        <p:nvSpPr>
          <p:cNvPr id="2" name="Slide Number Placeholder 1">
            <a:extLst>
              <a:ext uri="{FF2B5EF4-FFF2-40B4-BE49-F238E27FC236}">
                <a16:creationId xmlns:a16="http://schemas.microsoft.com/office/drawing/2014/main" id="{E9736378-016D-4B34-B9EC-277F04A9632C}"/>
              </a:ext>
            </a:extLst>
          </p:cNvPr>
          <p:cNvSpPr>
            <a:spLocks noGrp="1"/>
          </p:cNvSpPr>
          <p:nvPr>
            <p:ph type="sldNum" sz="quarter" idx="14"/>
          </p:nvPr>
        </p:nvSpPr>
        <p:spPr/>
        <p:txBody>
          <a:bodyPr/>
          <a:lstStyle/>
          <a:p>
            <a:fld id="{5A229B5D-A103-0848-85C6-3738B11A9FDD}" type="slidenum">
              <a:rPr lang="en-US" smtClean="0">
                <a:latin typeface="Aptos" panose="020B0004020202020204" pitchFamily="34" charset="0"/>
              </a:rPr>
              <a:pPr/>
              <a:t>12</a:t>
            </a:fld>
            <a:endParaRPr lang="en-US">
              <a:latin typeface="Aptos" panose="020B0004020202020204" pitchFamily="34" charset="0"/>
            </a:endParaRPr>
          </a:p>
        </p:txBody>
      </p:sp>
    </p:spTree>
    <p:extLst>
      <p:ext uri="{BB962C8B-B14F-4D97-AF65-F5344CB8AC3E}">
        <p14:creationId xmlns:p14="http://schemas.microsoft.com/office/powerpoint/2010/main" val="264430170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9C4E9B-7F3B-DF31-0276-EB24018F4A5D}"/>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05B13042-D527-80D0-6804-CA2942286A5B}"/>
              </a:ext>
            </a:extLst>
          </p:cNvPr>
          <p:cNvSpPr>
            <a:spLocks noGrp="1"/>
          </p:cNvSpPr>
          <p:nvPr>
            <p:ph type="title"/>
          </p:nvPr>
        </p:nvSpPr>
        <p:spPr/>
        <p:txBody>
          <a:bodyPr/>
          <a:lstStyle/>
          <a:p>
            <a:r>
              <a:rPr lang="en-US" dirty="0">
                <a:latin typeface="Aptos" panose="020B0004020202020204" pitchFamily="34" charset="0"/>
              </a:rPr>
              <a:t>1.5.3.2.3 Gap Analysis – Priority 2</a:t>
            </a:r>
          </a:p>
        </p:txBody>
      </p:sp>
      <p:sp>
        <p:nvSpPr>
          <p:cNvPr id="5" name="Text Placeholder 4">
            <a:extLst>
              <a:ext uri="{FF2B5EF4-FFF2-40B4-BE49-F238E27FC236}">
                <a16:creationId xmlns:a16="http://schemas.microsoft.com/office/drawing/2014/main" id="{8A79C80B-2069-6DFE-8813-03EB2FB595ED}"/>
              </a:ext>
            </a:extLst>
          </p:cNvPr>
          <p:cNvSpPr>
            <a:spLocks noGrp="1"/>
          </p:cNvSpPr>
          <p:nvPr>
            <p:ph type="body" sz="quarter" idx="12"/>
          </p:nvPr>
        </p:nvSpPr>
        <p:spPr/>
        <p:txBody>
          <a:bodyPr>
            <a:normAutofit/>
          </a:bodyPr>
          <a:lstStyle/>
          <a:p>
            <a:r>
              <a:rPr lang="en-US" b="1" dirty="0">
                <a:latin typeface="Aptos" panose="020B0004020202020204" pitchFamily="34" charset="0"/>
              </a:rPr>
              <a:t>Gap 4: Manual Governance Bottlenecks Preventing Scale</a:t>
            </a:r>
          </a:p>
          <a:p>
            <a:pPr marL="342900" indent="-342900">
              <a:buFont typeface="Arial" panose="020B0604020202020204" pitchFamily="34" charset="0"/>
              <a:buChar char="•"/>
            </a:pPr>
            <a:r>
              <a:rPr lang="en-US" dirty="0">
                <a:latin typeface="Aptos" panose="020B0004020202020204" pitchFamily="34" charset="0"/>
              </a:rPr>
              <a:t>Single </a:t>
            </a:r>
            <a:r>
              <a:rPr lang="en-US" dirty="0" err="1">
                <a:latin typeface="Aptos" panose="020B0004020202020204" pitchFamily="34" charset="0"/>
              </a:rPr>
              <a:t>OpEx</a:t>
            </a:r>
            <a:r>
              <a:rPr lang="en-US" dirty="0">
                <a:latin typeface="Aptos" panose="020B0004020202020204" pitchFamily="34" charset="0"/>
              </a:rPr>
              <a:t> specialist manages knowledge base for 400-500 Customer Service employees. </a:t>
            </a:r>
          </a:p>
          <a:p>
            <a:pPr marL="342900" indent="-342900">
              <a:buFont typeface="Arial" panose="020B0604020202020204" pitchFamily="34" charset="0"/>
              <a:buChar char="•"/>
            </a:pPr>
            <a:r>
              <a:rPr lang="en-US" dirty="0">
                <a:latin typeface="Aptos" panose="020B0004020202020204" pitchFamily="34" charset="0"/>
              </a:rPr>
              <a:t>"Manual tracking and updating creates maintenance bottlenecks." Salesforce KM "not a full standalone product" requiring workarounds. No Knowledge-Centered Service (KCS) methodology. Model cannot scale to support 200+ Collections agents (2026 target).</a:t>
            </a:r>
          </a:p>
          <a:p>
            <a:endParaRPr lang="en-US" dirty="0">
              <a:latin typeface="Aptos" panose="020B0004020202020204" pitchFamily="34" charset="0"/>
            </a:endParaRPr>
          </a:p>
          <a:p>
            <a:r>
              <a:rPr lang="en-US" b="1" dirty="0">
                <a:latin typeface="Aptos" panose="020B0004020202020204" pitchFamily="34" charset="0"/>
              </a:rPr>
              <a:t>Business Impact:</a:t>
            </a:r>
          </a:p>
          <a:p>
            <a:pPr marL="342900" indent="-342900">
              <a:buFont typeface="Arial" panose="020B0604020202020204" pitchFamily="34" charset="0"/>
              <a:buChar char="•"/>
            </a:pPr>
            <a:r>
              <a:rPr lang="en-US" dirty="0">
                <a:latin typeface="Aptos" panose="020B0004020202020204" pitchFamily="34" charset="0"/>
              </a:rPr>
              <a:t>Content updates delayed by single-person bottleneck.</a:t>
            </a:r>
          </a:p>
          <a:p>
            <a:pPr marL="342900" indent="-342900">
              <a:buFont typeface="Arial" panose="020B0604020202020204" pitchFamily="34" charset="0"/>
              <a:buChar char="•"/>
            </a:pPr>
            <a:r>
              <a:rPr lang="en-US" dirty="0" err="1">
                <a:latin typeface="Aptos" panose="020B0004020202020204" pitchFamily="34" charset="0"/>
              </a:rPr>
              <a:t>OpEx</a:t>
            </a:r>
            <a:r>
              <a:rPr lang="en-US" dirty="0">
                <a:latin typeface="Aptos" panose="020B0004020202020204" pitchFamily="34" charset="0"/>
              </a:rPr>
              <a:t> specialist is single point of failure for all CS knowledge.</a:t>
            </a:r>
          </a:p>
          <a:p>
            <a:pPr marL="342900" indent="-342900">
              <a:buFont typeface="Arial" panose="020B0604020202020204" pitchFamily="34" charset="0"/>
              <a:buChar char="•"/>
            </a:pPr>
            <a:r>
              <a:rPr lang="en-US" dirty="0">
                <a:latin typeface="Aptos" panose="020B0004020202020204" pitchFamily="34" charset="0"/>
              </a:rPr>
              <a:t>Cannot scale knowledge management with bottlenecks.</a:t>
            </a:r>
          </a:p>
          <a:p>
            <a:pPr marL="342900" indent="-342900">
              <a:buFont typeface="Arial" panose="020B0604020202020204" pitchFamily="34" charset="0"/>
              <a:buChar char="•"/>
            </a:pPr>
            <a:r>
              <a:rPr lang="en-US" dirty="0">
                <a:latin typeface="Aptos" panose="020B0004020202020204" pitchFamily="34" charset="0"/>
              </a:rPr>
              <a:t>Quality inconsistency across domains.</a:t>
            </a:r>
          </a:p>
          <a:p>
            <a:pPr marL="342900" indent="-342900">
              <a:buFont typeface="Arial" panose="020B0604020202020204" pitchFamily="34" charset="0"/>
              <a:buChar char="•"/>
            </a:pPr>
            <a:r>
              <a:rPr lang="en-US" dirty="0">
                <a:latin typeface="Aptos" panose="020B0004020202020204" pitchFamily="34" charset="0"/>
              </a:rPr>
              <a:t>Collections expansion blocked by governance capacity.</a:t>
            </a:r>
          </a:p>
          <a:p>
            <a:endParaRPr lang="en-US" dirty="0">
              <a:latin typeface="Aptos" panose="020B0004020202020204" pitchFamily="34" charset="0"/>
            </a:endParaRPr>
          </a:p>
        </p:txBody>
      </p:sp>
      <p:sp>
        <p:nvSpPr>
          <p:cNvPr id="2" name="Slide Number Placeholder 1">
            <a:extLst>
              <a:ext uri="{FF2B5EF4-FFF2-40B4-BE49-F238E27FC236}">
                <a16:creationId xmlns:a16="http://schemas.microsoft.com/office/drawing/2014/main" id="{1318335A-008B-D331-F048-5D68ADE99A3E}"/>
              </a:ext>
            </a:extLst>
          </p:cNvPr>
          <p:cNvSpPr>
            <a:spLocks noGrp="1"/>
          </p:cNvSpPr>
          <p:nvPr>
            <p:ph type="sldNum" sz="quarter" idx="14"/>
          </p:nvPr>
        </p:nvSpPr>
        <p:spPr/>
        <p:txBody>
          <a:bodyPr/>
          <a:lstStyle/>
          <a:p>
            <a:fld id="{5A229B5D-A103-0848-85C6-3738B11A9FDD}" type="slidenum">
              <a:rPr lang="en-US" smtClean="0">
                <a:latin typeface="Aptos" panose="020B0004020202020204" pitchFamily="34" charset="0"/>
              </a:rPr>
              <a:pPr/>
              <a:t>13</a:t>
            </a:fld>
            <a:endParaRPr lang="en-US">
              <a:latin typeface="Aptos" panose="020B0004020202020204" pitchFamily="34" charset="0"/>
            </a:endParaRPr>
          </a:p>
        </p:txBody>
      </p:sp>
    </p:spTree>
    <p:extLst>
      <p:ext uri="{BB962C8B-B14F-4D97-AF65-F5344CB8AC3E}">
        <p14:creationId xmlns:p14="http://schemas.microsoft.com/office/powerpoint/2010/main" val="181008031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DE7E0C-2201-7363-A7C3-AA4A73EBB93E}"/>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8855887C-5209-894A-98BC-1C620F748AA3}"/>
              </a:ext>
            </a:extLst>
          </p:cNvPr>
          <p:cNvSpPr>
            <a:spLocks noGrp="1"/>
          </p:cNvSpPr>
          <p:nvPr>
            <p:ph type="title"/>
          </p:nvPr>
        </p:nvSpPr>
        <p:spPr/>
        <p:txBody>
          <a:bodyPr/>
          <a:lstStyle/>
          <a:p>
            <a:r>
              <a:rPr lang="en-US" dirty="0">
                <a:latin typeface="Aptos" panose="020B0004020202020204" pitchFamily="34" charset="0"/>
              </a:rPr>
              <a:t>1.5.3.3.1 Gap Analysis – Priority 3</a:t>
            </a:r>
          </a:p>
        </p:txBody>
      </p:sp>
      <p:sp>
        <p:nvSpPr>
          <p:cNvPr id="5" name="Text Placeholder 4">
            <a:extLst>
              <a:ext uri="{FF2B5EF4-FFF2-40B4-BE49-F238E27FC236}">
                <a16:creationId xmlns:a16="http://schemas.microsoft.com/office/drawing/2014/main" id="{C13A75E9-A0F3-DBC2-755D-8EF113CC0E07}"/>
              </a:ext>
            </a:extLst>
          </p:cNvPr>
          <p:cNvSpPr>
            <a:spLocks noGrp="1"/>
          </p:cNvSpPr>
          <p:nvPr>
            <p:ph type="body" sz="quarter" idx="12"/>
          </p:nvPr>
        </p:nvSpPr>
        <p:spPr>
          <a:xfrm>
            <a:off x="527613" y="1109196"/>
            <a:ext cx="11136773" cy="5412589"/>
          </a:xfrm>
        </p:spPr>
        <p:txBody>
          <a:bodyPr>
            <a:noAutofit/>
          </a:bodyPr>
          <a:lstStyle/>
          <a:p>
            <a:r>
              <a:rPr lang="en-US" sz="1800" b="1" dirty="0">
                <a:latin typeface="Aptos" panose="020B0004020202020204" pitchFamily="34" charset="0"/>
              </a:rPr>
              <a:t>Gap 5: Concurrent Technology Migrations Without Integration Strategy</a:t>
            </a:r>
          </a:p>
          <a:p>
            <a:r>
              <a:rPr lang="en-US" sz="1800" dirty="0">
                <a:latin typeface="Aptos" panose="020B0004020202020204" pitchFamily="34" charset="0"/>
              </a:rPr>
              <a:t>Multiple major migrations are proceeding simultaneously without a unified approach:</a:t>
            </a:r>
          </a:p>
          <a:p>
            <a:pPr marL="342900" indent="-342900">
              <a:buFont typeface="Arial" panose="020B0604020202020204" pitchFamily="34" charset="0"/>
              <a:buChar char="•"/>
            </a:pPr>
            <a:r>
              <a:rPr lang="en-US" sz="1800" dirty="0">
                <a:latin typeface="Aptos" panose="020B0004020202020204" pitchFamily="34" charset="0"/>
              </a:rPr>
              <a:t>(1) SharePoint to Salesforce KM (launched Dec 13, 2025).</a:t>
            </a:r>
          </a:p>
          <a:p>
            <a:pPr marL="342900" indent="-342900">
              <a:buFont typeface="Arial" panose="020B0604020202020204" pitchFamily="34" charset="0"/>
              <a:buChar char="•"/>
            </a:pPr>
            <a:r>
              <a:rPr lang="en-US" sz="1800" dirty="0">
                <a:latin typeface="Aptos" panose="020B0004020202020204" pitchFamily="34" charset="0"/>
              </a:rPr>
              <a:t>(2) MuleSoft to Azure API Management (only 6 APIs migrated).</a:t>
            </a:r>
          </a:p>
          <a:p>
            <a:pPr marL="342900" indent="-342900">
              <a:buFont typeface="Arial" panose="020B0604020202020204" pitchFamily="34" charset="0"/>
              <a:buChar char="•"/>
            </a:pPr>
            <a:r>
              <a:rPr lang="en-US" sz="1800" dirty="0">
                <a:latin typeface="Aptos" panose="020B0004020202020204" pitchFamily="34" charset="0"/>
              </a:rPr>
              <a:t>(3) Legacy to Microsoft Fabric EDW.</a:t>
            </a:r>
          </a:p>
          <a:p>
            <a:pPr marL="342900" indent="-342900">
              <a:buFont typeface="Arial" panose="020B0604020202020204" pitchFamily="34" charset="0"/>
              <a:buChar char="•"/>
            </a:pPr>
            <a:r>
              <a:rPr lang="en-US" sz="1800" dirty="0">
                <a:latin typeface="Aptos" panose="020B0004020202020204" pitchFamily="34" charset="0"/>
              </a:rPr>
              <a:t>(4) Enterprise Document Management "in development." </a:t>
            </a:r>
          </a:p>
          <a:p>
            <a:pPr marL="0" lvl="1" indent="0">
              <a:buNone/>
            </a:pPr>
            <a:r>
              <a:rPr lang="en-US" sz="1800" dirty="0">
                <a:latin typeface="Aptos" panose="020B0004020202020204" pitchFamily="34" charset="0"/>
              </a:rPr>
              <a:t>"Salesforce data not yet ported out into a usable format without manual export." </a:t>
            </a:r>
          </a:p>
          <a:p>
            <a:pPr marL="0" lvl="1" indent="0">
              <a:buNone/>
            </a:pPr>
            <a:r>
              <a:rPr lang="en-US" sz="1800" dirty="0">
                <a:latin typeface="Aptos" panose="020B0004020202020204" pitchFamily="34" charset="0"/>
              </a:rPr>
              <a:t>The testing teams spends 50% of their time on maintenance rather than new development.</a:t>
            </a:r>
          </a:p>
          <a:p>
            <a:endParaRPr lang="en-US" sz="1800" dirty="0">
              <a:latin typeface="Aptos" panose="020B0004020202020204" pitchFamily="34" charset="0"/>
            </a:endParaRPr>
          </a:p>
          <a:p>
            <a:r>
              <a:rPr lang="en-US" sz="1800" b="1" dirty="0">
                <a:latin typeface="Aptos" panose="020B0004020202020204" pitchFamily="34" charset="0"/>
              </a:rPr>
              <a:t>Business Impact:</a:t>
            </a:r>
          </a:p>
          <a:p>
            <a:pPr marL="342900" indent="-342900">
              <a:buFont typeface="Arial" panose="020B0604020202020204" pitchFamily="34" charset="0"/>
              <a:buChar char="•"/>
            </a:pPr>
            <a:r>
              <a:rPr lang="en-US" sz="1800" dirty="0">
                <a:latin typeface="Aptos" panose="020B0004020202020204" pitchFamily="34" charset="0"/>
              </a:rPr>
              <a:t>Integration gaps create manual workarounds between systems.</a:t>
            </a:r>
          </a:p>
          <a:p>
            <a:pPr marL="342900" indent="-342900">
              <a:buFont typeface="Arial" panose="020B0604020202020204" pitchFamily="34" charset="0"/>
              <a:buChar char="•"/>
            </a:pPr>
            <a:r>
              <a:rPr lang="en-US" sz="1800" dirty="0">
                <a:latin typeface="Aptos" panose="020B0004020202020204" pitchFamily="34" charset="0"/>
              </a:rPr>
              <a:t>Testing burden increases exponentially per platform.</a:t>
            </a:r>
          </a:p>
          <a:p>
            <a:pPr marL="342900" indent="-342900">
              <a:buFont typeface="Arial" panose="020B0604020202020204" pitchFamily="34" charset="0"/>
              <a:buChar char="•"/>
            </a:pPr>
            <a:r>
              <a:rPr lang="en-US" sz="1800" dirty="0">
                <a:latin typeface="Aptos" panose="020B0004020202020204" pitchFamily="34" charset="0"/>
              </a:rPr>
              <a:t>Data accessibility issues from unsynchronized migration schedules.</a:t>
            </a:r>
          </a:p>
          <a:p>
            <a:pPr marL="342900" indent="-342900">
              <a:buFont typeface="Arial" panose="020B0604020202020204" pitchFamily="34" charset="0"/>
              <a:buChar char="•"/>
            </a:pPr>
            <a:r>
              <a:rPr lang="en-US" sz="1800" dirty="0">
                <a:latin typeface="Aptos" panose="020B0004020202020204" pitchFamily="34" charset="0"/>
              </a:rPr>
              <a:t>Technical debt as interim solutions become permanent.</a:t>
            </a:r>
          </a:p>
          <a:p>
            <a:pPr marL="342900" indent="-342900">
              <a:buFont typeface="Arial" panose="020B0604020202020204" pitchFamily="34" charset="0"/>
              <a:buChar char="•"/>
            </a:pPr>
            <a:r>
              <a:rPr lang="en-US" sz="1800" dirty="0">
                <a:latin typeface="Aptos" panose="020B0004020202020204" pitchFamily="34" charset="0"/>
              </a:rPr>
              <a:t>Team capacity stretched across too many initiatives.</a:t>
            </a:r>
          </a:p>
          <a:p>
            <a:endParaRPr lang="en-US" sz="1800" dirty="0">
              <a:latin typeface="Aptos" panose="020B0004020202020204" pitchFamily="34" charset="0"/>
            </a:endParaRPr>
          </a:p>
        </p:txBody>
      </p:sp>
      <p:sp>
        <p:nvSpPr>
          <p:cNvPr id="2" name="Slide Number Placeholder 1">
            <a:extLst>
              <a:ext uri="{FF2B5EF4-FFF2-40B4-BE49-F238E27FC236}">
                <a16:creationId xmlns:a16="http://schemas.microsoft.com/office/drawing/2014/main" id="{32787B07-437B-8B29-CF0C-6DC0DC381125}"/>
              </a:ext>
            </a:extLst>
          </p:cNvPr>
          <p:cNvSpPr>
            <a:spLocks noGrp="1"/>
          </p:cNvSpPr>
          <p:nvPr>
            <p:ph type="sldNum" sz="quarter" idx="14"/>
          </p:nvPr>
        </p:nvSpPr>
        <p:spPr/>
        <p:txBody>
          <a:bodyPr/>
          <a:lstStyle/>
          <a:p>
            <a:fld id="{5A229B5D-A103-0848-85C6-3738B11A9FDD}" type="slidenum">
              <a:rPr lang="en-US" smtClean="0">
                <a:latin typeface="Aptos" panose="020B0004020202020204" pitchFamily="34" charset="0"/>
              </a:rPr>
              <a:pPr/>
              <a:t>14</a:t>
            </a:fld>
            <a:endParaRPr lang="en-US">
              <a:latin typeface="Aptos" panose="020B0004020202020204" pitchFamily="34" charset="0"/>
            </a:endParaRPr>
          </a:p>
        </p:txBody>
      </p:sp>
    </p:spTree>
    <p:extLst>
      <p:ext uri="{BB962C8B-B14F-4D97-AF65-F5344CB8AC3E}">
        <p14:creationId xmlns:p14="http://schemas.microsoft.com/office/powerpoint/2010/main" val="53288024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FDADC5-8206-15CB-D66D-B3560F00E00F}"/>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C7867D6D-EB64-6E0B-65A4-4549182F40A6}"/>
              </a:ext>
            </a:extLst>
          </p:cNvPr>
          <p:cNvSpPr>
            <a:spLocks noGrp="1"/>
          </p:cNvSpPr>
          <p:nvPr>
            <p:ph type="title"/>
          </p:nvPr>
        </p:nvSpPr>
        <p:spPr/>
        <p:txBody>
          <a:bodyPr/>
          <a:lstStyle/>
          <a:p>
            <a:r>
              <a:rPr lang="en-US" dirty="0">
                <a:latin typeface="Aptos" panose="020B0004020202020204" pitchFamily="34" charset="0"/>
              </a:rPr>
              <a:t>1.5.3.3.2 Gap Analysis – Priority 3</a:t>
            </a:r>
          </a:p>
        </p:txBody>
      </p:sp>
      <p:sp>
        <p:nvSpPr>
          <p:cNvPr id="5" name="Text Placeholder 4">
            <a:extLst>
              <a:ext uri="{FF2B5EF4-FFF2-40B4-BE49-F238E27FC236}">
                <a16:creationId xmlns:a16="http://schemas.microsoft.com/office/drawing/2014/main" id="{1C416B6C-D53D-7FF9-6F58-DEBFE1850BE5}"/>
              </a:ext>
            </a:extLst>
          </p:cNvPr>
          <p:cNvSpPr>
            <a:spLocks noGrp="1"/>
          </p:cNvSpPr>
          <p:nvPr>
            <p:ph type="body" sz="quarter" idx="12"/>
          </p:nvPr>
        </p:nvSpPr>
        <p:spPr/>
        <p:txBody>
          <a:bodyPr>
            <a:normAutofit fontScale="92500"/>
          </a:bodyPr>
          <a:lstStyle/>
          <a:p>
            <a:r>
              <a:rPr lang="en-US" b="1" dirty="0">
                <a:latin typeface="Aptos" panose="020B0004020202020204" pitchFamily="34" charset="0"/>
              </a:rPr>
              <a:t>Gap 6: Insufficient AI Readiness &amp; Tooling Access</a:t>
            </a:r>
          </a:p>
          <a:p>
            <a:pPr marL="342900" indent="-342900">
              <a:buFont typeface="Arial" panose="020B0604020202020204" pitchFamily="34" charset="0"/>
              <a:buChar char="•"/>
            </a:pPr>
            <a:r>
              <a:rPr lang="en-US" dirty="0">
                <a:latin typeface="Aptos" panose="020B0004020202020204" pitchFamily="34" charset="0"/>
              </a:rPr>
              <a:t>Azure AI Foundry "access restricted to Mike and two others." </a:t>
            </a:r>
          </a:p>
          <a:p>
            <a:pPr marL="342900" indent="-342900">
              <a:buFont typeface="Arial" panose="020B0604020202020204" pitchFamily="34" charset="0"/>
              <a:buChar char="•"/>
            </a:pPr>
            <a:r>
              <a:rPr lang="en-US" dirty="0">
                <a:latin typeface="Aptos" panose="020B0004020202020204" pitchFamily="34" charset="0"/>
              </a:rPr>
              <a:t>The BI team has "no access to GitHub Copilot" and "wasn't aware" of M365 Copilot capabilities. </a:t>
            </a:r>
          </a:p>
          <a:p>
            <a:pPr marL="342900" indent="-342900">
              <a:buFont typeface="Arial" panose="020B0604020202020204" pitchFamily="34" charset="0"/>
              <a:buChar char="•"/>
            </a:pPr>
            <a:r>
              <a:rPr lang="en-US" dirty="0">
                <a:latin typeface="Aptos" panose="020B0004020202020204" pitchFamily="34" charset="0"/>
              </a:rPr>
              <a:t>Microsoft Copilot restricted to public/internal data only; confidential/restricted data prohibited. </a:t>
            </a:r>
          </a:p>
          <a:p>
            <a:pPr marL="342900" indent="-342900">
              <a:buFont typeface="Arial" panose="020B0604020202020204" pitchFamily="34" charset="0"/>
              <a:buChar char="•"/>
            </a:pPr>
            <a:r>
              <a:rPr lang="en-US" dirty="0">
                <a:latin typeface="Aptos" panose="020B0004020202020204" pitchFamily="34" charset="0"/>
              </a:rPr>
              <a:t>PWC vendors "use Enterprise ChatGPT" while SFS lacks similar tools. </a:t>
            </a:r>
          </a:p>
          <a:p>
            <a:pPr marL="342900" indent="-342900">
              <a:buFont typeface="Arial" panose="020B0604020202020204" pitchFamily="34" charset="0"/>
              <a:buChar char="•"/>
            </a:pPr>
            <a:r>
              <a:rPr lang="en-US" dirty="0">
                <a:latin typeface="Aptos" panose="020B0004020202020204" pitchFamily="34" charset="0"/>
              </a:rPr>
              <a:t>Heavy workload "prevents exploration of new tools." AI Governance Policy exists but tooling rollout lags.</a:t>
            </a:r>
          </a:p>
          <a:p>
            <a:endParaRPr lang="en-US" dirty="0">
              <a:latin typeface="Aptos" panose="020B0004020202020204" pitchFamily="34" charset="0"/>
            </a:endParaRPr>
          </a:p>
          <a:p>
            <a:r>
              <a:rPr lang="en-US" b="1" dirty="0">
                <a:latin typeface="Aptos" panose="020B0004020202020204" pitchFamily="34" charset="0"/>
              </a:rPr>
              <a:t>Business Impact:</a:t>
            </a:r>
          </a:p>
          <a:p>
            <a:pPr marL="342900" indent="-342900">
              <a:buFont typeface="Arial" panose="020B0604020202020204" pitchFamily="34" charset="0"/>
              <a:buChar char="•"/>
            </a:pPr>
            <a:r>
              <a:rPr lang="en-US" dirty="0">
                <a:latin typeface="Aptos" panose="020B0004020202020204" pitchFamily="34" charset="0"/>
              </a:rPr>
              <a:t>Competitive disadvantage vs. AI-enabled organizations.</a:t>
            </a:r>
          </a:p>
          <a:p>
            <a:pPr marL="342900" indent="-342900">
              <a:buFont typeface="Arial" panose="020B0604020202020204" pitchFamily="34" charset="0"/>
              <a:buChar char="•"/>
            </a:pPr>
            <a:r>
              <a:rPr lang="en-US" dirty="0">
                <a:latin typeface="Aptos" panose="020B0004020202020204" pitchFamily="34" charset="0"/>
              </a:rPr>
              <a:t>BI 10-day turnaround is reducible with AI-assisted SQL.</a:t>
            </a:r>
          </a:p>
          <a:p>
            <a:pPr marL="342900" indent="-342900">
              <a:buFont typeface="Arial" panose="020B0604020202020204" pitchFamily="34" charset="0"/>
              <a:buChar char="•"/>
            </a:pPr>
            <a:r>
              <a:rPr lang="en-US" dirty="0">
                <a:latin typeface="Aptos" panose="020B0004020202020204" pitchFamily="34" charset="0"/>
              </a:rPr>
              <a:t>Testing 50% maintenance burden addressable with AI self-healing.</a:t>
            </a:r>
          </a:p>
          <a:p>
            <a:pPr marL="342900" indent="-342900">
              <a:buFont typeface="Arial" panose="020B0604020202020204" pitchFamily="34" charset="0"/>
              <a:buChar char="•"/>
            </a:pPr>
            <a:r>
              <a:rPr lang="en-US" dirty="0">
                <a:latin typeface="Aptos" panose="020B0004020202020204" pitchFamily="34" charset="0"/>
              </a:rPr>
              <a:t>Developer productivity 20-30% below industry benchmarks.</a:t>
            </a:r>
          </a:p>
          <a:p>
            <a:pPr marL="342900" indent="-342900">
              <a:buFont typeface="Arial" panose="020B0604020202020204" pitchFamily="34" charset="0"/>
              <a:buChar char="•"/>
            </a:pPr>
            <a:r>
              <a:rPr lang="en-US" dirty="0">
                <a:latin typeface="Aptos" panose="020B0004020202020204" pitchFamily="34" charset="0"/>
              </a:rPr>
              <a:t>Strategic AI initiatives delayed by tooling gaps.</a:t>
            </a:r>
          </a:p>
          <a:p>
            <a:endParaRPr lang="en-US" dirty="0">
              <a:latin typeface="Aptos" panose="020B0004020202020204" pitchFamily="34" charset="0"/>
            </a:endParaRPr>
          </a:p>
        </p:txBody>
      </p:sp>
      <p:sp>
        <p:nvSpPr>
          <p:cNvPr id="2" name="Slide Number Placeholder 1">
            <a:extLst>
              <a:ext uri="{FF2B5EF4-FFF2-40B4-BE49-F238E27FC236}">
                <a16:creationId xmlns:a16="http://schemas.microsoft.com/office/drawing/2014/main" id="{D14DEAE4-B1B7-6ECB-E373-AC50F30D71B5}"/>
              </a:ext>
            </a:extLst>
          </p:cNvPr>
          <p:cNvSpPr>
            <a:spLocks noGrp="1"/>
          </p:cNvSpPr>
          <p:nvPr>
            <p:ph type="sldNum" sz="quarter" idx="14"/>
          </p:nvPr>
        </p:nvSpPr>
        <p:spPr/>
        <p:txBody>
          <a:bodyPr/>
          <a:lstStyle/>
          <a:p>
            <a:fld id="{5A229B5D-A103-0848-85C6-3738B11A9FDD}" type="slidenum">
              <a:rPr lang="en-US" smtClean="0">
                <a:latin typeface="Aptos" panose="020B0004020202020204" pitchFamily="34" charset="0"/>
              </a:rPr>
              <a:pPr/>
              <a:t>15</a:t>
            </a:fld>
            <a:endParaRPr lang="en-US">
              <a:latin typeface="Aptos" panose="020B0004020202020204" pitchFamily="34" charset="0"/>
            </a:endParaRPr>
          </a:p>
        </p:txBody>
      </p:sp>
    </p:spTree>
    <p:extLst>
      <p:ext uri="{BB962C8B-B14F-4D97-AF65-F5344CB8AC3E}">
        <p14:creationId xmlns:p14="http://schemas.microsoft.com/office/powerpoint/2010/main" val="279238757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542ECC-8BE7-342F-EEB9-18AC06516FC8}"/>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FE7D7FF2-3355-4A55-A5CE-C0EF0AAC4956}"/>
              </a:ext>
            </a:extLst>
          </p:cNvPr>
          <p:cNvSpPr>
            <a:spLocks noGrp="1"/>
          </p:cNvSpPr>
          <p:nvPr>
            <p:ph type="title"/>
          </p:nvPr>
        </p:nvSpPr>
        <p:spPr/>
        <p:txBody>
          <a:bodyPr/>
          <a:lstStyle/>
          <a:p>
            <a:r>
              <a:rPr lang="en-US" dirty="0">
                <a:latin typeface="Aptos" panose="020B0004020202020204" pitchFamily="34" charset="0"/>
              </a:rPr>
              <a:t>1.5.3.3.3 Gap Analysis – Priority 3</a:t>
            </a:r>
          </a:p>
        </p:txBody>
      </p:sp>
      <p:sp>
        <p:nvSpPr>
          <p:cNvPr id="5" name="Text Placeholder 4">
            <a:extLst>
              <a:ext uri="{FF2B5EF4-FFF2-40B4-BE49-F238E27FC236}">
                <a16:creationId xmlns:a16="http://schemas.microsoft.com/office/drawing/2014/main" id="{60FF5DB7-7EC1-029C-9F06-572015B7D903}"/>
              </a:ext>
            </a:extLst>
          </p:cNvPr>
          <p:cNvSpPr>
            <a:spLocks noGrp="1"/>
          </p:cNvSpPr>
          <p:nvPr>
            <p:ph type="body" sz="quarter" idx="12"/>
          </p:nvPr>
        </p:nvSpPr>
        <p:spPr/>
        <p:txBody>
          <a:bodyPr>
            <a:normAutofit lnSpcReduction="10000"/>
          </a:bodyPr>
          <a:lstStyle/>
          <a:p>
            <a:r>
              <a:rPr lang="en-US" b="1" dirty="0">
                <a:latin typeface="Aptos" panose="020B0004020202020204" pitchFamily="34" charset="0"/>
              </a:rPr>
              <a:t>Gap 7: Inadequate Data Quality &amp; Metadata Management</a:t>
            </a:r>
          </a:p>
          <a:p>
            <a:pPr marL="342900" indent="-342900">
              <a:buFont typeface="Arial" panose="020B0604020202020204" pitchFamily="34" charset="0"/>
              <a:buChar char="•"/>
            </a:pPr>
            <a:r>
              <a:rPr lang="en-US" dirty="0">
                <a:latin typeface="Aptos" panose="020B0004020202020204" pitchFamily="34" charset="0"/>
              </a:rPr>
              <a:t>Data classification at 70% vs. 99% regulatory target </a:t>
            </a:r>
            <a:r>
              <a:rPr lang="en-US" dirty="0">
                <a:latin typeface="Aptos" panose="020B0004020202020204" pitchFamily="34" charset="0"/>
                <a:sym typeface="Wingdings" panose="05000000000000000000" pitchFamily="2" charset="2"/>
              </a:rPr>
              <a:t> </a:t>
            </a:r>
            <a:r>
              <a:rPr lang="en-US" dirty="0">
                <a:latin typeface="Aptos" panose="020B0004020202020204" pitchFamily="34" charset="0"/>
              </a:rPr>
              <a:t>29% compliance gap. </a:t>
            </a:r>
          </a:p>
          <a:p>
            <a:pPr marL="342900" indent="-342900">
              <a:buFont typeface="Arial" panose="020B0604020202020204" pitchFamily="34" charset="0"/>
              <a:buChar char="•"/>
            </a:pPr>
            <a:r>
              <a:rPr lang="en-US" dirty="0">
                <a:latin typeface="Aptos" panose="020B0004020202020204" pitchFamily="34" charset="0"/>
              </a:rPr>
              <a:t>Vendor data dictionaries are "incomplete, requiring tribal knowledge consultation." </a:t>
            </a:r>
          </a:p>
          <a:p>
            <a:pPr marL="342900" indent="-342900">
              <a:buFont typeface="Arial" panose="020B0604020202020204" pitchFamily="34" charset="0"/>
              <a:buChar char="•"/>
            </a:pPr>
            <a:r>
              <a:rPr lang="en-US" dirty="0">
                <a:latin typeface="Aptos" panose="020B0004020202020204" pitchFamily="34" charset="0"/>
              </a:rPr>
              <a:t>Detailed lineage documents are not published.</a:t>
            </a:r>
          </a:p>
          <a:p>
            <a:pPr marL="342900" indent="-342900">
              <a:buFont typeface="Arial" panose="020B0604020202020204" pitchFamily="34" charset="0"/>
              <a:buChar char="•"/>
            </a:pPr>
            <a:r>
              <a:rPr lang="en-US" dirty="0">
                <a:latin typeface="Aptos" panose="020B0004020202020204" pitchFamily="34" charset="0"/>
              </a:rPr>
              <a:t>BI must manually trace Tableau report lineage during migration. </a:t>
            </a:r>
          </a:p>
          <a:p>
            <a:pPr marL="342900" indent="-342900">
              <a:buFont typeface="Arial" panose="020B0604020202020204" pitchFamily="34" charset="0"/>
              <a:buChar char="•"/>
            </a:pPr>
            <a:r>
              <a:rPr lang="en-US" dirty="0">
                <a:latin typeface="Aptos" panose="020B0004020202020204" pitchFamily="34" charset="0"/>
              </a:rPr>
              <a:t>50-100 third-party data sources with inconsistent metadata management.</a:t>
            </a:r>
          </a:p>
          <a:p>
            <a:endParaRPr lang="en-US" dirty="0">
              <a:latin typeface="Aptos" panose="020B0004020202020204" pitchFamily="34" charset="0"/>
            </a:endParaRPr>
          </a:p>
          <a:p>
            <a:r>
              <a:rPr lang="en-US" b="1" dirty="0">
                <a:latin typeface="Aptos" panose="020B0004020202020204" pitchFamily="34" charset="0"/>
              </a:rPr>
              <a:t>Business Impact:</a:t>
            </a:r>
          </a:p>
          <a:p>
            <a:pPr marL="342900" indent="-342900">
              <a:buFont typeface="Arial" panose="020B0604020202020204" pitchFamily="34" charset="0"/>
              <a:buChar char="•"/>
            </a:pPr>
            <a:r>
              <a:rPr lang="en-US" dirty="0">
                <a:latin typeface="Aptos" panose="020B0004020202020204" pitchFamily="34" charset="0"/>
              </a:rPr>
              <a:t>Regulatory exposure (FTC, GLBA, FDIC, PCI DSS) from 29% classification gap.</a:t>
            </a:r>
          </a:p>
          <a:p>
            <a:pPr marL="342900" indent="-342900">
              <a:buFont typeface="Arial" panose="020B0604020202020204" pitchFamily="34" charset="0"/>
              <a:buChar char="•"/>
            </a:pPr>
            <a:r>
              <a:rPr lang="en-US" dirty="0">
                <a:latin typeface="Aptos" panose="020B0004020202020204" pitchFamily="34" charset="0"/>
              </a:rPr>
              <a:t>Report accuracy concerns from unknown lineage.</a:t>
            </a:r>
          </a:p>
          <a:p>
            <a:pPr marL="342900" indent="-342900">
              <a:buFont typeface="Arial" panose="020B0604020202020204" pitchFamily="34" charset="0"/>
              <a:buChar char="•"/>
            </a:pPr>
            <a:r>
              <a:rPr lang="en-US" dirty="0">
                <a:latin typeface="Aptos" panose="020B0004020202020204" pitchFamily="34" charset="0"/>
              </a:rPr>
              <a:t>New analyst productivity severely hampered.</a:t>
            </a:r>
          </a:p>
          <a:p>
            <a:pPr marL="342900" indent="-342900">
              <a:buFont typeface="Arial" panose="020B0604020202020204" pitchFamily="34" charset="0"/>
              <a:buChar char="•"/>
            </a:pPr>
            <a:r>
              <a:rPr lang="en-US" dirty="0">
                <a:latin typeface="Aptos" panose="020B0004020202020204" pitchFamily="34" charset="0"/>
              </a:rPr>
              <a:t>Cannot perform a comprehensive impact analysis.</a:t>
            </a:r>
          </a:p>
          <a:p>
            <a:pPr marL="342900" indent="-342900">
              <a:buFont typeface="Arial" panose="020B0604020202020204" pitchFamily="34" charset="0"/>
              <a:buChar char="•"/>
            </a:pPr>
            <a:r>
              <a:rPr lang="en-US" dirty="0">
                <a:latin typeface="Aptos" panose="020B0004020202020204" pitchFamily="34" charset="0"/>
              </a:rPr>
              <a:t>AI/ML model reliability compromised by poor data quality.</a:t>
            </a:r>
          </a:p>
        </p:txBody>
      </p:sp>
      <p:sp>
        <p:nvSpPr>
          <p:cNvPr id="2" name="Slide Number Placeholder 1">
            <a:extLst>
              <a:ext uri="{FF2B5EF4-FFF2-40B4-BE49-F238E27FC236}">
                <a16:creationId xmlns:a16="http://schemas.microsoft.com/office/drawing/2014/main" id="{27416E66-0A83-C8EA-9E72-307E058B959F}"/>
              </a:ext>
            </a:extLst>
          </p:cNvPr>
          <p:cNvSpPr>
            <a:spLocks noGrp="1"/>
          </p:cNvSpPr>
          <p:nvPr>
            <p:ph type="sldNum" sz="quarter" idx="14"/>
          </p:nvPr>
        </p:nvSpPr>
        <p:spPr/>
        <p:txBody>
          <a:bodyPr/>
          <a:lstStyle/>
          <a:p>
            <a:fld id="{5A229B5D-A103-0848-85C6-3738B11A9FDD}" type="slidenum">
              <a:rPr lang="en-US" smtClean="0">
                <a:latin typeface="Aptos" panose="020B0004020202020204" pitchFamily="34" charset="0"/>
              </a:rPr>
              <a:pPr/>
              <a:t>16</a:t>
            </a:fld>
            <a:endParaRPr lang="en-US">
              <a:latin typeface="Aptos" panose="020B0004020202020204" pitchFamily="34" charset="0"/>
            </a:endParaRPr>
          </a:p>
        </p:txBody>
      </p:sp>
    </p:spTree>
    <p:extLst>
      <p:ext uri="{BB962C8B-B14F-4D97-AF65-F5344CB8AC3E}">
        <p14:creationId xmlns:p14="http://schemas.microsoft.com/office/powerpoint/2010/main" val="157995884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C80A0B-AB06-8460-D22A-C62EEFFD4011}"/>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E6D3D62D-CF2B-933F-5B5B-C4C88E4D5F98}"/>
              </a:ext>
            </a:extLst>
          </p:cNvPr>
          <p:cNvSpPr>
            <a:spLocks noGrp="1"/>
          </p:cNvSpPr>
          <p:nvPr>
            <p:ph type="title"/>
          </p:nvPr>
        </p:nvSpPr>
        <p:spPr/>
        <p:txBody>
          <a:bodyPr/>
          <a:lstStyle/>
          <a:p>
            <a:r>
              <a:rPr lang="en-US" dirty="0">
                <a:latin typeface="Aptos" panose="020B0004020202020204" pitchFamily="34" charset="0"/>
              </a:rPr>
              <a:t>1.5.3.3.4 Gap Analysis – Priority 3</a:t>
            </a:r>
          </a:p>
        </p:txBody>
      </p:sp>
      <p:sp>
        <p:nvSpPr>
          <p:cNvPr id="5" name="Text Placeholder 4">
            <a:extLst>
              <a:ext uri="{FF2B5EF4-FFF2-40B4-BE49-F238E27FC236}">
                <a16:creationId xmlns:a16="http://schemas.microsoft.com/office/drawing/2014/main" id="{3131D655-B0A8-9E6B-1DAA-5AB4C523104C}"/>
              </a:ext>
            </a:extLst>
          </p:cNvPr>
          <p:cNvSpPr>
            <a:spLocks noGrp="1"/>
          </p:cNvSpPr>
          <p:nvPr>
            <p:ph type="body" sz="quarter" idx="12"/>
          </p:nvPr>
        </p:nvSpPr>
        <p:spPr/>
        <p:txBody>
          <a:bodyPr>
            <a:normAutofit fontScale="92500" lnSpcReduction="10000"/>
          </a:bodyPr>
          <a:lstStyle/>
          <a:p>
            <a:r>
              <a:rPr lang="en-US" b="1" dirty="0">
                <a:latin typeface="Aptos" panose="020B0004020202020204" pitchFamily="34" charset="0"/>
              </a:rPr>
              <a:t>Gap 8: Limited Customer Self-Service Knowledge</a:t>
            </a:r>
          </a:p>
          <a:p>
            <a:pPr marL="342900" indent="-342900">
              <a:buFont typeface="Arial" panose="020B0604020202020204" pitchFamily="34" charset="0"/>
              <a:buChar char="•"/>
            </a:pPr>
            <a:r>
              <a:rPr lang="en-US" dirty="0">
                <a:latin typeface="Aptos" panose="020B0004020202020204" pitchFamily="34" charset="0"/>
              </a:rPr>
              <a:t>Website Learning Center has "not a ton of content." </a:t>
            </a:r>
          </a:p>
          <a:p>
            <a:pPr marL="342900" indent="-342900">
              <a:buFont typeface="Arial" panose="020B0604020202020204" pitchFamily="34" charset="0"/>
              <a:buChar char="•"/>
            </a:pPr>
            <a:r>
              <a:rPr lang="en-US" dirty="0">
                <a:latin typeface="Aptos" panose="020B0004020202020204" pitchFamily="34" charset="0"/>
              </a:rPr>
              <a:t>50,000+ monthly calls, 60-65% payment-related, many deflectable. </a:t>
            </a:r>
          </a:p>
          <a:p>
            <a:pPr marL="342900" indent="-342900">
              <a:buFont typeface="Arial" panose="020B0604020202020204" pitchFamily="34" charset="0"/>
              <a:buChar char="•"/>
            </a:pPr>
            <a:r>
              <a:rPr lang="en-US" dirty="0">
                <a:latin typeface="Aptos" panose="020B0004020202020204" pitchFamily="34" charset="0"/>
              </a:rPr>
              <a:t>The FAQ page is "more developed" but lacks integration across touchpoints. </a:t>
            </a:r>
          </a:p>
          <a:p>
            <a:pPr marL="342900" indent="-342900">
              <a:buFont typeface="Arial" panose="020B0604020202020204" pitchFamily="34" charset="0"/>
              <a:buChar char="•"/>
            </a:pPr>
            <a:r>
              <a:rPr lang="en-US" dirty="0">
                <a:latin typeface="Aptos" panose="020B0004020202020204" pitchFamily="34" charset="0"/>
              </a:rPr>
              <a:t>Secured messaging/chat "built but not released" pending knowledge base foundation. </a:t>
            </a:r>
          </a:p>
          <a:p>
            <a:pPr marL="342900" indent="-342900">
              <a:buFont typeface="Arial" panose="020B0604020202020204" pitchFamily="34" charset="0"/>
              <a:buChar char="•"/>
            </a:pPr>
            <a:r>
              <a:rPr lang="en-US" dirty="0">
                <a:latin typeface="Aptos" panose="020B0004020202020204" pitchFamily="34" charset="0"/>
              </a:rPr>
              <a:t>No chatbot despite being "on the roadmap." "Traditionally requires a consolidated knowledge base, but AI/LLMs enable more sophisticated approaches."</a:t>
            </a:r>
          </a:p>
          <a:p>
            <a:endParaRPr lang="en-US" dirty="0">
              <a:latin typeface="Aptos" panose="020B0004020202020204" pitchFamily="34" charset="0"/>
            </a:endParaRPr>
          </a:p>
          <a:p>
            <a:r>
              <a:rPr lang="en-US" b="1" dirty="0">
                <a:latin typeface="Aptos" panose="020B0004020202020204" pitchFamily="34" charset="0"/>
              </a:rPr>
              <a:t>Business Impact:</a:t>
            </a:r>
          </a:p>
          <a:p>
            <a:pPr marL="342900" indent="-342900">
              <a:buFont typeface="Arial" panose="020B0604020202020204" pitchFamily="34" charset="0"/>
              <a:buChar char="•"/>
            </a:pPr>
            <a:r>
              <a:rPr lang="en-US" dirty="0">
                <a:latin typeface="Aptos" panose="020B0004020202020204" pitchFamily="34" charset="0"/>
              </a:rPr>
              <a:t>50,000+ monthly calls with 20-30% deflection opportunity.</a:t>
            </a:r>
          </a:p>
          <a:p>
            <a:pPr marL="342900" indent="-342900">
              <a:buFont typeface="Arial" panose="020B0604020202020204" pitchFamily="34" charset="0"/>
              <a:buChar char="•"/>
            </a:pPr>
            <a:r>
              <a:rPr lang="en-US" dirty="0">
                <a:latin typeface="Aptos" panose="020B0004020202020204" pitchFamily="34" charset="0"/>
              </a:rPr>
              <a:t>Customer frustration with the inability to self-serve.</a:t>
            </a:r>
          </a:p>
          <a:p>
            <a:pPr marL="342900" indent="-342900">
              <a:buFont typeface="Arial" panose="020B0604020202020204" pitchFamily="34" charset="0"/>
              <a:buChar char="•"/>
            </a:pPr>
            <a:r>
              <a:rPr lang="en-US" dirty="0">
                <a:latin typeface="Aptos" panose="020B0004020202020204" pitchFamily="34" charset="0"/>
              </a:rPr>
              <a:t>Agent capacity consumed by repetitive, preventable questions.</a:t>
            </a:r>
          </a:p>
          <a:p>
            <a:pPr marL="342900" indent="-342900">
              <a:buFont typeface="Arial" panose="020B0604020202020204" pitchFamily="34" charset="0"/>
              <a:buChar char="•"/>
            </a:pPr>
            <a:r>
              <a:rPr lang="en-US" dirty="0">
                <a:latin typeface="Aptos" panose="020B0004020202020204" pitchFamily="34" charset="0"/>
              </a:rPr>
              <a:t>Collections scaling to 200+ agents requires proportional knowledge investment.</a:t>
            </a:r>
          </a:p>
          <a:p>
            <a:pPr marL="342900" indent="-342900">
              <a:buFont typeface="Arial" panose="020B0604020202020204" pitchFamily="34" charset="0"/>
              <a:buChar char="•"/>
            </a:pPr>
            <a:r>
              <a:rPr lang="en-US" dirty="0">
                <a:latin typeface="Aptos" panose="020B0004020202020204" pitchFamily="34" charset="0"/>
              </a:rPr>
              <a:t>Competitive disadvantage vs. AI-powered financial services firms.</a:t>
            </a:r>
          </a:p>
        </p:txBody>
      </p:sp>
      <p:sp>
        <p:nvSpPr>
          <p:cNvPr id="2" name="Slide Number Placeholder 1">
            <a:extLst>
              <a:ext uri="{FF2B5EF4-FFF2-40B4-BE49-F238E27FC236}">
                <a16:creationId xmlns:a16="http://schemas.microsoft.com/office/drawing/2014/main" id="{9232BF43-AA17-ADED-1345-BDA5BEF6AF0D}"/>
              </a:ext>
            </a:extLst>
          </p:cNvPr>
          <p:cNvSpPr>
            <a:spLocks noGrp="1"/>
          </p:cNvSpPr>
          <p:nvPr>
            <p:ph type="sldNum" sz="quarter" idx="14"/>
          </p:nvPr>
        </p:nvSpPr>
        <p:spPr/>
        <p:txBody>
          <a:bodyPr/>
          <a:lstStyle/>
          <a:p>
            <a:fld id="{5A229B5D-A103-0848-85C6-3738B11A9FDD}" type="slidenum">
              <a:rPr lang="en-US" smtClean="0">
                <a:latin typeface="Aptos" panose="020B0004020202020204" pitchFamily="34" charset="0"/>
              </a:rPr>
              <a:pPr/>
              <a:t>17</a:t>
            </a:fld>
            <a:endParaRPr lang="en-US">
              <a:latin typeface="Aptos" panose="020B0004020202020204" pitchFamily="34" charset="0"/>
            </a:endParaRPr>
          </a:p>
        </p:txBody>
      </p:sp>
    </p:spTree>
    <p:extLst>
      <p:ext uri="{BB962C8B-B14F-4D97-AF65-F5344CB8AC3E}">
        <p14:creationId xmlns:p14="http://schemas.microsoft.com/office/powerpoint/2010/main" val="292902064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0444593-365D-A813-0407-17B9A455564C}"/>
              </a:ext>
            </a:extLst>
          </p:cNvPr>
          <p:cNvSpPr>
            <a:spLocks noGrp="1"/>
          </p:cNvSpPr>
          <p:nvPr>
            <p:ph type="title"/>
          </p:nvPr>
        </p:nvSpPr>
        <p:spPr/>
        <p:txBody>
          <a:bodyPr/>
          <a:lstStyle/>
          <a:p>
            <a:r>
              <a:rPr lang="en-US" dirty="0">
                <a:latin typeface="Aptos" panose="020B0004020202020204" pitchFamily="34" charset="0"/>
              </a:rPr>
              <a:t>1.5.3.3.5 Gap Analysis – Priority 3</a:t>
            </a:r>
          </a:p>
        </p:txBody>
      </p:sp>
      <p:sp>
        <p:nvSpPr>
          <p:cNvPr id="5" name="Text Placeholder 4">
            <a:extLst>
              <a:ext uri="{FF2B5EF4-FFF2-40B4-BE49-F238E27FC236}">
                <a16:creationId xmlns:a16="http://schemas.microsoft.com/office/drawing/2014/main" id="{5EBBA8AE-756B-ACB7-84C1-C8EB75C9A562}"/>
              </a:ext>
            </a:extLst>
          </p:cNvPr>
          <p:cNvSpPr>
            <a:spLocks noGrp="1"/>
          </p:cNvSpPr>
          <p:nvPr>
            <p:ph type="body" sz="quarter" idx="12"/>
          </p:nvPr>
        </p:nvSpPr>
        <p:spPr/>
        <p:txBody>
          <a:bodyPr>
            <a:noAutofit/>
          </a:bodyPr>
          <a:lstStyle/>
          <a:p>
            <a:r>
              <a:rPr lang="en-US" sz="2000" b="1" dirty="0">
                <a:latin typeface="Aptos" panose="020B0004020202020204" pitchFamily="34" charset="0"/>
              </a:rPr>
              <a:t>Gap 9: Tribal Knowledge Concentration &amp; Succession Risk</a:t>
            </a:r>
          </a:p>
          <a:p>
            <a:pPr marL="285750" indent="-285750">
              <a:buFont typeface="Arial" panose="020B0604020202020204" pitchFamily="34" charset="0"/>
              <a:buChar char="•"/>
            </a:pPr>
            <a:r>
              <a:rPr lang="en-US" sz="2000" dirty="0">
                <a:latin typeface="Aptos" panose="020B0004020202020204" pitchFamily="34" charset="0"/>
              </a:rPr>
              <a:t>BI teams rely on "person-to-person consultation" due to incomplete vendor data dictionaries. </a:t>
            </a:r>
          </a:p>
          <a:p>
            <a:pPr marL="285750" indent="-285750">
              <a:buFont typeface="Arial" panose="020B0604020202020204" pitchFamily="34" charset="0"/>
              <a:buChar char="•"/>
            </a:pPr>
            <a:r>
              <a:rPr lang="en-US" sz="2000" dirty="0">
                <a:latin typeface="Aptos" panose="020B0004020202020204" pitchFamily="34" charset="0"/>
              </a:rPr>
              <a:t>Organization culture reflects "small, acquired company scaling rapidly" where teams "don't know what they don't know."</a:t>
            </a:r>
          </a:p>
          <a:p>
            <a:r>
              <a:rPr lang="en-US" sz="2000" b="1" dirty="0">
                <a:latin typeface="Aptos" panose="020B0004020202020204" pitchFamily="34" charset="0"/>
              </a:rPr>
              <a:t>Business Impact:</a:t>
            </a:r>
          </a:p>
          <a:p>
            <a:r>
              <a:rPr lang="en-US" sz="2000" dirty="0">
                <a:latin typeface="Aptos" panose="020B0004020202020204" pitchFamily="34" charset="0"/>
              </a:rPr>
              <a:t>- New analysts require months to reach productivity.</a:t>
            </a:r>
          </a:p>
          <a:p>
            <a:r>
              <a:rPr lang="en-US" sz="2000" dirty="0">
                <a:latin typeface="Aptos" panose="020B0004020202020204" pitchFamily="34" charset="0"/>
              </a:rPr>
              <a:t>- Scaling to 200+ Collections agents (2026 target) is impossible without knowledge transfer.</a:t>
            </a:r>
          </a:p>
          <a:p>
            <a:r>
              <a:rPr lang="en-US" sz="2000" dirty="0">
                <a:latin typeface="Aptos" panose="020B0004020202020204" pitchFamily="34" charset="0"/>
              </a:rPr>
              <a:t>- No documented succession plans threaten operational continuity.</a:t>
            </a:r>
          </a:p>
          <a:p>
            <a:endParaRPr lang="en-US" sz="2000" dirty="0">
              <a:latin typeface="Aptos" panose="020B0004020202020204" pitchFamily="34" charset="0"/>
            </a:endParaRPr>
          </a:p>
          <a:p>
            <a:endParaRPr lang="en-US" sz="2000" dirty="0">
              <a:latin typeface="Aptos" panose="020B0004020202020204" pitchFamily="34" charset="0"/>
            </a:endParaRPr>
          </a:p>
        </p:txBody>
      </p:sp>
      <p:sp>
        <p:nvSpPr>
          <p:cNvPr id="2" name="Slide Number Placeholder 1">
            <a:extLst>
              <a:ext uri="{FF2B5EF4-FFF2-40B4-BE49-F238E27FC236}">
                <a16:creationId xmlns:a16="http://schemas.microsoft.com/office/drawing/2014/main" id="{A296E0F9-2683-30DA-F91F-5A3E389AD3F2}"/>
              </a:ext>
            </a:extLst>
          </p:cNvPr>
          <p:cNvSpPr>
            <a:spLocks noGrp="1"/>
          </p:cNvSpPr>
          <p:nvPr>
            <p:ph type="sldNum" sz="quarter" idx="14"/>
          </p:nvPr>
        </p:nvSpPr>
        <p:spPr/>
        <p:txBody>
          <a:bodyPr/>
          <a:lstStyle/>
          <a:p>
            <a:fld id="{5A229B5D-A103-0848-85C6-3738B11A9FDD}" type="slidenum">
              <a:rPr lang="en-US" smtClean="0">
                <a:latin typeface="Aptos" panose="020B0004020202020204" pitchFamily="34" charset="0"/>
              </a:rPr>
              <a:pPr/>
              <a:t>18</a:t>
            </a:fld>
            <a:endParaRPr lang="en-US">
              <a:latin typeface="Aptos" panose="020B0004020202020204" pitchFamily="34" charset="0"/>
            </a:endParaRPr>
          </a:p>
        </p:txBody>
      </p:sp>
    </p:spTree>
    <p:extLst>
      <p:ext uri="{BB962C8B-B14F-4D97-AF65-F5344CB8AC3E}">
        <p14:creationId xmlns:p14="http://schemas.microsoft.com/office/powerpoint/2010/main" val="202930733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274873-D14E-B9B5-500D-B5AB680922B8}"/>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0DC2F053-2FCD-3EA6-AF40-168B8BD7D9A4}"/>
              </a:ext>
            </a:extLst>
          </p:cNvPr>
          <p:cNvSpPr>
            <a:spLocks noGrp="1"/>
          </p:cNvSpPr>
          <p:nvPr>
            <p:ph type="title"/>
          </p:nvPr>
        </p:nvSpPr>
        <p:spPr/>
        <p:txBody>
          <a:bodyPr>
            <a:noAutofit/>
          </a:bodyPr>
          <a:lstStyle/>
          <a:p>
            <a:r>
              <a:rPr lang="en-US" dirty="0">
                <a:latin typeface="Aptos" panose="020B0004020202020204" pitchFamily="34" charset="0"/>
              </a:rPr>
              <a:t>1.5.4 KM Capability Definitions</a:t>
            </a:r>
            <a:br>
              <a:rPr lang="en-US" dirty="0">
                <a:latin typeface="Aptos" panose="020B0004020202020204" pitchFamily="34" charset="0"/>
              </a:rPr>
            </a:br>
            <a:endParaRPr lang="en-US" dirty="0">
              <a:latin typeface="Aptos" panose="020B0004020202020204" pitchFamily="34" charset="0"/>
            </a:endParaRPr>
          </a:p>
        </p:txBody>
      </p:sp>
      <p:sp>
        <p:nvSpPr>
          <p:cNvPr id="2" name="Content Placeholder 1">
            <a:extLst>
              <a:ext uri="{FF2B5EF4-FFF2-40B4-BE49-F238E27FC236}">
                <a16:creationId xmlns:a16="http://schemas.microsoft.com/office/drawing/2014/main" id="{CAB6551F-F893-5F1B-4E2C-644E18A7A51A}"/>
              </a:ext>
            </a:extLst>
          </p:cNvPr>
          <p:cNvSpPr>
            <a:spLocks noGrp="1"/>
          </p:cNvSpPr>
          <p:nvPr>
            <p:ph idx="1"/>
          </p:nvPr>
        </p:nvSpPr>
        <p:spPr/>
        <p:txBody>
          <a:bodyPr/>
          <a:lstStyle/>
          <a:p>
            <a:pPr>
              <a:lnSpc>
                <a:spcPct val="120000"/>
              </a:lnSpc>
              <a:spcBef>
                <a:spcPts val="0"/>
              </a:spcBef>
              <a:spcAft>
                <a:spcPts val="300"/>
              </a:spcAft>
            </a:pPr>
            <a:r>
              <a:rPr lang="en-US" b="1" cap="all" dirty="0">
                <a:latin typeface="Aptos" panose="020B0004020202020204" pitchFamily="34" charset="0"/>
              </a:rPr>
              <a:t>Section Summary</a:t>
            </a:r>
          </a:p>
          <a:p>
            <a:pPr>
              <a:lnSpc>
                <a:spcPct val="120000"/>
              </a:lnSpc>
              <a:spcBef>
                <a:spcPts val="0"/>
              </a:spcBef>
              <a:spcAft>
                <a:spcPts val="300"/>
              </a:spcAft>
            </a:pPr>
            <a:r>
              <a:rPr lang="en-US" dirty="0">
                <a:latin typeface="Aptos" panose="020B0004020202020204" pitchFamily="34" charset="0"/>
              </a:rPr>
              <a:t>Defines the core capabilities required for a mature knowledge management program, establishing the functional building blocks across knowledge capture, content organization, expertise location, search and discovery, content lifecycle management, and governance to create a comprehensive and sustainable knowledge ecosystem.</a:t>
            </a:r>
          </a:p>
          <a:p>
            <a:pPr>
              <a:lnSpc>
                <a:spcPct val="120000"/>
              </a:lnSpc>
              <a:spcBef>
                <a:spcPts val="0"/>
              </a:spcBef>
              <a:spcAft>
                <a:spcPts val="300"/>
              </a:spcAft>
            </a:pPr>
            <a:endParaRPr lang="en-US" dirty="0">
              <a:latin typeface="Aptos" panose="020B0004020202020204" pitchFamily="34" charset="0"/>
            </a:endParaRPr>
          </a:p>
        </p:txBody>
      </p:sp>
      <p:sp>
        <p:nvSpPr>
          <p:cNvPr id="3" name="Content Placeholder 2">
            <a:extLst>
              <a:ext uri="{FF2B5EF4-FFF2-40B4-BE49-F238E27FC236}">
                <a16:creationId xmlns:a16="http://schemas.microsoft.com/office/drawing/2014/main" id="{D46061CF-6D95-9B0C-9A18-24217143C3D1}"/>
              </a:ext>
            </a:extLst>
          </p:cNvPr>
          <p:cNvSpPr>
            <a:spLocks noGrp="1"/>
          </p:cNvSpPr>
          <p:nvPr>
            <p:ph idx="10"/>
          </p:nvPr>
        </p:nvSpPr>
        <p:spPr/>
        <p:txBody>
          <a:bodyPr/>
          <a:lstStyle/>
          <a:p>
            <a:r>
              <a:rPr lang="en-US" b="1" cap="all" dirty="0">
                <a:latin typeface="Aptos" panose="020B0004020202020204" pitchFamily="34" charset="0"/>
              </a:rPr>
              <a:t>Key Topics</a:t>
            </a:r>
          </a:p>
          <a:p>
            <a:pPr marL="285750" indent="-285750">
              <a:buFont typeface="Arial" panose="020B0604020202020204" pitchFamily="34" charset="0"/>
              <a:buChar char="•"/>
            </a:pPr>
            <a:r>
              <a:rPr lang="en-US" dirty="0">
                <a:latin typeface="Aptos" panose="020B0004020202020204" pitchFamily="34" charset="0"/>
              </a:rPr>
              <a:t>Knowledge Capture &amp; Creation</a:t>
            </a:r>
          </a:p>
          <a:p>
            <a:pPr marL="285750" indent="-285750">
              <a:buFont typeface="Arial" panose="020B0604020202020204" pitchFamily="34" charset="0"/>
              <a:buChar char="•"/>
            </a:pPr>
            <a:r>
              <a:rPr lang="en-US" dirty="0">
                <a:latin typeface="Aptos" panose="020B0004020202020204" pitchFamily="34" charset="0"/>
              </a:rPr>
              <a:t>Content Organization &amp; Structure</a:t>
            </a:r>
          </a:p>
          <a:p>
            <a:pPr marL="285750" indent="-285750">
              <a:buFont typeface="Arial" panose="020B0604020202020204" pitchFamily="34" charset="0"/>
              <a:buChar char="•"/>
            </a:pPr>
            <a:r>
              <a:rPr lang="en-US" dirty="0">
                <a:latin typeface="Aptos" panose="020B0004020202020204" pitchFamily="34" charset="0"/>
              </a:rPr>
              <a:t>Expertise Location &amp; Access</a:t>
            </a:r>
          </a:p>
          <a:p>
            <a:pPr marL="285750" indent="-285750">
              <a:buFont typeface="Arial" panose="020B0604020202020204" pitchFamily="34" charset="0"/>
              <a:buChar char="•"/>
            </a:pPr>
            <a:r>
              <a:rPr lang="en-US" dirty="0">
                <a:latin typeface="Aptos" panose="020B0004020202020204" pitchFamily="34" charset="0"/>
              </a:rPr>
              <a:t>Search &amp; Discovery</a:t>
            </a:r>
          </a:p>
          <a:p>
            <a:pPr marL="285750" indent="-285750">
              <a:buFont typeface="Arial" panose="020B0604020202020204" pitchFamily="34" charset="0"/>
              <a:buChar char="•"/>
            </a:pPr>
            <a:r>
              <a:rPr lang="en-US" dirty="0">
                <a:latin typeface="Aptos" panose="020B0004020202020204" pitchFamily="34" charset="0"/>
              </a:rPr>
              <a:t>Content Lifecycle Management</a:t>
            </a:r>
          </a:p>
          <a:p>
            <a:pPr marL="285750" indent="-285750">
              <a:buFont typeface="Arial" panose="020B0604020202020204" pitchFamily="34" charset="0"/>
              <a:buChar char="•"/>
            </a:pPr>
            <a:r>
              <a:rPr lang="en-US" dirty="0">
                <a:latin typeface="Aptos" panose="020B0004020202020204" pitchFamily="34" charset="0"/>
              </a:rPr>
              <a:t>Governance &amp; Quality</a:t>
            </a:r>
          </a:p>
          <a:p>
            <a:endParaRPr lang="en-US" dirty="0">
              <a:latin typeface="Aptos" panose="020B0004020202020204" pitchFamily="34" charset="0"/>
            </a:endParaRPr>
          </a:p>
        </p:txBody>
      </p:sp>
      <p:sp>
        <p:nvSpPr>
          <p:cNvPr id="5" name="Slide Number Placeholder 4">
            <a:extLst>
              <a:ext uri="{FF2B5EF4-FFF2-40B4-BE49-F238E27FC236}">
                <a16:creationId xmlns:a16="http://schemas.microsoft.com/office/drawing/2014/main" id="{09B796D8-F0CD-DB2C-592E-AC64CD70FB90}"/>
              </a:ext>
            </a:extLst>
          </p:cNvPr>
          <p:cNvSpPr>
            <a:spLocks noGrp="1"/>
          </p:cNvSpPr>
          <p:nvPr>
            <p:ph type="sldNum" sz="quarter" idx="12"/>
          </p:nvPr>
        </p:nvSpPr>
        <p:spPr/>
        <p:txBody>
          <a:bodyPr/>
          <a:lstStyle/>
          <a:p>
            <a:fld id="{A22638FE-01C9-41BA-BE25-085106FB5C8A}" type="slidenum">
              <a:rPr lang="en-US" smtClean="0">
                <a:latin typeface="Aptos" panose="020B0004020202020204" pitchFamily="34" charset="0"/>
              </a:rPr>
              <a:t>19</a:t>
            </a:fld>
            <a:endParaRPr lang="en-US">
              <a:latin typeface="Aptos" panose="020B0004020202020204" pitchFamily="34" charset="0"/>
            </a:endParaRPr>
          </a:p>
        </p:txBody>
      </p:sp>
      <p:sp>
        <p:nvSpPr>
          <p:cNvPr id="4" name="Rectangle 2">
            <a:hlinkClick r:id="rId2" action="ppaction://hlinksldjump"/>
            <a:extLst>
              <a:ext uri="{FF2B5EF4-FFF2-40B4-BE49-F238E27FC236}">
                <a16:creationId xmlns:a16="http://schemas.microsoft.com/office/drawing/2014/main" id="{5CA15DFB-B12E-F35F-4B56-9B190014B611}"/>
              </a:ext>
            </a:extLst>
          </p:cNvPr>
          <p:cNvSpPr/>
          <p:nvPr/>
        </p:nvSpPr>
        <p:spPr>
          <a:xfrm>
            <a:off x="10970013" y="484568"/>
            <a:ext cx="355724" cy="369330"/>
          </a:xfrm>
          <a:prstGeom prst="rect">
            <a:avLst/>
          </a:prstGeom>
          <a:solidFill>
            <a:schemeClr val="accent1"/>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tabLst/>
            </a:pPr>
            <a:endParaRPr kumimoji="0" lang="en-US" sz="1800" b="0" i="0" u="none" strike="noStrike" cap="none" spc="0" normalizeH="0" baseline="0">
              <a:ln>
                <a:noFill/>
              </a:ln>
              <a:solidFill>
                <a:srgbClr val="072941"/>
              </a:solidFill>
              <a:effectLst/>
              <a:uFillTx/>
              <a:latin typeface="Aptos" panose="020B0004020202020204" pitchFamily="34" charset="0"/>
              <a:sym typeface="Calibri"/>
            </a:endParaRPr>
          </a:p>
        </p:txBody>
      </p:sp>
      <p:sp>
        <p:nvSpPr>
          <p:cNvPr id="7" name="Rectangle 3">
            <a:hlinkClick r:id="rId3" action="ppaction://hlinksldjump"/>
            <a:extLst>
              <a:ext uri="{FF2B5EF4-FFF2-40B4-BE49-F238E27FC236}">
                <a16:creationId xmlns:a16="http://schemas.microsoft.com/office/drawing/2014/main" id="{D8782B1F-930B-00A5-C786-682E3C16592D}"/>
              </a:ext>
            </a:extLst>
          </p:cNvPr>
          <p:cNvSpPr/>
          <p:nvPr/>
        </p:nvSpPr>
        <p:spPr>
          <a:xfrm>
            <a:off x="11384916" y="489586"/>
            <a:ext cx="355724" cy="369330"/>
          </a:xfrm>
          <a:prstGeom prst="rect">
            <a:avLst/>
          </a:prstGeom>
          <a:solidFill>
            <a:schemeClr val="accent1"/>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tabLst/>
            </a:pPr>
            <a:endParaRPr kumimoji="0" lang="en-US" sz="1800" b="0" i="0" u="none" strike="noStrike" cap="none" spc="0" normalizeH="0" baseline="0">
              <a:ln>
                <a:noFill/>
              </a:ln>
              <a:solidFill>
                <a:srgbClr val="072941"/>
              </a:solidFill>
              <a:effectLst/>
              <a:uFillTx/>
              <a:latin typeface="Aptos" panose="020B0004020202020204" pitchFamily="34" charset="0"/>
              <a:sym typeface="Calibri"/>
            </a:endParaRPr>
          </a:p>
        </p:txBody>
      </p:sp>
      <p:pic>
        <p:nvPicPr>
          <p:cNvPr id="8" name="Graphic 9" descr="Home with solid fill">
            <a:hlinkClick r:id="rId2" action="ppaction://hlinksldjump"/>
            <a:extLst>
              <a:ext uri="{FF2B5EF4-FFF2-40B4-BE49-F238E27FC236}">
                <a16:creationId xmlns:a16="http://schemas.microsoft.com/office/drawing/2014/main" id="{6CB25DD0-099E-E786-799D-969A66A4D04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0967226" y="469000"/>
            <a:ext cx="377598" cy="377598"/>
          </a:xfrm>
          <a:prstGeom prst="rect">
            <a:avLst/>
          </a:prstGeom>
        </p:spPr>
      </p:pic>
      <p:pic>
        <p:nvPicPr>
          <p:cNvPr id="10" name="Graphic 14" descr="Play with solid fill">
            <a:hlinkClick r:id="rId3" action="ppaction://hlinksldjump"/>
            <a:extLst>
              <a:ext uri="{FF2B5EF4-FFF2-40B4-BE49-F238E27FC236}">
                <a16:creationId xmlns:a16="http://schemas.microsoft.com/office/drawing/2014/main" id="{03A7CC45-E5E3-F3BB-57AF-956AE71926D5}"/>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1384917" y="490874"/>
            <a:ext cx="355724" cy="355724"/>
          </a:xfrm>
          <a:prstGeom prst="rect">
            <a:avLst/>
          </a:prstGeom>
        </p:spPr>
      </p:pic>
    </p:spTree>
    <p:extLst>
      <p:ext uri="{BB962C8B-B14F-4D97-AF65-F5344CB8AC3E}">
        <p14:creationId xmlns:p14="http://schemas.microsoft.com/office/powerpoint/2010/main" val="363375166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8D1833-31F7-572B-F1DB-53AB54487DB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706EE82-8ECA-49FF-1E71-0F269AE3B506}"/>
              </a:ext>
            </a:extLst>
          </p:cNvPr>
          <p:cNvSpPr>
            <a:spLocks noGrp="1"/>
          </p:cNvSpPr>
          <p:nvPr>
            <p:ph type="title"/>
          </p:nvPr>
        </p:nvSpPr>
        <p:spPr/>
        <p:txBody>
          <a:bodyPr/>
          <a:lstStyle/>
          <a:p>
            <a:r>
              <a:rPr lang="en-US" dirty="0">
                <a:latin typeface="Aptos" panose="020B0004020202020204" pitchFamily="34" charset="0"/>
              </a:rPr>
              <a:t>	1.5.4.1 KM Capability Definitions</a:t>
            </a:r>
          </a:p>
        </p:txBody>
      </p:sp>
      <p:sp>
        <p:nvSpPr>
          <p:cNvPr id="3" name="Content Placeholder 2">
            <a:extLst>
              <a:ext uri="{FF2B5EF4-FFF2-40B4-BE49-F238E27FC236}">
                <a16:creationId xmlns:a16="http://schemas.microsoft.com/office/drawing/2014/main" id="{96CCCCEF-6858-E40B-EE25-3F6EC7ED73B3}"/>
              </a:ext>
            </a:extLst>
          </p:cNvPr>
          <p:cNvSpPr>
            <a:spLocks noGrp="1"/>
          </p:cNvSpPr>
          <p:nvPr>
            <p:ph idx="1"/>
          </p:nvPr>
        </p:nvSpPr>
        <p:spPr>
          <a:xfrm>
            <a:off x="868196" y="1239008"/>
            <a:ext cx="10723724" cy="4764741"/>
          </a:xfrm>
        </p:spPr>
        <p:txBody>
          <a:bodyPr lIns="45719" tIns="45720" rIns="45719" bIns="45720" anchor="t">
            <a:normAutofit/>
          </a:bodyPr>
          <a:lstStyle/>
          <a:p>
            <a:r>
              <a:rPr lang="en-US" sz="1800" b="1" dirty="0">
                <a:latin typeface="Aptos" panose="020B0004020202020204" pitchFamily="34" charset="0"/>
              </a:rPr>
              <a:t>Knowledge Capture &amp; Creation</a:t>
            </a:r>
          </a:p>
          <a:p>
            <a:r>
              <a:rPr lang="en-US" sz="1800" b="1" dirty="0">
                <a:latin typeface="Aptos" panose="020B0004020202020204" pitchFamily="34" charset="0"/>
              </a:rPr>
              <a:t>Context:</a:t>
            </a:r>
            <a:r>
              <a:rPr lang="en-US" sz="1800" dirty="0">
                <a:latin typeface="Aptos" panose="020B0004020202020204" pitchFamily="34" charset="0"/>
              </a:rPr>
              <a:t> Critical knowledge concentrated in key SMEs (esp. data/systems); only 30-40% integrations documented; Collections scaling 400→600 FTE by EOY 2026.</a:t>
            </a:r>
          </a:p>
          <a:p>
            <a:pPr marL="285750" indent="-285750">
              <a:buFont typeface="Arial" panose="020B0604020202020204" pitchFamily="34" charset="0"/>
              <a:buChar char="•"/>
            </a:pPr>
            <a:r>
              <a:rPr lang="en-US" sz="1800" b="1" dirty="0">
                <a:latin typeface="Aptos" panose="020B0004020202020204" pitchFamily="34" charset="0"/>
              </a:rPr>
              <a:t>SME Knowledge Extraction: </a:t>
            </a:r>
            <a:r>
              <a:rPr lang="en-US" sz="1800" dirty="0">
                <a:latin typeface="Aptos" panose="020B0004020202020204" pitchFamily="34" charset="0"/>
              </a:rPr>
              <a:t>Structured interviews, video/audio transcription, vendor workshops, exit protocols, peer transfer documentation.</a:t>
            </a:r>
          </a:p>
          <a:p>
            <a:pPr marL="285750" indent="-285750">
              <a:buFont typeface="Arial" panose="020B0604020202020204" pitchFamily="34" charset="0"/>
              <a:buChar char="•"/>
            </a:pPr>
            <a:r>
              <a:rPr lang="en-US" sz="1800" b="1" dirty="0">
                <a:latin typeface="Aptos" panose="020B0004020202020204" pitchFamily="34" charset="0"/>
                <a:ea typeface="Calibri"/>
                <a:cs typeface="Calibri"/>
              </a:rPr>
              <a:t>Call/Meeting Insights: </a:t>
            </a:r>
            <a:r>
              <a:rPr lang="en-US" sz="1800" dirty="0">
                <a:latin typeface="Aptos" panose="020B0004020202020204" pitchFamily="34" charset="0"/>
                <a:ea typeface="Calibri"/>
                <a:cs typeface="Calibri"/>
              </a:rPr>
              <a:t>Observe AI (Collections: 5-6yr data), Genesys Cloud (Customer Service: 46-50K monthly calls), nightly MFT to Observe AI, Snowflake/Fabric analytics integration.</a:t>
            </a:r>
          </a:p>
          <a:p>
            <a:pPr marL="285750" indent="-285750">
              <a:buFont typeface="Arial" panose="020B0604020202020204" pitchFamily="34" charset="0"/>
              <a:buChar char="•"/>
            </a:pPr>
            <a:r>
              <a:rPr lang="en-US" sz="1800" b="1" dirty="0">
                <a:latin typeface="Aptos" panose="020B0004020202020204" pitchFamily="34" charset="0"/>
                <a:ea typeface="Calibri"/>
                <a:cs typeface="Calibri"/>
              </a:rPr>
              <a:t>Workflow Documentation: </a:t>
            </a:r>
            <a:r>
              <a:rPr lang="en-US" sz="1800" dirty="0">
                <a:latin typeface="Aptos" panose="020B0004020202020204" pitchFamily="34" charset="0"/>
                <a:ea typeface="Calibri"/>
                <a:cs typeface="Calibri"/>
              </a:rPr>
              <a:t>Agent shadowing, screen recording (Genesys/</a:t>
            </a:r>
            <a:r>
              <a:rPr lang="en-US" sz="1800" dirty="0" err="1">
                <a:latin typeface="Aptos" panose="020B0004020202020204" pitchFamily="34" charset="0"/>
                <a:ea typeface="Calibri"/>
                <a:cs typeface="Calibri"/>
              </a:rPr>
              <a:t>DeFy</a:t>
            </a:r>
            <a:r>
              <a:rPr lang="en-US" sz="1800" dirty="0">
                <a:latin typeface="Aptos" panose="020B0004020202020204" pitchFamily="34" charset="0"/>
                <a:ea typeface="Calibri"/>
                <a:cs typeface="Calibri"/>
              </a:rPr>
              <a:t>/Salesforce/NSF), decision rationale capture, workaround procedures, RPA failure analysis.</a:t>
            </a:r>
          </a:p>
          <a:p>
            <a:pPr marL="285750" indent="-285750">
              <a:buFont typeface="Arial" panose="020B0604020202020204" pitchFamily="34" charset="0"/>
              <a:buChar char="•"/>
            </a:pPr>
            <a:r>
              <a:rPr lang="en-US" sz="1800" b="1" dirty="0">
                <a:latin typeface="Aptos" panose="020B0004020202020204" pitchFamily="34" charset="0"/>
              </a:rPr>
              <a:t>Tribal Knowledge Conversion:</a:t>
            </a:r>
            <a:r>
              <a:rPr lang="en-US" sz="1800" dirty="0">
                <a:latin typeface="Aptos" panose="020B0004020202020204" pitchFamily="34" charset="0"/>
              </a:rPr>
              <a:t> Priority: undocumented legacy data marts, data lineage, 20+ year database knowledge, Risk SQL business rules, case type "fuzzy logic."</a:t>
            </a:r>
          </a:p>
          <a:p>
            <a:pPr marL="285750" indent="-285750">
              <a:buFont typeface="Arial" panose="020B0604020202020204" pitchFamily="34" charset="0"/>
              <a:buChar char="•"/>
            </a:pPr>
            <a:r>
              <a:rPr lang="en-US" sz="1800" b="1" dirty="0">
                <a:latin typeface="Aptos" panose="020B0004020202020204" pitchFamily="34" charset="0"/>
                <a:ea typeface="Calibri"/>
                <a:cs typeface="Calibri"/>
              </a:rPr>
              <a:t>AI Feedback Learning: </a:t>
            </a:r>
            <a:r>
              <a:rPr lang="en-US" sz="1800" dirty="0">
                <a:latin typeface="Aptos" panose="020B0004020202020204" pitchFamily="34" charset="0"/>
                <a:ea typeface="Calibri"/>
                <a:cs typeface="Calibri"/>
              </a:rPr>
              <a:t>Copilot FAQ analysis, Observe AI override tracking, Genesys AI query gaps, successful resolution formalization, AI summary knowledge base integration.</a:t>
            </a:r>
          </a:p>
        </p:txBody>
      </p:sp>
      <p:sp>
        <p:nvSpPr>
          <p:cNvPr id="5" name="Slide Number Placeholder 4">
            <a:extLst>
              <a:ext uri="{FF2B5EF4-FFF2-40B4-BE49-F238E27FC236}">
                <a16:creationId xmlns:a16="http://schemas.microsoft.com/office/drawing/2014/main" id="{2745DE6A-F1D0-E5DB-1FF4-A27CA9C3814D}"/>
              </a:ext>
            </a:extLst>
          </p:cNvPr>
          <p:cNvSpPr>
            <a:spLocks noGrp="1"/>
          </p:cNvSpPr>
          <p:nvPr>
            <p:ph type="sldNum" sz="quarter" idx="12"/>
          </p:nvPr>
        </p:nvSpPr>
        <p:spPr/>
        <p:txBody>
          <a:bodyPr/>
          <a:lstStyle/>
          <a:p>
            <a:fld id="{A22638FE-01C9-41BA-BE25-085106FB5C8A}" type="slidenum">
              <a:rPr lang="en-US" smtClean="0">
                <a:latin typeface="Aptos" panose="020B0004020202020204" pitchFamily="34" charset="0"/>
              </a:rPr>
              <a:t>20</a:t>
            </a:fld>
            <a:endParaRPr lang="en-US">
              <a:latin typeface="Aptos" panose="020B0004020202020204" pitchFamily="34" charset="0"/>
            </a:endParaRPr>
          </a:p>
        </p:txBody>
      </p:sp>
    </p:spTree>
    <p:extLst>
      <p:ext uri="{BB962C8B-B14F-4D97-AF65-F5344CB8AC3E}">
        <p14:creationId xmlns:p14="http://schemas.microsoft.com/office/powerpoint/2010/main" val="176614944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E2A022-4C17-A4C7-CFAC-22D96FC56F2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058A2FD-4947-672E-4C4A-3AB9974D2711}"/>
              </a:ext>
            </a:extLst>
          </p:cNvPr>
          <p:cNvSpPr>
            <a:spLocks noGrp="1"/>
          </p:cNvSpPr>
          <p:nvPr>
            <p:ph type="title"/>
          </p:nvPr>
        </p:nvSpPr>
        <p:spPr/>
        <p:txBody>
          <a:bodyPr/>
          <a:lstStyle/>
          <a:p>
            <a:r>
              <a:rPr lang="en-US" dirty="0">
                <a:latin typeface="Aptos" panose="020B0004020202020204" pitchFamily="34" charset="0"/>
              </a:rPr>
              <a:t>	1.5.4.2 KM Capability Definitions</a:t>
            </a:r>
          </a:p>
        </p:txBody>
      </p:sp>
      <p:sp>
        <p:nvSpPr>
          <p:cNvPr id="3" name="Content Placeholder 2">
            <a:extLst>
              <a:ext uri="{FF2B5EF4-FFF2-40B4-BE49-F238E27FC236}">
                <a16:creationId xmlns:a16="http://schemas.microsoft.com/office/drawing/2014/main" id="{0FF6270C-949D-5591-3C5C-08F774697523}"/>
              </a:ext>
            </a:extLst>
          </p:cNvPr>
          <p:cNvSpPr>
            <a:spLocks noGrp="1"/>
          </p:cNvSpPr>
          <p:nvPr>
            <p:ph idx="1"/>
          </p:nvPr>
        </p:nvSpPr>
        <p:spPr>
          <a:xfrm>
            <a:off x="868196" y="1239008"/>
            <a:ext cx="10723724" cy="4764741"/>
          </a:xfrm>
        </p:spPr>
        <p:txBody>
          <a:bodyPr lIns="45719" tIns="45720" rIns="45719" bIns="45720" anchor="t">
            <a:noAutofit/>
          </a:bodyPr>
          <a:lstStyle/>
          <a:p>
            <a:r>
              <a:rPr lang="en-US" sz="1800" b="1" dirty="0">
                <a:latin typeface="Aptos" panose="020B0004020202020204" pitchFamily="34" charset="0"/>
              </a:rPr>
              <a:t>Content Organization &amp; Structure</a:t>
            </a:r>
          </a:p>
          <a:p>
            <a:r>
              <a:rPr lang="en-US" sz="1800" b="1" dirty="0">
                <a:latin typeface="Aptos" panose="020B0004020202020204" pitchFamily="34" charset="0"/>
              </a:rPr>
              <a:t>Context: </a:t>
            </a:r>
            <a:r>
              <a:rPr lang="en-US" sz="1800" dirty="0">
                <a:latin typeface="Aptos" panose="020B0004020202020204" pitchFamily="34" charset="0"/>
              </a:rPr>
              <a:t>Inconsistent SharePoint sites; Customer Service migrating to Salesforce Knowledge (Dec 13, 2025); no enterprise taxonomy; departmental silos.</a:t>
            </a:r>
          </a:p>
          <a:p>
            <a:pPr marL="285750" indent="-285750">
              <a:buFont typeface="Arial" panose="020B0604020202020204" pitchFamily="34" charset="0"/>
              <a:buChar char="•"/>
            </a:pPr>
            <a:r>
              <a:rPr lang="en-US" sz="1800" b="1" dirty="0">
                <a:latin typeface="Aptos" panose="020B0004020202020204" pitchFamily="34" charset="0"/>
                <a:ea typeface="Calibri"/>
                <a:cs typeface="Calibri"/>
              </a:rPr>
              <a:t>Enterprise Taxonomy:</a:t>
            </a:r>
            <a:r>
              <a:rPr lang="en-US" sz="1800" dirty="0">
                <a:latin typeface="Aptos" panose="020B0004020202020204" pitchFamily="34" charset="0"/>
                <a:ea typeface="Calibri"/>
                <a:cs typeface="Calibri"/>
              </a:rPr>
              <a:t> Business-friendly EDW naming; Product (Retail/Lease/Insurance/Floor Plan); Systems (Genesys/Salesforce/</a:t>
            </a:r>
            <a:r>
              <a:rPr lang="en-US" sz="1800" dirty="0" err="1">
                <a:latin typeface="Aptos" panose="020B0004020202020204" pitchFamily="34" charset="0"/>
                <a:ea typeface="Calibri"/>
                <a:cs typeface="Calibri"/>
              </a:rPr>
              <a:t>DeFy</a:t>
            </a:r>
            <a:r>
              <a:rPr lang="en-US" sz="1800" dirty="0">
                <a:latin typeface="Aptos" panose="020B0004020202020204" pitchFamily="34" charset="0"/>
                <a:ea typeface="Calibri"/>
                <a:cs typeface="Calibri"/>
              </a:rPr>
              <a:t>/</a:t>
            </a:r>
            <a:r>
              <a:rPr lang="en-US" sz="1800" dirty="0" err="1">
                <a:latin typeface="Aptos" panose="020B0004020202020204" pitchFamily="34" charset="0"/>
                <a:ea typeface="Calibri"/>
                <a:cs typeface="Calibri"/>
              </a:rPr>
              <a:t>RePay</a:t>
            </a:r>
            <a:r>
              <a:rPr lang="en-US" sz="1800" dirty="0">
                <a:latin typeface="Aptos" panose="020B0004020202020204" pitchFamily="34" charset="0"/>
                <a:ea typeface="Calibri"/>
                <a:cs typeface="Calibri"/>
              </a:rPr>
              <a:t>/NSF); Process (Collections/Customer Service/Testing/Risk); Data classification (</a:t>
            </a:r>
            <a:r>
              <a:rPr lang="en-US" sz="1800" dirty="0" err="1">
                <a:latin typeface="Aptos" panose="020B0004020202020204" pitchFamily="34" charset="0"/>
                <a:ea typeface="Calibri"/>
                <a:cs typeface="Calibri"/>
              </a:rPr>
              <a:t>Public→Highly</a:t>
            </a:r>
            <a:r>
              <a:rPr lang="en-US" sz="1800" dirty="0">
                <a:latin typeface="Aptos" panose="020B0004020202020204" pitchFamily="34" charset="0"/>
                <a:ea typeface="Calibri"/>
                <a:cs typeface="Calibri"/>
              </a:rPr>
              <a:t> Restricted); Regulatory tags (FTC/GLBA/FDIC/PCI/SOC 2).</a:t>
            </a:r>
          </a:p>
          <a:p>
            <a:pPr marL="285750" indent="-285750">
              <a:buFont typeface="Arial" panose="020B0604020202020204" pitchFamily="34" charset="0"/>
              <a:buChar char="•"/>
            </a:pPr>
            <a:r>
              <a:rPr lang="en-US" sz="1800" b="1" dirty="0">
                <a:latin typeface="Aptos" panose="020B0004020202020204" pitchFamily="34" charset="0"/>
                <a:ea typeface="Calibri"/>
                <a:cs typeface="Calibri"/>
              </a:rPr>
              <a:t>Metadata Schema:</a:t>
            </a:r>
            <a:r>
              <a:rPr lang="en-US" sz="1800" dirty="0">
                <a:latin typeface="Aptos" panose="020B0004020202020204" pitchFamily="34" charset="0"/>
                <a:ea typeface="Calibri"/>
                <a:cs typeface="Calibri"/>
              </a:rPr>
              <a:t> System applicability (Genesys vs. Salesforce); Product (Retail vs. Lease); Role (agent/back-office/analytical); Lifecycle stage; EDW migration waves; Version specificity.</a:t>
            </a:r>
          </a:p>
          <a:p>
            <a:pPr marL="285750" indent="-285750">
              <a:buFont typeface="Arial" panose="020B0604020202020204" pitchFamily="34" charset="0"/>
              <a:buChar char="•"/>
            </a:pPr>
            <a:r>
              <a:rPr lang="en-US" sz="1800" b="1" dirty="0">
                <a:latin typeface="Aptos" panose="020B0004020202020204" pitchFamily="34" charset="0"/>
              </a:rPr>
              <a:t>Content Reusability:</a:t>
            </a:r>
            <a:r>
              <a:rPr lang="en-US" sz="1800" dirty="0">
                <a:latin typeface="Aptos" panose="020B0004020202020204" pitchFamily="34" charset="0"/>
              </a:rPr>
              <a:t> Modular components (procedures/policies/decision trees); Single-source authoring across channels; Template library; Consistent formatting per platform.</a:t>
            </a:r>
          </a:p>
          <a:p>
            <a:pPr marL="285750" indent="-285750">
              <a:buFont typeface="Arial" panose="020B0604020202020204" pitchFamily="34" charset="0"/>
              <a:buChar char="•"/>
            </a:pPr>
            <a:r>
              <a:rPr lang="en-US" sz="1800" b="1" dirty="0">
                <a:latin typeface="Aptos" panose="020B0004020202020204" pitchFamily="34" charset="0"/>
              </a:rPr>
              <a:t>Cross-System Alignment:</a:t>
            </a:r>
            <a:r>
              <a:rPr lang="en-US" sz="1800" dirty="0">
                <a:latin typeface="Aptos" panose="020B0004020202020204" pitchFamily="34" charset="0"/>
              </a:rPr>
              <a:t> </a:t>
            </a:r>
            <a:r>
              <a:rPr lang="en-US" sz="1800" dirty="0" err="1">
                <a:latin typeface="Aptos" panose="020B0004020202020204" pitchFamily="34" charset="0"/>
              </a:rPr>
              <a:t>SharePoint→Salesforce</a:t>
            </a:r>
            <a:r>
              <a:rPr lang="en-US" sz="1800" dirty="0">
                <a:latin typeface="Aptos" panose="020B0004020202020204" pitchFamily="34" charset="0"/>
              </a:rPr>
              <a:t> mapping; Testing docs to enterprise taxonomy; BI metadata to business domains; EDW to operational processes; Observe AI to knowledge articles.</a:t>
            </a:r>
          </a:p>
          <a:p>
            <a:pPr marL="285750" indent="-285750">
              <a:buFont typeface="Arial" panose="020B0604020202020204" pitchFamily="34" charset="0"/>
              <a:buChar char="•"/>
            </a:pPr>
            <a:r>
              <a:rPr lang="en-US" sz="1800" b="1" dirty="0">
                <a:latin typeface="Aptos" panose="020B0004020202020204" pitchFamily="34" charset="0"/>
              </a:rPr>
              <a:t>Version Control:</a:t>
            </a:r>
            <a:r>
              <a:rPr lang="en-US" sz="1800" dirty="0">
                <a:latin typeface="Aptos" panose="020B0004020202020204" pitchFamily="34" charset="0"/>
              </a:rPr>
              <a:t> Salesforce Knowledge versioning; Git/GitHub for technical docs; Change notifications; Audit archive; Stale content tracking.</a:t>
            </a:r>
          </a:p>
        </p:txBody>
      </p:sp>
      <p:sp>
        <p:nvSpPr>
          <p:cNvPr id="5" name="Slide Number Placeholder 4">
            <a:extLst>
              <a:ext uri="{FF2B5EF4-FFF2-40B4-BE49-F238E27FC236}">
                <a16:creationId xmlns:a16="http://schemas.microsoft.com/office/drawing/2014/main" id="{87B92BA6-4BE9-8F09-7E5E-128EA7CC0B62}"/>
              </a:ext>
            </a:extLst>
          </p:cNvPr>
          <p:cNvSpPr>
            <a:spLocks noGrp="1"/>
          </p:cNvSpPr>
          <p:nvPr>
            <p:ph type="sldNum" sz="quarter" idx="12"/>
          </p:nvPr>
        </p:nvSpPr>
        <p:spPr/>
        <p:txBody>
          <a:bodyPr/>
          <a:lstStyle/>
          <a:p>
            <a:fld id="{A22638FE-01C9-41BA-BE25-085106FB5C8A}" type="slidenum">
              <a:rPr lang="en-US" smtClean="0">
                <a:latin typeface="Aptos" panose="020B0004020202020204" pitchFamily="34" charset="0"/>
              </a:rPr>
              <a:t>21</a:t>
            </a:fld>
            <a:endParaRPr lang="en-US">
              <a:latin typeface="Aptos" panose="020B0004020202020204" pitchFamily="34" charset="0"/>
            </a:endParaRPr>
          </a:p>
        </p:txBody>
      </p:sp>
    </p:spTree>
    <p:extLst>
      <p:ext uri="{BB962C8B-B14F-4D97-AF65-F5344CB8AC3E}">
        <p14:creationId xmlns:p14="http://schemas.microsoft.com/office/powerpoint/2010/main" val="201240440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24615A-561D-A672-A2FA-645C7971D0F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D7A39AE-1EEC-F5D5-2778-847B11ED8DC6}"/>
              </a:ext>
            </a:extLst>
          </p:cNvPr>
          <p:cNvSpPr>
            <a:spLocks noGrp="1"/>
          </p:cNvSpPr>
          <p:nvPr>
            <p:ph type="title"/>
          </p:nvPr>
        </p:nvSpPr>
        <p:spPr/>
        <p:txBody>
          <a:bodyPr/>
          <a:lstStyle/>
          <a:p>
            <a:r>
              <a:rPr lang="en-US" dirty="0">
                <a:latin typeface="Aptos" panose="020B0004020202020204" pitchFamily="34" charset="0"/>
              </a:rPr>
              <a:t>	1.5.4.3 KM Capability Definitions</a:t>
            </a:r>
          </a:p>
        </p:txBody>
      </p:sp>
      <p:sp>
        <p:nvSpPr>
          <p:cNvPr id="3" name="Content Placeholder 2">
            <a:extLst>
              <a:ext uri="{FF2B5EF4-FFF2-40B4-BE49-F238E27FC236}">
                <a16:creationId xmlns:a16="http://schemas.microsoft.com/office/drawing/2014/main" id="{E3518649-F216-6A30-5ED2-7344AAFD0E12}"/>
              </a:ext>
            </a:extLst>
          </p:cNvPr>
          <p:cNvSpPr>
            <a:spLocks noGrp="1"/>
          </p:cNvSpPr>
          <p:nvPr>
            <p:ph idx="1"/>
          </p:nvPr>
        </p:nvSpPr>
        <p:spPr>
          <a:xfrm>
            <a:off x="868196" y="1239008"/>
            <a:ext cx="10723724" cy="4764741"/>
          </a:xfrm>
        </p:spPr>
        <p:txBody>
          <a:bodyPr>
            <a:normAutofit/>
          </a:bodyPr>
          <a:lstStyle/>
          <a:p>
            <a:r>
              <a:rPr lang="en-US" sz="1800" b="1" dirty="0">
                <a:latin typeface="Aptos" panose="020B0004020202020204" pitchFamily="34" charset="0"/>
              </a:rPr>
              <a:t>Expertise Location &amp; Access</a:t>
            </a:r>
          </a:p>
          <a:p>
            <a:r>
              <a:rPr lang="en-US" sz="1800" b="1" dirty="0">
                <a:latin typeface="Aptos" panose="020B0004020202020204" pitchFamily="34" charset="0"/>
              </a:rPr>
              <a:t>Context:</a:t>
            </a:r>
            <a:r>
              <a:rPr lang="en-US" sz="1800" dirty="0">
                <a:latin typeface="Aptos" panose="020B0004020202020204" pitchFamily="34" charset="0"/>
              </a:rPr>
              <a:t> Knowledge concentrated in key individuals; no skills directory; growth demands succession planning.</a:t>
            </a:r>
          </a:p>
          <a:p>
            <a:pPr marL="285750" indent="-285750">
              <a:buFont typeface="Arial" panose="020B0604020202020204" pitchFamily="34" charset="0"/>
              <a:buChar char="•"/>
            </a:pPr>
            <a:r>
              <a:rPr lang="en-US" sz="1800" b="1" dirty="0">
                <a:latin typeface="Aptos" panose="020B0004020202020204" pitchFamily="34" charset="0"/>
              </a:rPr>
              <a:t>Skills Directory: </a:t>
            </a:r>
            <a:r>
              <a:rPr lang="en-US" sz="1800" dirty="0">
                <a:latin typeface="Aptos" panose="020B0004020202020204" pitchFamily="34" charset="0"/>
              </a:rPr>
              <a:t>Technical/System/Domain expertise mapped; Specialists identified (MuleSoft/Fabric/SOC 2/PCI DSS); Contact routing (MOD support/escalation/after-hours).</a:t>
            </a:r>
          </a:p>
          <a:p>
            <a:pPr marL="285750" indent="-285750">
              <a:buFont typeface="Arial" panose="020B0604020202020204" pitchFamily="34" charset="0"/>
              <a:buChar char="•"/>
            </a:pPr>
            <a:r>
              <a:rPr lang="en-US" sz="1800" b="1" dirty="0">
                <a:latin typeface="Aptos" panose="020B0004020202020204" pitchFamily="34" charset="0"/>
              </a:rPr>
              <a:t>SME Routing: </a:t>
            </a:r>
            <a:r>
              <a:rPr lang="en-US" sz="1800" dirty="0">
                <a:latin typeface="Aptos" panose="020B0004020202020204" pitchFamily="34" charset="0"/>
              </a:rPr>
              <a:t>Contact embedding in articles; Salesforce auto-routing; MOD real-time chat; Testing structure documented; Enterprise Architecture contacts.</a:t>
            </a:r>
          </a:p>
          <a:p>
            <a:pPr marL="285750" indent="-285750">
              <a:buFont typeface="Arial" panose="020B0604020202020204" pitchFamily="34" charset="0"/>
              <a:buChar char="•"/>
            </a:pPr>
            <a:r>
              <a:rPr lang="en-US" sz="1800" b="1" dirty="0">
                <a:latin typeface="Aptos" panose="020B0004020202020204" pitchFamily="34" charset="0"/>
              </a:rPr>
              <a:t>Knowledge Graph:</a:t>
            </a:r>
            <a:r>
              <a:rPr lang="en-US" sz="1800" dirty="0">
                <a:latin typeface="Aptos" panose="020B0004020202020204" pitchFamily="34" charset="0"/>
              </a:rPr>
              <a:t> Map dependencies; Collaboration patterns; Bottleneck identification; Mentor relationships; Knowledge flows.</a:t>
            </a:r>
          </a:p>
          <a:p>
            <a:pPr marL="285750" indent="-285750">
              <a:buFont typeface="Arial" panose="020B0604020202020204" pitchFamily="34" charset="0"/>
              <a:buChar char="•"/>
            </a:pPr>
            <a:r>
              <a:rPr lang="en-US" sz="1800" b="1" dirty="0">
                <a:latin typeface="Aptos" panose="020B0004020202020204" pitchFamily="34" charset="0"/>
              </a:rPr>
              <a:t>Succession Planning: </a:t>
            </a:r>
            <a:r>
              <a:rPr lang="en-US" sz="1800" dirty="0">
                <a:latin typeface="Aptos" panose="020B0004020202020204" pitchFamily="34" charset="0"/>
              </a:rPr>
              <a:t>Priority 1: Integration/data lineage (30-40%→80%+); Priority 2: Collections scaling (200 FTE); Priority 3: Legacy BI migration; "Bus factor" risks; Cross-training.</a:t>
            </a:r>
          </a:p>
          <a:p>
            <a:pPr marL="285750" indent="-285750">
              <a:buFont typeface="Arial" panose="020B0604020202020204" pitchFamily="34" charset="0"/>
              <a:buChar char="•"/>
            </a:pPr>
            <a:r>
              <a:rPr lang="en-US" sz="1800" b="1" dirty="0">
                <a:latin typeface="Aptos" panose="020B0004020202020204" pitchFamily="34" charset="0"/>
              </a:rPr>
              <a:t>Contribution Recognition:</a:t>
            </a:r>
            <a:r>
              <a:rPr lang="en-US" sz="1800" dirty="0">
                <a:latin typeface="Aptos" panose="020B0004020202020204" pitchFamily="34" charset="0"/>
              </a:rPr>
              <a:t> Track authorship/maintenance; Salesforce gamification; Performance criteria; Incentivize tribal knowledge conversion.</a:t>
            </a:r>
          </a:p>
        </p:txBody>
      </p:sp>
      <p:sp>
        <p:nvSpPr>
          <p:cNvPr id="5" name="Slide Number Placeholder 4">
            <a:extLst>
              <a:ext uri="{FF2B5EF4-FFF2-40B4-BE49-F238E27FC236}">
                <a16:creationId xmlns:a16="http://schemas.microsoft.com/office/drawing/2014/main" id="{E387A358-169D-26D8-FCFB-A09A1186C542}"/>
              </a:ext>
            </a:extLst>
          </p:cNvPr>
          <p:cNvSpPr>
            <a:spLocks noGrp="1"/>
          </p:cNvSpPr>
          <p:nvPr>
            <p:ph type="sldNum" sz="quarter" idx="12"/>
          </p:nvPr>
        </p:nvSpPr>
        <p:spPr/>
        <p:txBody>
          <a:bodyPr/>
          <a:lstStyle/>
          <a:p>
            <a:fld id="{A22638FE-01C9-41BA-BE25-085106FB5C8A}" type="slidenum">
              <a:rPr lang="en-US" smtClean="0">
                <a:latin typeface="Aptos" panose="020B0004020202020204" pitchFamily="34" charset="0"/>
              </a:rPr>
              <a:t>22</a:t>
            </a:fld>
            <a:endParaRPr lang="en-US">
              <a:latin typeface="Aptos" panose="020B0004020202020204" pitchFamily="34" charset="0"/>
            </a:endParaRPr>
          </a:p>
        </p:txBody>
      </p:sp>
    </p:spTree>
    <p:extLst>
      <p:ext uri="{BB962C8B-B14F-4D97-AF65-F5344CB8AC3E}">
        <p14:creationId xmlns:p14="http://schemas.microsoft.com/office/powerpoint/2010/main" val="84235170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32EEA0-5D28-7916-7FF5-BD748797F78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E417651-6199-AAE7-2923-B45793F88125}"/>
              </a:ext>
            </a:extLst>
          </p:cNvPr>
          <p:cNvSpPr>
            <a:spLocks noGrp="1"/>
          </p:cNvSpPr>
          <p:nvPr>
            <p:ph type="title"/>
          </p:nvPr>
        </p:nvSpPr>
        <p:spPr/>
        <p:txBody>
          <a:bodyPr/>
          <a:lstStyle/>
          <a:p>
            <a:r>
              <a:rPr lang="en-US" dirty="0">
                <a:latin typeface="Aptos" panose="020B0004020202020204" pitchFamily="34" charset="0"/>
              </a:rPr>
              <a:t>	1.5.4.4 KM Capability Definitions</a:t>
            </a:r>
          </a:p>
        </p:txBody>
      </p:sp>
      <p:sp>
        <p:nvSpPr>
          <p:cNvPr id="3" name="Content Placeholder 2">
            <a:extLst>
              <a:ext uri="{FF2B5EF4-FFF2-40B4-BE49-F238E27FC236}">
                <a16:creationId xmlns:a16="http://schemas.microsoft.com/office/drawing/2014/main" id="{9E5BA0F1-48B9-0702-6384-69945AAF6122}"/>
              </a:ext>
            </a:extLst>
          </p:cNvPr>
          <p:cNvSpPr>
            <a:spLocks noGrp="1"/>
          </p:cNvSpPr>
          <p:nvPr>
            <p:ph idx="1"/>
          </p:nvPr>
        </p:nvSpPr>
        <p:spPr>
          <a:xfrm>
            <a:off x="897557" y="937004"/>
            <a:ext cx="10723724" cy="4764741"/>
          </a:xfrm>
        </p:spPr>
        <p:txBody>
          <a:bodyPr lIns="45719" tIns="45720" rIns="45719" bIns="45720" anchor="t">
            <a:noAutofit/>
          </a:bodyPr>
          <a:lstStyle/>
          <a:p>
            <a:r>
              <a:rPr lang="en-US" sz="1800" b="1" dirty="0">
                <a:latin typeface="Aptos" panose="020B0004020202020204" pitchFamily="34" charset="0"/>
              </a:rPr>
              <a:t>Search &amp; Discovery</a:t>
            </a:r>
          </a:p>
          <a:p>
            <a:r>
              <a:rPr lang="en-US" sz="1800" b="1" dirty="0">
                <a:latin typeface="Aptos" panose="020B0004020202020204" pitchFamily="34" charset="0"/>
              </a:rPr>
              <a:t>Context:</a:t>
            </a:r>
            <a:r>
              <a:rPr lang="en-US" sz="1800" dirty="0">
                <a:latin typeface="Aptos" panose="020B0004020202020204" pitchFamily="34" charset="0"/>
              </a:rPr>
              <a:t> No unified enterprise search; SharePoint limited to individual sites; separate team repositories; Customer Service moving to Salesforce Knowledge search; 70%→99% unstructured data tagging target.</a:t>
            </a:r>
          </a:p>
          <a:p>
            <a:pPr marL="285750" indent="-285750">
              <a:buFont typeface="Arial" panose="020B0604020202020204" pitchFamily="34" charset="0"/>
              <a:buChar char="•"/>
            </a:pPr>
            <a:r>
              <a:rPr lang="en-US" sz="1800" b="1" dirty="0">
                <a:latin typeface="Aptos" panose="020B0004020202020204" pitchFamily="34" charset="0"/>
              </a:rPr>
              <a:t>Unified Enterprise Search: </a:t>
            </a:r>
            <a:r>
              <a:rPr lang="en-US" sz="1800" dirty="0">
                <a:latin typeface="Aptos" panose="020B0004020202020204" pitchFamily="34" charset="0"/>
              </a:rPr>
              <a:t>Single interface across all repositories (SharePoint/Salesforce/Spira/BI/EDW/email); Role-based access; M365 Copilot for Public/Internal tiers; Ranked by recency/role/patterns/quality; Federated search respecting data classification.</a:t>
            </a:r>
          </a:p>
          <a:p>
            <a:pPr marL="285750" indent="-285750">
              <a:buFont typeface="Arial" panose="020B0604020202020204" pitchFamily="34" charset="0"/>
              <a:buChar char="•"/>
            </a:pPr>
            <a:r>
              <a:rPr lang="en-US" sz="1800" b="1" dirty="0">
                <a:latin typeface="Aptos" panose="020B0004020202020204" pitchFamily="34" charset="0"/>
              </a:rPr>
              <a:t>Natural Language Queries: </a:t>
            </a:r>
            <a:r>
              <a:rPr lang="en-US" sz="1800" dirty="0">
                <a:latin typeface="Aptos" panose="020B0004020202020204" pitchFamily="34" charset="0"/>
              </a:rPr>
              <a:t>Map questions to procedures ("wrongful repo </a:t>
            </a:r>
            <a:r>
              <a:rPr lang="en-US" sz="1800" dirty="0" err="1">
                <a:latin typeface="Aptos" panose="020B0004020202020204" pitchFamily="34" charset="0"/>
              </a:rPr>
              <a:t>prevention"→Collections</a:t>
            </a:r>
            <a:r>
              <a:rPr lang="en-US" sz="1800" dirty="0">
                <a:latin typeface="Aptos" panose="020B0004020202020204" pitchFamily="34" charset="0"/>
              </a:rPr>
              <a:t> docs); Surface troubleshooting ("</a:t>
            </a:r>
            <a:r>
              <a:rPr lang="en-US" sz="1800" dirty="0" err="1">
                <a:latin typeface="Aptos" panose="020B0004020202020204" pitchFamily="34" charset="0"/>
              </a:rPr>
              <a:t>DeFy</a:t>
            </a:r>
            <a:r>
              <a:rPr lang="en-US" sz="1800" dirty="0">
                <a:latin typeface="Aptos" panose="020B0004020202020204" pitchFamily="34" charset="0"/>
              </a:rPr>
              <a:t> error codes"); Retrieve analytics ("residual value calculation"); Conversational AI over Fabric (Adam Ruthford Treasury pilot); Natural language test queries.</a:t>
            </a:r>
          </a:p>
          <a:p>
            <a:pPr marL="285750" indent="-285750">
              <a:buFont typeface="Arial" panose="020B0604020202020204" pitchFamily="34" charset="0"/>
              <a:buChar char="•"/>
            </a:pPr>
            <a:r>
              <a:rPr lang="en-US" sz="1800" b="1" dirty="0">
                <a:latin typeface="Aptos" panose="020B0004020202020204" pitchFamily="34" charset="0"/>
              </a:rPr>
              <a:t>Similar Content Discovery:</a:t>
            </a:r>
            <a:r>
              <a:rPr lang="en-US" sz="1800" dirty="0">
                <a:latin typeface="Aptos" panose="020B0004020202020204" pitchFamily="34" charset="0"/>
              </a:rPr>
              <a:t> BI report similarity to prevent duplicates; "Others found helpful" recommendations; Related articles via semantic similarity; Find existing SQL queries; Discover reusable test cases.</a:t>
            </a:r>
          </a:p>
          <a:p>
            <a:pPr marL="285750" indent="-285750">
              <a:buFont typeface="Arial" panose="020B0604020202020204" pitchFamily="34" charset="0"/>
              <a:buChar char="•"/>
            </a:pPr>
            <a:r>
              <a:rPr lang="en-US" sz="1800" b="1" dirty="0">
                <a:latin typeface="Aptos" panose="020B0004020202020204" pitchFamily="34" charset="0"/>
                <a:ea typeface="Calibri"/>
                <a:cs typeface="Calibri"/>
              </a:rPr>
              <a:t>Contextual In-App Search: </a:t>
            </a:r>
            <a:r>
              <a:rPr lang="en-US" sz="1800" dirty="0">
                <a:latin typeface="Aptos" panose="020B0004020202020204" pitchFamily="34" charset="0"/>
                <a:ea typeface="Calibri"/>
                <a:cs typeface="Calibri"/>
              </a:rPr>
              <a:t>Salesforce Knowledge within agent console; Genesys AI Knowledge ChatGPT-like interface; IDE-integrated for automation engineers; Power BI within Fabric; Context-aware prioritization.</a:t>
            </a:r>
          </a:p>
          <a:p>
            <a:pPr marL="285750" indent="-285750">
              <a:buFont typeface="Arial" panose="020B0604020202020204" pitchFamily="34" charset="0"/>
              <a:buChar char="•"/>
            </a:pPr>
            <a:r>
              <a:rPr lang="en-US" sz="1800" b="1" dirty="0">
                <a:latin typeface="Aptos" panose="020B0004020202020204" pitchFamily="34" charset="0"/>
              </a:rPr>
              <a:t>AI-Powered Semantic Retrieval:</a:t>
            </a:r>
            <a:r>
              <a:rPr lang="en-US" sz="1800" dirty="0">
                <a:latin typeface="Aptos" panose="020B0004020202020204" pitchFamily="34" charset="0"/>
              </a:rPr>
              <a:t> Intent beyond keywords (charge-off/120-day delinquency); RAG architectures for LLM access; Semantic search over transcripts; Vector embeddings for technical docs; Multi-modal search (text/diagrams/screenshots/video).</a:t>
            </a:r>
          </a:p>
        </p:txBody>
      </p:sp>
      <p:sp>
        <p:nvSpPr>
          <p:cNvPr id="5" name="Slide Number Placeholder 4">
            <a:extLst>
              <a:ext uri="{FF2B5EF4-FFF2-40B4-BE49-F238E27FC236}">
                <a16:creationId xmlns:a16="http://schemas.microsoft.com/office/drawing/2014/main" id="{9BEB88F7-EDAF-D36A-E7D4-DCA3CC34A649}"/>
              </a:ext>
            </a:extLst>
          </p:cNvPr>
          <p:cNvSpPr>
            <a:spLocks noGrp="1"/>
          </p:cNvSpPr>
          <p:nvPr>
            <p:ph type="sldNum" sz="quarter" idx="12"/>
          </p:nvPr>
        </p:nvSpPr>
        <p:spPr/>
        <p:txBody>
          <a:bodyPr/>
          <a:lstStyle/>
          <a:p>
            <a:fld id="{A22638FE-01C9-41BA-BE25-085106FB5C8A}" type="slidenum">
              <a:rPr lang="en-US" smtClean="0">
                <a:latin typeface="Aptos" panose="020B0004020202020204" pitchFamily="34" charset="0"/>
              </a:rPr>
              <a:t>23</a:t>
            </a:fld>
            <a:endParaRPr lang="en-US">
              <a:latin typeface="Aptos" panose="020B0004020202020204" pitchFamily="34" charset="0"/>
            </a:endParaRPr>
          </a:p>
        </p:txBody>
      </p:sp>
    </p:spTree>
    <p:extLst>
      <p:ext uri="{BB962C8B-B14F-4D97-AF65-F5344CB8AC3E}">
        <p14:creationId xmlns:p14="http://schemas.microsoft.com/office/powerpoint/2010/main" val="103116125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61A9B8-5776-A4C0-0E0A-F5513AD54D7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7F630B7-BE82-FFFC-347C-20972B5A66C3}"/>
              </a:ext>
            </a:extLst>
          </p:cNvPr>
          <p:cNvSpPr>
            <a:spLocks noGrp="1"/>
          </p:cNvSpPr>
          <p:nvPr>
            <p:ph type="title"/>
          </p:nvPr>
        </p:nvSpPr>
        <p:spPr/>
        <p:txBody>
          <a:bodyPr/>
          <a:lstStyle/>
          <a:p>
            <a:r>
              <a:rPr lang="en-US" dirty="0">
                <a:latin typeface="Aptos" panose="020B0004020202020204" pitchFamily="34" charset="0"/>
              </a:rPr>
              <a:t>	1.5.4.5 KM Capability Definitions</a:t>
            </a:r>
          </a:p>
        </p:txBody>
      </p:sp>
      <p:sp>
        <p:nvSpPr>
          <p:cNvPr id="3" name="Content Placeholder 2">
            <a:extLst>
              <a:ext uri="{FF2B5EF4-FFF2-40B4-BE49-F238E27FC236}">
                <a16:creationId xmlns:a16="http://schemas.microsoft.com/office/drawing/2014/main" id="{580DE7FA-5110-784E-1CC4-2B1123B30634}"/>
              </a:ext>
            </a:extLst>
          </p:cNvPr>
          <p:cNvSpPr>
            <a:spLocks noGrp="1"/>
          </p:cNvSpPr>
          <p:nvPr>
            <p:ph idx="1"/>
          </p:nvPr>
        </p:nvSpPr>
        <p:spPr>
          <a:xfrm>
            <a:off x="901752" y="970367"/>
            <a:ext cx="10723724" cy="4764741"/>
          </a:xfrm>
        </p:spPr>
        <p:txBody>
          <a:bodyPr lIns="45719" tIns="45720" rIns="45719" bIns="45720" anchor="t">
            <a:noAutofit/>
          </a:bodyPr>
          <a:lstStyle/>
          <a:p>
            <a:pPr>
              <a:lnSpc>
                <a:spcPct val="120000"/>
              </a:lnSpc>
              <a:spcBef>
                <a:spcPts val="0"/>
              </a:spcBef>
              <a:spcAft>
                <a:spcPts val="300"/>
              </a:spcAft>
            </a:pPr>
            <a:r>
              <a:rPr lang="en-US" sz="1600" b="1" dirty="0">
                <a:latin typeface="Aptos" panose="020B0004020202020204" pitchFamily="34" charset="0"/>
              </a:rPr>
              <a:t>Content Lifecycle Management</a:t>
            </a:r>
          </a:p>
          <a:p>
            <a:pPr>
              <a:lnSpc>
                <a:spcPct val="120000"/>
              </a:lnSpc>
              <a:spcBef>
                <a:spcPts val="0"/>
              </a:spcBef>
              <a:spcAft>
                <a:spcPts val="300"/>
              </a:spcAft>
            </a:pPr>
            <a:r>
              <a:rPr lang="en-US" sz="1600" b="1" dirty="0">
                <a:latin typeface="Aptos" panose="020B0004020202020204" pitchFamily="34" charset="0"/>
              </a:rPr>
              <a:t>Context:</a:t>
            </a:r>
            <a:r>
              <a:rPr lang="en-US" sz="1600" dirty="0">
                <a:latin typeface="Aptos" panose="020B0004020202020204" pitchFamily="34" charset="0"/>
              </a:rPr>
              <a:t> Salesforce Knowledge implementing approval workflows Dec 13; SharePoint lacks governance; Customer Service </a:t>
            </a:r>
            <a:r>
              <a:rPr lang="en-US" sz="1600" dirty="0" err="1">
                <a:latin typeface="Aptos" panose="020B0004020202020204" pitchFamily="34" charset="0"/>
              </a:rPr>
              <a:t>OpEx</a:t>
            </a:r>
            <a:r>
              <a:rPr lang="en-US" sz="1600" dirty="0">
                <a:latin typeface="Aptos" panose="020B0004020202020204" pitchFamily="34" charset="0"/>
              </a:rPr>
              <a:t> specialist manually maintains knowledge; Testing docs inconsistently updated; no enterprise lifecycle management.</a:t>
            </a:r>
          </a:p>
          <a:p>
            <a:pPr marL="285750" indent="-285750">
              <a:lnSpc>
                <a:spcPct val="120000"/>
              </a:lnSpc>
              <a:spcBef>
                <a:spcPts val="0"/>
              </a:spcBef>
              <a:spcAft>
                <a:spcPts val="300"/>
              </a:spcAft>
              <a:buFont typeface="Arial" panose="020B0604020202020204" pitchFamily="34" charset="0"/>
              <a:buChar char="•"/>
            </a:pPr>
            <a:r>
              <a:rPr lang="en-US" sz="1600" b="1" dirty="0">
                <a:latin typeface="Aptos" panose="020B0004020202020204" pitchFamily="34" charset="0"/>
              </a:rPr>
              <a:t>Content Creation and Approval Workflows:</a:t>
            </a:r>
            <a:r>
              <a:rPr lang="en-US" sz="1600" dirty="0">
                <a:latin typeface="Aptos" panose="020B0004020202020204" pitchFamily="34" charset="0"/>
              </a:rPr>
              <a:t> Salesforce native workflows (</a:t>
            </a:r>
            <a:r>
              <a:rPr lang="en-US" sz="1600" dirty="0" err="1">
                <a:latin typeface="Aptos" panose="020B0004020202020204" pitchFamily="34" charset="0"/>
              </a:rPr>
              <a:t>draft→SME</a:t>
            </a:r>
            <a:r>
              <a:rPr lang="en-US" sz="1600" dirty="0">
                <a:latin typeface="Aptos" panose="020B0004020202020204" pitchFamily="34" charset="0"/>
              </a:rPr>
              <a:t> </a:t>
            </a:r>
            <a:r>
              <a:rPr lang="en-US" sz="1600" dirty="0" err="1">
                <a:latin typeface="Aptos" panose="020B0004020202020204" pitchFamily="34" charset="0"/>
              </a:rPr>
              <a:t>review→approval→publication</a:t>
            </a:r>
            <a:r>
              <a:rPr lang="en-US" sz="1600" dirty="0">
                <a:latin typeface="Aptos" panose="020B0004020202020204" pitchFamily="34" charset="0"/>
              </a:rPr>
              <a:t>); Multi-tier for regulatory content (</a:t>
            </a:r>
            <a:r>
              <a:rPr lang="en-US" sz="1600" dirty="0" err="1">
                <a:latin typeface="Aptos" panose="020B0004020202020204" pitchFamily="34" charset="0"/>
              </a:rPr>
              <a:t>SME→Compliance→Legal</a:t>
            </a:r>
            <a:r>
              <a:rPr lang="en-US" sz="1600" dirty="0">
                <a:latin typeface="Aptos" panose="020B0004020202020204" pitchFamily="34" charset="0"/>
              </a:rPr>
              <a:t>); Emergency expedited approvals; Collaborative authoring; Template enforcement.</a:t>
            </a:r>
          </a:p>
          <a:p>
            <a:pPr marL="285750" indent="-285750">
              <a:lnSpc>
                <a:spcPct val="120000"/>
              </a:lnSpc>
              <a:spcBef>
                <a:spcPts val="0"/>
              </a:spcBef>
              <a:spcAft>
                <a:spcPts val="300"/>
              </a:spcAft>
              <a:buFont typeface="Arial" panose="020B0604020202020204" pitchFamily="34" charset="0"/>
              <a:buChar char="•"/>
            </a:pPr>
            <a:r>
              <a:rPr lang="en-US" sz="1600" b="1" dirty="0">
                <a:latin typeface="Aptos" panose="020B0004020202020204" pitchFamily="34" charset="0"/>
                <a:ea typeface="Calibri"/>
                <a:cs typeface="Calibri"/>
              </a:rPr>
              <a:t>Scheduled Review and Refresh Cycles:</a:t>
            </a:r>
            <a:r>
              <a:rPr lang="en-US" sz="1600" dirty="0">
                <a:latin typeface="Aptos" panose="020B0004020202020204" pitchFamily="34" charset="0"/>
                <a:ea typeface="Calibri"/>
                <a:cs typeface="Calibri"/>
              </a:rPr>
              <a:t> Tier 0 systems (Genesys/Salesforce/</a:t>
            </a:r>
            <a:r>
              <a:rPr lang="en-US" sz="1600" dirty="0" err="1">
                <a:latin typeface="Aptos" panose="020B0004020202020204" pitchFamily="34" charset="0"/>
                <a:ea typeface="Calibri"/>
                <a:cs typeface="Calibri"/>
              </a:rPr>
              <a:t>DeFy</a:t>
            </a:r>
            <a:r>
              <a:rPr lang="en-US" sz="1600" dirty="0">
                <a:latin typeface="Aptos" panose="020B0004020202020204" pitchFamily="34" charset="0"/>
                <a:ea typeface="Calibri"/>
                <a:cs typeface="Calibri"/>
              </a:rPr>
              <a:t>): Quarterly; Compliance/regulatory: Semi-annual or trigger-based; General operations: Annual; Legacy systems: During migration; Automated 30-day reminders; Manager escalation for missed deadlines.</a:t>
            </a:r>
          </a:p>
          <a:p>
            <a:pPr marL="285750" indent="-285750">
              <a:lnSpc>
                <a:spcPct val="120000"/>
              </a:lnSpc>
              <a:spcBef>
                <a:spcPts val="0"/>
              </a:spcBef>
              <a:spcAft>
                <a:spcPts val="300"/>
              </a:spcAft>
              <a:buFont typeface="Arial" panose="020B0604020202020204" pitchFamily="34" charset="0"/>
              <a:buChar char="•"/>
            </a:pPr>
            <a:r>
              <a:rPr lang="en-US" sz="1600" b="1" dirty="0">
                <a:latin typeface="Aptos" panose="020B0004020202020204" pitchFamily="34" charset="0"/>
              </a:rPr>
              <a:t>Archival and Retention Policies:</a:t>
            </a:r>
            <a:r>
              <a:rPr lang="en-US" sz="1600" dirty="0">
                <a:latin typeface="Aptos" panose="020B0004020202020204" pitchFamily="34" charset="0"/>
              </a:rPr>
              <a:t> 7-year retention for compliance docs; Archive decommissioned systems (</a:t>
            </a:r>
            <a:r>
              <a:rPr lang="en-US" sz="1600" dirty="0" err="1">
                <a:latin typeface="Aptos" panose="020B0004020202020204" pitchFamily="34" charset="0"/>
              </a:rPr>
              <a:t>MuleSoft→Azure</a:t>
            </a:r>
            <a:r>
              <a:rPr lang="en-US" sz="1600" dirty="0">
                <a:latin typeface="Aptos" panose="020B0004020202020204" pitchFamily="34" charset="0"/>
              </a:rPr>
              <a:t> Integration Hub); Version history for audits; Sunset obsolete content; Maintain legacy docs during transitions.</a:t>
            </a:r>
          </a:p>
          <a:p>
            <a:pPr marL="285750" indent="-285750">
              <a:lnSpc>
                <a:spcPct val="120000"/>
              </a:lnSpc>
              <a:spcBef>
                <a:spcPts val="0"/>
              </a:spcBef>
              <a:spcAft>
                <a:spcPts val="300"/>
              </a:spcAft>
              <a:buFont typeface="Arial" panose="020B0604020202020204" pitchFamily="34" charset="0"/>
              <a:buChar char="•"/>
            </a:pPr>
            <a:r>
              <a:rPr lang="en-US" sz="1600" b="1" dirty="0">
                <a:latin typeface="Aptos" panose="020B0004020202020204" pitchFamily="34" charset="0"/>
              </a:rPr>
              <a:t>Quality Validation and Compliance Checks:</a:t>
            </a:r>
            <a:r>
              <a:rPr lang="en-US" sz="1600" dirty="0">
                <a:latin typeface="Aptos" panose="020B0004020202020204" pitchFamily="34" charset="0"/>
              </a:rPr>
              <a:t> Peer review for technical accuracy; Compliance review (FTC/GLBA/FDIC/PCI/SOC 2); Readability scoring; Automated link validation; Screenshot currency flagging; Consistency checks across related articles.</a:t>
            </a:r>
          </a:p>
          <a:p>
            <a:pPr marL="285750" indent="-285750">
              <a:lnSpc>
                <a:spcPct val="120000"/>
              </a:lnSpc>
              <a:spcBef>
                <a:spcPts val="0"/>
              </a:spcBef>
              <a:spcAft>
                <a:spcPts val="300"/>
              </a:spcAft>
              <a:buFont typeface="Arial" panose="020B0604020202020204" pitchFamily="34" charset="0"/>
              <a:buChar char="•"/>
            </a:pPr>
            <a:r>
              <a:rPr lang="en-US" sz="1600" b="1" dirty="0">
                <a:latin typeface="Aptos" panose="020B0004020202020204" pitchFamily="34" charset="0"/>
              </a:rPr>
              <a:t>Usage Analytics for Content Optimization:</a:t>
            </a:r>
            <a:r>
              <a:rPr lang="en-US" sz="1600" dirty="0">
                <a:latin typeface="Aptos" panose="020B0004020202020204" pitchFamily="34" charset="0"/>
              </a:rPr>
              <a:t> Track search queries; Monitor helpful/not helpful ratings; Analyze time spent; Identify zero-hit searches; Case creation patterns vs. existing articles; A/B testing formats/structures.</a:t>
            </a:r>
          </a:p>
        </p:txBody>
      </p:sp>
      <p:sp>
        <p:nvSpPr>
          <p:cNvPr id="5" name="Slide Number Placeholder 4">
            <a:extLst>
              <a:ext uri="{FF2B5EF4-FFF2-40B4-BE49-F238E27FC236}">
                <a16:creationId xmlns:a16="http://schemas.microsoft.com/office/drawing/2014/main" id="{30EE303D-5A0A-B3CC-6129-C6EB50954432}"/>
              </a:ext>
            </a:extLst>
          </p:cNvPr>
          <p:cNvSpPr>
            <a:spLocks noGrp="1"/>
          </p:cNvSpPr>
          <p:nvPr>
            <p:ph type="sldNum" sz="quarter" idx="12"/>
          </p:nvPr>
        </p:nvSpPr>
        <p:spPr/>
        <p:txBody>
          <a:bodyPr/>
          <a:lstStyle/>
          <a:p>
            <a:fld id="{A22638FE-01C9-41BA-BE25-085106FB5C8A}" type="slidenum">
              <a:rPr lang="en-US" smtClean="0">
                <a:latin typeface="Aptos" panose="020B0004020202020204" pitchFamily="34" charset="0"/>
              </a:rPr>
              <a:t>24</a:t>
            </a:fld>
            <a:endParaRPr lang="en-US">
              <a:latin typeface="Aptos" panose="020B0004020202020204" pitchFamily="34" charset="0"/>
            </a:endParaRPr>
          </a:p>
        </p:txBody>
      </p:sp>
    </p:spTree>
    <p:extLst>
      <p:ext uri="{BB962C8B-B14F-4D97-AF65-F5344CB8AC3E}">
        <p14:creationId xmlns:p14="http://schemas.microsoft.com/office/powerpoint/2010/main" val="253682160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C7CFE5-921F-2CC6-B283-8F1B5AEBF14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2AF3825-9D0D-210C-73AB-D395D601512F}"/>
              </a:ext>
            </a:extLst>
          </p:cNvPr>
          <p:cNvSpPr>
            <a:spLocks noGrp="1"/>
          </p:cNvSpPr>
          <p:nvPr>
            <p:ph type="title"/>
          </p:nvPr>
        </p:nvSpPr>
        <p:spPr/>
        <p:txBody>
          <a:bodyPr/>
          <a:lstStyle/>
          <a:p>
            <a:r>
              <a:rPr lang="en-US" dirty="0">
                <a:latin typeface="Aptos" panose="020B0004020202020204" pitchFamily="34" charset="0"/>
              </a:rPr>
              <a:t>	1.5.4.6 KM Capability Definitions</a:t>
            </a:r>
          </a:p>
        </p:txBody>
      </p:sp>
      <p:sp>
        <p:nvSpPr>
          <p:cNvPr id="3" name="Content Placeholder 2">
            <a:extLst>
              <a:ext uri="{FF2B5EF4-FFF2-40B4-BE49-F238E27FC236}">
                <a16:creationId xmlns:a16="http://schemas.microsoft.com/office/drawing/2014/main" id="{AF73883A-8D1B-9080-8D99-723865C3B0AF}"/>
              </a:ext>
            </a:extLst>
          </p:cNvPr>
          <p:cNvSpPr>
            <a:spLocks noGrp="1"/>
          </p:cNvSpPr>
          <p:nvPr>
            <p:ph idx="1"/>
          </p:nvPr>
        </p:nvSpPr>
        <p:spPr>
          <a:xfrm>
            <a:off x="868196" y="1239008"/>
            <a:ext cx="10723724" cy="4764741"/>
          </a:xfrm>
        </p:spPr>
        <p:txBody>
          <a:bodyPr>
            <a:noAutofit/>
          </a:bodyPr>
          <a:lstStyle/>
          <a:p>
            <a:r>
              <a:rPr lang="en-US" sz="1600" b="1" dirty="0">
                <a:latin typeface="Aptos" panose="020B0004020202020204" pitchFamily="34" charset="0"/>
              </a:rPr>
              <a:t>Governance &amp; Quality</a:t>
            </a:r>
          </a:p>
          <a:p>
            <a:r>
              <a:rPr lang="en-US" sz="1600" b="1" dirty="0">
                <a:latin typeface="Aptos" panose="020B0004020202020204" pitchFamily="34" charset="0"/>
              </a:rPr>
              <a:t>Context:</a:t>
            </a:r>
            <a:r>
              <a:rPr lang="en-US" sz="1600" dirty="0">
                <a:latin typeface="Aptos" panose="020B0004020202020204" pitchFamily="34" charset="0"/>
              </a:rPr>
              <a:t> AI Governance Committee (CDO-led, A1 maturity, 3-month policies); no enterprise KM governance; department-specific approaches.</a:t>
            </a:r>
          </a:p>
          <a:p>
            <a:pPr marL="285750" indent="-285750">
              <a:buFont typeface="Arial" panose="020B0604020202020204" pitchFamily="34" charset="0"/>
              <a:buChar char="•"/>
            </a:pPr>
            <a:r>
              <a:rPr lang="en-US" sz="1600" b="1" dirty="0">
                <a:latin typeface="Aptos" panose="020B0004020202020204" pitchFamily="34" charset="0"/>
              </a:rPr>
              <a:t>Content Ownership: </a:t>
            </a:r>
            <a:r>
              <a:rPr lang="en-US" sz="1600" dirty="0">
                <a:latin typeface="Aptos" panose="020B0004020202020204" pitchFamily="34" charset="0"/>
              </a:rPr>
              <a:t>Named individual owners (not teams); Backup owners; Escalation paths (</a:t>
            </a:r>
            <a:r>
              <a:rPr lang="en-US" sz="1600" dirty="0" err="1">
                <a:latin typeface="Aptos" panose="020B0004020202020204" pitchFamily="34" charset="0"/>
              </a:rPr>
              <a:t>owner→lead→sponsor</a:t>
            </a:r>
            <a:r>
              <a:rPr lang="en-US" sz="1600" dirty="0">
                <a:latin typeface="Aptos" panose="020B0004020202020204" pitchFamily="34" charset="0"/>
              </a:rPr>
              <a:t>). </a:t>
            </a:r>
          </a:p>
          <a:p>
            <a:pPr marL="285750" indent="-285750">
              <a:buFont typeface="Arial" panose="020B0604020202020204" pitchFamily="34" charset="0"/>
              <a:buChar char="•"/>
            </a:pPr>
            <a:r>
              <a:rPr lang="en-US" sz="1600" b="1" dirty="0">
                <a:latin typeface="Aptos" panose="020B0004020202020204" pitchFamily="34" charset="0"/>
              </a:rPr>
              <a:t>Quality Standards:</a:t>
            </a:r>
            <a:r>
              <a:rPr lang="en-US" sz="1600" dirty="0">
                <a:latin typeface="Aptos" panose="020B0004020202020204" pitchFamily="34" charset="0"/>
              </a:rPr>
              <a:t> Accuracy (SME verified, tested); Completeness (prerequisites, procedures, outcomes, troubleshooting); Clarity (audience-appropriate, enterprise vocabulary); Currency (cycle reviewed); Regulatory alignment (FTC/GLBA/FDIC/PCI/SOC 2); Cross-reference integrity.</a:t>
            </a:r>
          </a:p>
          <a:p>
            <a:pPr marL="285750" indent="-285750">
              <a:buFont typeface="Arial" panose="020B0604020202020204" pitchFamily="34" charset="0"/>
              <a:buChar char="•"/>
            </a:pPr>
            <a:r>
              <a:rPr lang="en-US" sz="1600" b="1" dirty="0">
                <a:latin typeface="Aptos" panose="020B0004020202020204" pitchFamily="34" charset="0"/>
              </a:rPr>
              <a:t>Audit Trails:</a:t>
            </a:r>
            <a:r>
              <a:rPr lang="en-US" sz="1600" dirty="0">
                <a:latin typeface="Aptos" panose="020B0004020202020204" pitchFamily="34" charset="0"/>
              </a:rPr>
              <a:t> Complete change history; Historical documentation access; SOC 2/PCI DSS/FDIC evidence; User access logs for Restricted content.</a:t>
            </a:r>
          </a:p>
          <a:p>
            <a:r>
              <a:rPr lang="en-US" sz="1600" b="1" dirty="0">
                <a:latin typeface="Aptos" panose="020B0004020202020204" pitchFamily="34" charset="0"/>
              </a:rPr>
              <a:t>Performance Metrics:</a:t>
            </a:r>
          </a:p>
          <a:p>
            <a:pPr marL="285750" indent="-285750">
              <a:buFont typeface="Arial" panose="020B0604020202020204" pitchFamily="34" charset="0"/>
              <a:buChar char="•"/>
            </a:pPr>
            <a:r>
              <a:rPr lang="en-US" sz="1600" b="1" dirty="0">
                <a:latin typeface="Aptos" panose="020B0004020202020204" pitchFamily="34" charset="0"/>
              </a:rPr>
              <a:t>Knowledge Health:</a:t>
            </a:r>
            <a:r>
              <a:rPr lang="en-US" sz="1600" dirty="0">
                <a:latin typeface="Aptos" panose="020B0004020202020204" pitchFamily="34" charset="0"/>
              </a:rPr>
              <a:t> Coverage (30-40%→80%+); Currency (95%+); Quality (4.0+/5.0); Tribal knowledge conversion.</a:t>
            </a:r>
          </a:p>
          <a:p>
            <a:pPr marL="285750" indent="-285750">
              <a:buFont typeface="Arial" panose="020B0604020202020204" pitchFamily="34" charset="0"/>
              <a:buChar char="•"/>
            </a:pPr>
            <a:r>
              <a:rPr lang="en-US" sz="1600" b="1" dirty="0">
                <a:latin typeface="Aptos" panose="020B0004020202020204" pitchFamily="34" charset="0"/>
              </a:rPr>
              <a:t>Usage/Impact: </a:t>
            </a:r>
            <a:r>
              <a:rPr lang="en-US" sz="1600" dirty="0">
                <a:latin typeface="Aptos" panose="020B0004020202020204" pitchFamily="34" charset="0"/>
              </a:rPr>
              <a:t>Search success (70%+); Self-service resolution (20% reduction from 46-50K calls); Time to competency; First call resolution (1.2-2→1.1); Zero-hit searches declining.</a:t>
            </a:r>
          </a:p>
          <a:p>
            <a:pPr marL="285750" indent="-285750">
              <a:buFont typeface="Arial" panose="020B0604020202020204" pitchFamily="34" charset="0"/>
              <a:buChar char="•"/>
            </a:pPr>
            <a:r>
              <a:rPr lang="en-US" sz="1600" b="1" dirty="0">
                <a:latin typeface="Aptos" panose="020B0004020202020204" pitchFamily="34" charset="0"/>
              </a:rPr>
              <a:t>Operational:</a:t>
            </a:r>
            <a:r>
              <a:rPr lang="en-US" sz="1600" dirty="0">
                <a:latin typeface="Aptos" panose="020B0004020202020204" pitchFamily="34" charset="0"/>
              </a:rPr>
              <a:t> Contribution rate; SME time allocation; Testing question reduction; BI duplicate prevention; EDW lineage %.</a:t>
            </a:r>
          </a:p>
          <a:p>
            <a:pPr marL="285750" indent="-285750">
              <a:buFont typeface="Arial" panose="020B0604020202020204" pitchFamily="34" charset="0"/>
              <a:buChar char="•"/>
            </a:pPr>
            <a:r>
              <a:rPr lang="en-US" sz="1600" b="1" dirty="0">
                <a:latin typeface="Aptos" panose="020B0004020202020204" pitchFamily="34" charset="0"/>
              </a:rPr>
              <a:t>AI Enhancement:</a:t>
            </a:r>
            <a:r>
              <a:rPr lang="en-US" sz="1600" dirty="0">
                <a:latin typeface="Aptos" panose="020B0004020202020204" pitchFamily="34" charset="0"/>
              </a:rPr>
              <a:t> Resolution rate; Recommendation acceptance; Copilot adoption; Content quality ratings.</a:t>
            </a:r>
          </a:p>
        </p:txBody>
      </p:sp>
      <p:sp>
        <p:nvSpPr>
          <p:cNvPr id="5" name="Slide Number Placeholder 4">
            <a:extLst>
              <a:ext uri="{FF2B5EF4-FFF2-40B4-BE49-F238E27FC236}">
                <a16:creationId xmlns:a16="http://schemas.microsoft.com/office/drawing/2014/main" id="{83EAA52A-1AFC-02CF-1FEE-EE45BC9E40B2}"/>
              </a:ext>
            </a:extLst>
          </p:cNvPr>
          <p:cNvSpPr>
            <a:spLocks noGrp="1"/>
          </p:cNvSpPr>
          <p:nvPr>
            <p:ph type="sldNum" sz="quarter" idx="12"/>
          </p:nvPr>
        </p:nvSpPr>
        <p:spPr/>
        <p:txBody>
          <a:bodyPr/>
          <a:lstStyle/>
          <a:p>
            <a:fld id="{A22638FE-01C9-41BA-BE25-085106FB5C8A}" type="slidenum">
              <a:rPr lang="en-US" smtClean="0">
                <a:latin typeface="Aptos" panose="020B0004020202020204" pitchFamily="34" charset="0"/>
              </a:rPr>
              <a:t>25</a:t>
            </a:fld>
            <a:endParaRPr lang="en-US">
              <a:latin typeface="Aptos" panose="020B0004020202020204" pitchFamily="34" charset="0"/>
            </a:endParaRPr>
          </a:p>
        </p:txBody>
      </p:sp>
    </p:spTree>
    <p:extLst>
      <p:ext uri="{BB962C8B-B14F-4D97-AF65-F5344CB8AC3E}">
        <p14:creationId xmlns:p14="http://schemas.microsoft.com/office/powerpoint/2010/main" val="163895204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83C0B2-DE52-F4E3-7B22-869E43438EF0}"/>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D4D73F1B-70BD-C316-1076-0D61DE2D39C8}"/>
              </a:ext>
            </a:extLst>
          </p:cNvPr>
          <p:cNvSpPr>
            <a:spLocks noGrp="1"/>
          </p:cNvSpPr>
          <p:nvPr>
            <p:ph type="title"/>
          </p:nvPr>
        </p:nvSpPr>
        <p:spPr/>
        <p:txBody>
          <a:bodyPr>
            <a:noAutofit/>
          </a:bodyPr>
          <a:lstStyle/>
          <a:p>
            <a:r>
              <a:rPr lang="en-US" dirty="0">
                <a:latin typeface="Aptos" panose="020B0004020202020204" pitchFamily="34" charset="0"/>
              </a:rPr>
              <a:t>1.5.5 Principles and Standards</a:t>
            </a:r>
            <a:br>
              <a:rPr lang="en-US" dirty="0">
                <a:latin typeface="Aptos" panose="020B0004020202020204" pitchFamily="34" charset="0"/>
              </a:rPr>
            </a:br>
            <a:endParaRPr lang="en-US" dirty="0">
              <a:latin typeface="Aptos" panose="020B0004020202020204" pitchFamily="34" charset="0"/>
            </a:endParaRPr>
          </a:p>
        </p:txBody>
      </p:sp>
      <p:sp>
        <p:nvSpPr>
          <p:cNvPr id="2" name="Content Placeholder 1">
            <a:extLst>
              <a:ext uri="{FF2B5EF4-FFF2-40B4-BE49-F238E27FC236}">
                <a16:creationId xmlns:a16="http://schemas.microsoft.com/office/drawing/2014/main" id="{ABE55785-FDBA-14D1-5AA3-0DF3352268BA}"/>
              </a:ext>
            </a:extLst>
          </p:cNvPr>
          <p:cNvSpPr>
            <a:spLocks noGrp="1"/>
          </p:cNvSpPr>
          <p:nvPr>
            <p:ph idx="1"/>
          </p:nvPr>
        </p:nvSpPr>
        <p:spPr/>
        <p:txBody>
          <a:bodyPr/>
          <a:lstStyle/>
          <a:p>
            <a:pPr>
              <a:lnSpc>
                <a:spcPct val="120000"/>
              </a:lnSpc>
              <a:spcBef>
                <a:spcPts val="0"/>
              </a:spcBef>
              <a:spcAft>
                <a:spcPts val="300"/>
              </a:spcAft>
            </a:pPr>
            <a:r>
              <a:rPr lang="en-US" b="1" cap="all" dirty="0">
                <a:latin typeface="Aptos" panose="020B0004020202020204" pitchFamily="34" charset="0"/>
              </a:rPr>
              <a:t>Section Summary</a:t>
            </a:r>
          </a:p>
          <a:p>
            <a:pPr>
              <a:lnSpc>
                <a:spcPct val="120000"/>
              </a:lnSpc>
              <a:spcBef>
                <a:spcPts val="0"/>
              </a:spcBef>
              <a:spcAft>
                <a:spcPts val="300"/>
              </a:spcAft>
            </a:pPr>
            <a:r>
              <a:rPr lang="en-US" dirty="0">
                <a:latin typeface="Aptos" panose="020B0004020202020204" pitchFamily="34" charset="0"/>
              </a:rPr>
              <a:t>Establishes foundational principles and technical standards that govern knowledge management operations, including strategic guiding principles, content quality requirements, metadata frameworks, data classification standards with AI access controls, and enforcement mechanisms to ensure consistency and compliance.</a:t>
            </a:r>
          </a:p>
          <a:p>
            <a:pPr>
              <a:lnSpc>
                <a:spcPct val="120000"/>
              </a:lnSpc>
              <a:spcBef>
                <a:spcPts val="0"/>
              </a:spcBef>
              <a:spcAft>
                <a:spcPts val="300"/>
              </a:spcAft>
            </a:pPr>
            <a:endParaRPr lang="en-US" dirty="0">
              <a:latin typeface="Aptos" panose="020B0004020202020204" pitchFamily="34" charset="0"/>
            </a:endParaRPr>
          </a:p>
        </p:txBody>
      </p:sp>
      <p:sp>
        <p:nvSpPr>
          <p:cNvPr id="3" name="Content Placeholder 2">
            <a:extLst>
              <a:ext uri="{FF2B5EF4-FFF2-40B4-BE49-F238E27FC236}">
                <a16:creationId xmlns:a16="http://schemas.microsoft.com/office/drawing/2014/main" id="{93E33B14-72E1-0CF2-A3FB-726045C6A5AA}"/>
              </a:ext>
            </a:extLst>
          </p:cNvPr>
          <p:cNvSpPr>
            <a:spLocks noGrp="1"/>
          </p:cNvSpPr>
          <p:nvPr>
            <p:ph idx="10"/>
          </p:nvPr>
        </p:nvSpPr>
        <p:spPr/>
        <p:txBody>
          <a:bodyPr/>
          <a:lstStyle/>
          <a:p>
            <a:r>
              <a:rPr lang="en-US" b="1" cap="all" dirty="0">
                <a:latin typeface="Aptos" panose="020B0004020202020204" pitchFamily="34" charset="0"/>
              </a:rPr>
              <a:t>Key Topics</a:t>
            </a:r>
          </a:p>
          <a:p>
            <a:pPr marL="285750" indent="-285750">
              <a:buFont typeface="Arial" panose="020B0604020202020204" pitchFamily="34" charset="0"/>
              <a:buChar char="•"/>
            </a:pPr>
            <a:r>
              <a:rPr lang="en-US" dirty="0">
                <a:latin typeface="Aptos" panose="020B0004020202020204" pitchFamily="34" charset="0"/>
              </a:rPr>
              <a:t>Guiding Principles</a:t>
            </a:r>
          </a:p>
          <a:p>
            <a:pPr marL="285750" indent="-285750">
              <a:buFont typeface="Arial" panose="020B0604020202020204" pitchFamily="34" charset="0"/>
              <a:buChar char="•"/>
            </a:pPr>
            <a:r>
              <a:rPr lang="en-US" dirty="0">
                <a:latin typeface="Aptos" panose="020B0004020202020204" pitchFamily="34" charset="0"/>
              </a:rPr>
              <a:t>Content Quality Standards</a:t>
            </a:r>
          </a:p>
          <a:p>
            <a:pPr marL="285750" indent="-285750">
              <a:buFont typeface="Arial" panose="020B0604020202020204" pitchFamily="34" charset="0"/>
              <a:buChar char="•"/>
            </a:pPr>
            <a:r>
              <a:rPr lang="en-US" dirty="0">
                <a:latin typeface="Aptos" panose="020B0004020202020204" pitchFamily="34" charset="0"/>
              </a:rPr>
              <a:t>Metadata Requirements</a:t>
            </a:r>
          </a:p>
          <a:p>
            <a:pPr marL="285750" indent="-285750">
              <a:buFont typeface="Arial" panose="020B0604020202020204" pitchFamily="34" charset="0"/>
              <a:buChar char="•"/>
            </a:pPr>
            <a:r>
              <a:rPr lang="en-US" dirty="0">
                <a:latin typeface="Aptos" panose="020B0004020202020204" pitchFamily="34" charset="0"/>
              </a:rPr>
              <a:t>Data Classification Standards &amp; AI Access Controls</a:t>
            </a:r>
          </a:p>
          <a:p>
            <a:pPr marL="285750" indent="-285750">
              <a:buFont typeface="Arial" panose="020B0604020202020204" pitchFamily="34" charset="0"/>
              <a:buChar char="•"/>
            </a:pPr>
            <a:r>
              <a:rPr lang="en-US" dirty="0">
                <a:latin typeface="Aptos" panose="020B0004020202020204" pitchFamily="34" charset="0"/>
              </a:rPr>
              <a:t>Classification Enforcement</a:t>
            </a:r>
          </a:p>
          <a:p>
            <a:endParaRPr lang="en-US" dirty="0">
              <a:latin typeface="Aptos" panose="020B0004020202020204" pitchFamily="34" charset="0"/>
            </a:endParaRPr>
          </a:p>
        </p:txBody>
      </p:sp>
      <p:sp>
        <p:nvSpPr>
          <p:cNvPr id="5" name="Slide Number Placeholder 4">
            <a:extLst>
              <a:ext uri="{FF2B5EF4-FFF2-40B4-BE49-F238E27FC236}">
                <a16:creationId xmlns:a16="http://schemas.microsoft.com/office/drawing/2014/main" id="{C3ED3967-88A5-50E0-DC9F-6C01095070A1}"/>
              </a:ext>
            </a:extLst>
          </p:cNvPr>
          <p:cNvSpPr>
            <a:spLocks noGrp="1"/>
          </p:cNvSpPr>
          <p:nvPr>
            <p:ph type="sldNum" sz="quarter" idx="12"/>
          </p:nvPr>
        </p:nvSpPr>
        <p:spPr/>
        <p:txBody>
          <a:bodyPr/>
          <a:lstStyle/>
          <a:p>
            <a:fld id="{A22638FE-01C9-41BA-BE25-085106FB5C8A}" type="slidenum">
              <a:rPr lang="en-US" smtClean="0">
                <a:latin typeface="Aptos" panose="020B0004020202020204" pitchFamily="34" charset="0"/>
              </a:rPr>
              <a:t>26</a:t>
            </a:fld>
            <a:endParaRPr lang="en-US">
              <a:latin typeface="Aptos" panose="020B0004020202020204" pitchFamily="34" charset="0"/>
            </a:endParaRPr>
          </a:p>
        </p:txBody>
      </p:sp>
      <p:sp>
        <p:nvSpPr>
          <p:cNvPr id="4" name="Rectangle 2">
            <a:hlinkClick r:id="rId2" action="ppaction://hlinksldjump"/>
            <a:extLst>
              <a:ext uri="{FF2B5EF4-FFF2-40B4-BE49-F238E27FC236}">
                <a16:creationId xmlns:a16="http://schemas.microsoft.com/office/drawing/2014/main" id="{0CAA329F-305C-983B-A23E-3B7991D86DE8}"/>
              </a:ext>
            </a:extLst>
          </p:cNvPr>
          <p:cNvSpPr/>
          <p:nvPr/>
        </p:nvSpPr>
        <p:spPr>
          <a:xfrm>
            <a:off x="10970013" y="484568"/>
            <a:ext cx="355724" cy="369330"/>
          </a:xfrm>
          <a:prstGeom prst="rect">
            <a:avLst/>
          </a:prstGeom>
          <a:solidFill>
            <a:schemeClr val="accent1"/>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tabLst/>
            </a:pPr>
            <a:endParaRPr kumimoji="0" lang="en-US" sz="1800" b="0" i="0" u="none" strike="noStrike" cap="none" spc="0" normalizeH="0" baseline="0">
              <a:ln>
                <a:noFill/>
              </a:ln>
              <a:solidFill>
                <a:srgbClr val="072941"/>
              </a:solidFill>
              <a:effectLst/>
              <a:uFillTx/>
              <a:latin typeface="Aptos" panose="020B0004020202020204" pitchFamily="34" charset="0"/>
              <a:sym typeface="Calibri"/>
            </a:endParaRPr>
          </a:p>
        </p:txBody>
      </p:sp>
      <p:sp>
        <p:nvSpPr>
          <p:cNvPr id="7" name="Rectangle 3">
            <a:hlinkClick r:id="rId3" action="ppaction://hlinksldjump"/>
            <a:extLst>
              <a:ext uri="{FF2B5EF4-FFF2-40B4-BE49-F238E27FC236}">
                <a16:creationId xmlns:a16="http://schemas.microsoft.com/office/drawing/2014/main" id="{1C101A7B-638C-297A-010A-ABC1BC55F4E6}"/>
              </a:ext>
            </a:extLst>
          </p:cNvPr>
          <p:cNvSpPr/>
          <p:nvPr/>
        </p:nvSpPr>
        <p:spPr>
          <a:xfrm>
            <a:off x="11384916" y="489586"/>
            <a:ext cx="355724" cy="369330"/>
          </a:xfrm>
          <a:prstGeom prst="rect">
            <a:avLst/>
          </a:prstGeom>
          <a:solidFill>
            <a:schemeClr val="accent1"/>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tabLst/>
            </a:pPr>
            <a:endParaRPr kumimoji="0" lang="en-US" sz="1800" b="0" i="0" u="none" strike="noStrike" cap="none" spc="0" normalizeH="0" baseline="0">
              <a:ln>
                <a:noFill/>
              </a:ln>
              <a:solidFill>
                <a:srgbClr val="072941"/>
              </a:solidFill>
              <a:effectLst/>
              <a:uFillTx/>
              <a:latin typeface="Aptos" panose="020B0004020202020204" pitchFamily="34" charset="0"/>
              <a:sym typeface="Calibri"/>
            </a:endParaRPr>
          </a:p>
        </p:txBody>
      </p:sp>
      <p:pic>
        <p:nvPicPr>
          <p:cNvPr id="8" name="Graphic 9" descr="Home with solid fill">
            <a:hlinkClick r:id="rId2" action="ppaction://hlinksldjump"/>
            <a:extLst>
              <a:ext uri="{FF2B5EF4-FFF2-40B4-BE49-F238E27FC236}">
                <a16:creationId xmlns:a16="http://schemas.microsoft.com/office/drawing/2014/main" id="{CA6C4454-6C52-ED18-DE3D-E35A49ED089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0967226" y="469000"/>
            <a:ext cx="377598" cy="377598"/>
          </a:xfrm>
          <a:prstGeom prst="rect">
            <a:avLst/>
          </a:prstGeom>
        </p:spPr>
      </p:pic>
      <p:pic>
        <p:nvPicPr>
          <p:cNvPr id="10" name="Graphic 14" descr="Play with solid fill">
            <a:hlinkClick r:id="rId3" action="ppaction://hlinksldjump"/>
            <a:extLst>
              <a:ext uri="{FF2B5EF4-FFF2-40B4-BE49-F238E27FC236}">
                <a16:creationId xmlns:a16="http://schemas.microsoft.com/office/drawing/2014/main" id="{9BA6AD3B-A72B-90CC-AB84-351642A1D59E}"/>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1384917" y="490874"/>
            <a:ext cx="355724" cy="355724"/>
          </a:xfrm>
          <a:prstGeom prst="rect">
            <a:avLst/>
          </a:prstGeom>
        </p:spPr>
      </p:pic>
    </p:spTree>
    <p:extLst>
      <p:ext uri="{BB962C8B-B14F-4D97-AF65-F5344CB8AC3E}">
        <p14:creationId xmlns:p14="http://schemas.microsoft.com/office/powerpoint/2010/main" val="264279034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961818-909E-DE5A-2CC5-6EA560BD6093}"/>
              </a:ext>
            </a:extLst>
          </p:cNvPr>
          <p:cNvSpPr>
            <a:spLocks noGrp="1"/>
          </p:cNvSpPr>
          <p:nvPr>
            <p:ph type="title"/>
          </p:nvPr>
        </p:nvSpPr>
        <p:spPr/>
        <p:txBody>
          <a:bodyPr/>
          <a:lstStyle/>
          <a:p>
            <a:r>
              <a:rPr lang="en-US" dirty="0">
                <a:latin typeface="Aptos" panose="020B0004020202020204" pitchFamily="34" charset="0"/>
              </a:rPr>
              <a:t>1.5.5.1 Principles and Standards</a:t>
            </a:r>
          </a:p>
        </p:txBody>
      </p:sp>
      <p:sp>
        <p:nvSpPr>
          <p:cNvPr id="3" name="Content Placeholder 2">
            <a:extLst>
              <a:ext uri="{FF2B5EF4-FFF2-40B4-BE49-F238E27FC236}">
                <a16:creationId xmlns:a16="http://schemas.microsoft.com/office/drawing/2014/main" id="{C473220C-C63B-0C80-19B6-CA804FDE2099}"/>
              </a:ext>
            </a:extLst>
          </p:cNvPr>
          <p:cNvSpPr>
            <a:spLocks noGrp="1"/>
          </p:cNvSpPr>
          <p:nvPr>
            <p:ph idx="1"/>
          </p:nvPr>
        </p:nvSpPr>
        <p:spPr>
          <a:xfrm>
            <a:off x="868196" y="874087"/>
            <a:ext cx="10723724" cy="4764741"/>
          </a:xfrm>
        </p:spPr>
        <p:txBody>
          <a:bodyPr>
            <a:noAutofit/>
          </a:bodyPr>
          <a:lstStyle/>
          <a:p>
            <a:r>
              <a:rPr lang="en-US" sz="1800" b="1" dirty="0">
                <a:latin typeface="Aptos" panose="020B0004020202020204" pitchFamily="34" charset="0"/>
              </a:rPr>
              <a:t>5.1 Guiding Principles</a:t>
            </a:r>
          </a:p>
          <a:p>
            <a:r>
              <a:rPr lang="en-US" sz="1800" b="1" dirty="0">
                <a:latin typeface="Aptos" panose="020B0004020202020204" pitchFamily="34" charset="0"/>
              </a:rPr>
              <a:t>Context:</a:t>
            </a:r>
            <a:r>
              <a:rPr lang="en-US" sz="1800" dirty="0">
                <a:latin typeface="Aptos" panose="020B0004020202020204" pitchFamily="34" charset="0"/>
              </a:rPr>
              <a:t> Framework transforms fragmented knowledge into strategic advantage while maintaining compliance. Leverages five-tier classification; integrates with security infrastructure (Purview/Zscaler/CrowdStrike/Defender); addresses tribal knowledge risks.</a:t>
            </a:r>
          </a:p>
          <a:p>
            <a:pPr marL="285750" indent="-285750">
              <a:buFont typeface="Arial" panose="020B0604020202020204" pitchFamily="34" charset="0"/>
              <a:buChar char="•"/>
            </a:pPr>
            <a:r>
              <a:rPr lang="en-US" sz="1800" b="1" dirty="0">
                <a:latin typeface="Aptos" panose="020B0004020202020204" pitchFamily="34" charset="0"/>
              </a:rPr>
              <a:t>Knowledge as Strategic Asset:</a:t>
            </a:r>
            <a:r>
              <a:rPr lang="en-US" sz="1800" dirty="0">
                <a:latin typeface="Aptos" panose="020B0004020202020204" pitchFamily="34" charset="0"/>
              </a:rPr>
              <a:t> Organizational asset requiring investment and attrition protection; Systematically mitigate single points of failure (integrations, data lineage, business rules).</a:t>
            </a:r>
          </a:p>
          <a:p>
            <a:pPr marL="285750" indent="-285750">
              <a:buFont typeface="Arial" panose="020B0604020202020204" pitchFamily="34" charset="0"/>
              <a:buChar char="•"/>
            </a:pPr>
            <a:r>
              <a:rPr lang="en-US" sz="1800" b="1" dirty="0">
                <a:latin typeface="Aptos" panose="020B0004020202020204" pitchFamily="34" charset="0"/>
              </a:rPr>
              <a:t>Point-of-Creation Capture:</a:t>
            </a:r>
            <a:r>
              <a:rPr lang="en-US" sz="1800" dirty="0">
                <a:latin typeface="Aptos" panose="020B0004020202020204" pitchFamily="34" charset="0"/>
              </a:rPr>
              <a:t> Capture within operational workflows (not post-hoc); Issue resolution/system changes trigger documentation before completion; Vendor implementations include knowledge transfer deliverables.</a:t>
            </a:r>
          </a:p>
          <a:p>
            <a:pPr marL="285750" indent="-285750">
              <a:buFont typeface="Arial" panose="020B0604020202020204" pitchFamily="34" charset="0"/>
              <a:buChar char="•"/>
            </a:pPr>
            <a:r>
              <a:rPr lang="en-US" sz="1800" b="1" dirty="0">
                <a:latin typeface="Aptos" panose="020B0004020202020204" pitchFamily="34" charset="0"/>
              </a:rPr>
              <a:t>Regulatory-Aligned Access Control: </a:t>
            </a:r>
            <a:r>
              <a:rPr lang="en-US" sz="1800" dirty="0">
                <a:latin typeface="Aptos" panose="020B0004020202020204" pitchFamily="34" charset="0"/>
              </a:rPr>
              <a:t>Five-tier classification (Public/Internal/Confidential/Restricted/Highly Restricted) aligned with regulations (FTC/GLBA/FDIC/PCI DSS/SOC 2); Audit trails for access tracking.</a:t>
            </a:r>
          </a:p>
          <a:p>
            <a:pPr marL="285750" indent="-285750">
              <a:buFont typeface="Arial" panose="020B0604020202020204" pitchFamily="34" charset="0"/>
              <a:buChar char="•"/>
            </a:pPr>
            <a:r>
              <a:rPr lang="en-US" sz="1800" b="1" dirty="0">
                <a:latin typeface="Aptos" panose="020B0004020202020204" pitchFamily="34" charset="0"/>
              </a:rPr>
              <a:t>AI as Knowledge Amplifier: </a:t>
            </a:r>
            <a:r>
              <a:rPr lang="en-US" sz="1800" dirty="0">
                <a:latin typeface="Aptos" panose="020B0004020202020204" pitchFamily="34" charset="0"/>
              </a:rPr>
              <a:t>AI enhances but doesn't replace human expertise; Limited to Public/Internal until governance validated; Human oversight mandatory before publication/business use.</a:t>
            </a:r>
          </a:p>
          <a:p>
            <a:pPr marL="285750" indent="-285750">
              <a:buFont typeface="Arial" panose="020B0604020202020204" pitchFamily="34" charset="0"/>
              <a:buChar char="•"/>
            </a:pPr>
            <a:r>
              <a:rPr lang="en-US" sz="1800" b="1" dirty="0">
                <a:latin typeface="Aptos" panose="020B0004020202020204" pitchFamily="34" charset="0"/>
              </a:rPr>
              <a:t>Data-Driven Continuous Improvement:</a:t>
            </a:r>
            <a:r>
              <a:rPr lang="en-US" sz="1800" dirty="0">
                <a:latin typeface="Aptos" panose="020B0004020202020204" pitchFamily="34" charset="0"/>
              </a:rPr>
              <a:t> Measure via usage analytics, search success, time-to-resolution, feedback; Regular review cycles; Sunset outdated content.</a:t>
            </a:r>
          </a:p>
          <a:p>
            <a:pPr marL="285750" indent="-285750">
              <a:buFont typeface="Arial" panose="020B0604020202020204" pitchFamily="34" charset="0"/>
              <a:buChar char="•"/>
            </a:pPr>
            <a:r>
              <a:rPr lang="en-US" sz="1800" b="1" dirty="0">
                <a:latin typeface="Aptos" panose="020B0004020202020204" pitchFamily="34" charset="0"/>
              </a:rPr>
              <a:t>Tribal Knowledge Systematization:</a:t>
            </a:r>
            <a:r>
              <a:rPr lang="en-US" sz="1800" dirty="0">
                <a:latin typeface="Aptos" panose="020B0004020202020204" pitchFamily="34" charset="0"/>
              </a:rPr>
              <a:t> Extract and formalize expertise from key individuals; SME documentation as core responsibility; Validated transfer before personnel transitions.</a:t>
            </a:r>
          </a:p>
          <a:p>
            <a:endParaRPr lang="en-US" sz="1800" dirty="0">
              <a:latin typeface="Aptos" panose="020B0004020202020204" pitchFamily="34" charset="0"/>
            </a:endParaRPr>
          </a:p>
          <a:p>
            <a:endParaRPr lang="en-US" sz="1800" dirty="0">
              <a:latin typeface="Aptos" panose="020B0004020202020204" pitchFamily="34" charset="0"/>
            </a:endParaRPr>
          </a:p>
        </p:txBody>
      </p:sp>
      <p:sp>
        <p:nvSpPr>
          <p:cNvPr id="5" name="Slide Number Placeholder 4">
            <a:extLst>
              <a:ext uri="{FF2B5EF4-FFF2-40B4-BE49-F238E27FC236}">
                <a16:creationId xmlns:a16="http://schemas.microsoft.com/office/drawing/2014/main" id="{2EFE8627-715D-C85D-E3A0-67B64893DAC3}"/>
              </a:ext>
            </a:extLst>
          </p:cNvPr>
          <p:cNvSpPr>
            <a:spLocks noGrp="1"/>
          </p:cNvSpPr>
          <p:nvPr>
            <p:ph type="sldNum" sz="quarter" idx="12"/>
          </p:nvPr>
        </p:nvSpPr>
        <p:spPr/>
        <p:txBody>
          <a:bodyPr/>
          <a:lstStyle/>
          <a:p>
            <a:fld id="{A22638FE-01C9-41BA-BE25-085106FB5C8A}" type="slidenum">
              <a:rPr lang="en-US" smtClean="0">
                <a:latin typeface="Aptos" panose="020B0004020202020204" pitchFamily="34" charset="0"/>
              </a:rPr>
              <a:t>27</a:t>
            </a:fld>
            <a:endParaRPr lang="en-US">
              <a:latin typeface="Aptos" panose="020B0004020202020204" pitchFamily="34" charset="0"/>
            </a:endParaRPr>
          </a:p>
        </p:txBody>
      </p:sp>
    </p:spTree>
    <p:extLst>
      <p:ext uri="{BB962C8B-B14F-4D97-AF65-F5344CB8AC3E}">
        <p14:creationId xmlns:p14="http://schemas.microsoft.com/office/powerpoint/2010/main" val="218254663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F25D53-4C0D-9610-5EA4-EEF4D391117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D7D91E6-7FF5-E29F-6D1D-8F4072247300}"/>
              </a:ext>
            </a:extLst>
          </p:cNvPr>
          <p:cNvSpPr>
            <a:spLocks noGrp="1"/>
          </p:cNvSpPr>
          <p:nvPr>
            <p:ph type="title"/>
          </p:nvPr>
        </p:nvSpPr>
        <p:spPr/>
        <p:txBody>
          <a:bodyPr/>
          <a:lstStyle/>
          <a:p>
            <a:r>
              <a:rPr lang="en-US" dirty="0">
                <a:latin typeface="Aptos" panose="020B0004020202020204" pitchFamily="34" charset="0"/>
              </a:rPr>
              <a:t>1.5.5.2 Principles and Standards</a:t>
            </a:r>
          </a:p>
        </p:txBody>
      </p:sp>
      <p:sp>
        <p:nvSpPr>
          <p:cNvPr id="3" name="Content Placeholder 2">
            <a:extLst>
              <a:ext uri="{FF2B5EF4-FFF2-40B4-BE49-F238E27FC236}">
                <a16:creationId xmlns:a16="http://schemas.microsoft.com/office/drawing/2014/main" id="{1FFA217A-813C-47F5-633C-C97D2B8B47A1}"/>
              </a:ext>
            </a:extLst>
          </p:cNvPr>
          <p:cNvSpPr>
            <a:spLocks noGrp="1"/>
          </p:cNvSpPr>
          <p:nvPr>
            <p:ph idx="1"/>
          </p:nvPr>
        </p:nvSpPr>
        <p:spPr>
          <a:xfrm>
            <a:off x="868196" y="1239008"/>
            <a:ext cx="10723724" cy="4764741"/>
          </a:xfrm>
        </p:spPr>
        <p:txBody>
          <a:bodyPr>
            <a:normAutofit/>
          </a:bodyPr>
          <a:lstStyle/>
          <a:p>
            <a:r>
              <a:rPr lang="en-US" b="1" dirty="0">
                <a:latin typeface="Aptos" panose="020B0004020202020204" pitchFamily="34" charset="0"/>
              </a:rPr>
              <a:t>5.2 Content Quality Standards</a:t>
            </a:r>
          </a:p>
          <a:p>
            <a:r>
              <a:rPr lang="en-US" b="1" dirty="0">
                <a:latin typeface="Aptos" panose="020B0004020202020204" pitchFamily="34" charset="0"/>
              </a:rPr>
              <a:t>Context:</a:t>
            </a:r>
            <a:r>
              <a:rPr lang="en-US" dirty="0">
                <a:latin typeface="Aptos" panose="020B0004020202020204" pitchFamily="34" charset="0"/>
              </a:rPr>
              <a:t> Standards ensure knowledge accuracy, completeness, and usability across SFS repositories; aligned with enterprise vocabulary and compliance requirements.</a:t>
            </a:r>
          </a:p>
          <a:p>
            <a:pPr marL="285750" indent="-285750">
              <a:buFont typeface="Arial" panose="020B0604020202020204" pitchFamily="34" charset="0"/>
              <a:buChar char="•"/>
            </a:pPr>
            <a:r>
              <a:rPr lang="en-US" b="1" dirty="0">
                <a:latin typeface="Aptos" panose="020B0004020202020204" pitchFamily="34" charset="0"/>
              </a:rPr>
              <a:t>Accuracy:</a:t>
            </a:r>
            <a:r>
              <a:rPr lang="en-US" dirty="0">
                <a:latin typeface="Aptos" panose="020B0004020202020204" pitchFamily="34" charset="0"/>
              </a:rPr>
              <a:t> SME/owner verified; Technical content tested; Regulatory/compliance approved by Compliance/Legal; Sources attributed; Current within review cycle (quarterly Tier 0, semi-annual critical, annual general); Conflicting sources reconciled.</a:t>
            </a:r>
          </a:p>
          <a:p>
            <a:pPr marL="285750" indent="-285750">
              <a:buFont typeface="Arial" panose="020B0604020202020204" pitchFamily="34" charset="0"/>
              <a:buChar char="•"/>
            </a:pPr>
            <a:r>
              <a:rPr lang="en-US" b="1" dirty="0">
                <a:latin typeface="Aptos" panose="020B0004020202020204" pitchFamily="34" charset="0"/>
              </a:rPr>
              <a:t>Completeness: </a:t>
            </a:r>
            <a:r>
              <a:rPr lang="en-US" dirty="0">
                <a:latin typeface="Aptos" panose="020B0004020202020204" pitchFamily="34" charset="0"/>
              </a:rPr>
              <a:t>Full scope (prerequisites, procedures, outcomes, troubleshooting); System integrations include data flows, dependencies, failure modes, rollback, escalation; Related content linked; Applicability specified (products/processes/roles/scenarios); Limitations and edge cases documented.</a:t>
            </a:r>
          </a:p>
          <a:p>
            <a:pPr marL="285750" indent="-285750">
              <a:buFont typeface="Arial" panose="020B0604020202020204" pitchFamily="34" charset="0"/>
              <a:buChar char="•"/>
            </a:pPr>
            <a:r>
              <a:rPr lang="en-US" b="1" dirty="0">
                <a:latin typeface="Aptos" panose="020B0004020202020204" pitchFamily="34" charset="0"/>
              </a:rPr>
              <a:t>Clarity &amp; Usability:</a:t>
            </a:r>
            <a:r>
              <a:rPr lang="en-US" dirty="0">
                <a:latin typeface="Aptos" panose="020B0004020202020204" pitchFamily="34" charset="0"/>
              </a:rPr>
              <a:t> Written for target audience proficiency; Terminology aligned with EDW data dictionary; Structured per approved templates; Visual aids supplement text; Procedures testable and reproducible.</a:t>
            </a:r>
          </a:p>
          <a:p>
            <a:pPr marL="285750" indent="-285750">
              <a:buFont typeface="Arial" panose="020B0604020202020204" pitchFamily="34" charset="0"/>
              <a:buChar char="•"/>
            </a:pPr>
            <a:r>
              <a:rPr lang="en-US" b="1" dirty="0">
                <a:latin typeface="Aptos" panose="020B0004020202020204" pitchFamily="34" charset="0"/>
              </a:rPr>
              <a:t>Versioning &amp; Change History:</a:t>
            </a:r>
            <a:r>
              <a:rPr lang="en-US" dirty="0">
                <a:latin typeface="Aptos" panose="020B0004020202020204" pitchFamily="34" charset="0"/>
              </a:rPr>
              <a:t> Major revisions versioned with change documentation; Previous versions retained per retention policy; System docs indicate applicable software/platform version.</a:t>
            </a:r>
          </a:p>
        </p:txBody>
      </p:sp>
      <p:sp>
        <p:nvSpPr>
          <p:cNvPr id="5" name="Slide Number Placeholder 4">
            <a:extLst>
              <a:ext uri="{FF2B5EF4-FFF2-40B4-BE49-F238E27FC236}">
                <a16:creationId xmlns:a16="http://schemas.microsoft.com/office/drawing/2014/main" id="{B1C75A6A-D91C-DCFD-EA0D-767C876FDCED}"/>
              </a:ext>
            </a:extLst>
          </p:cNvPr>
          <p:cNvSpPr>
            <a:spLocks noGrp="1"/>
          </p:cNvSpPr>
          <p:nvPr>
            <p:ph type="sldNum" sz="quarter" idx="12"/>
          </p:nvPr>
        </p:nvSpPr>
        <p:spPr/>
        <p:txBody>
          <a:bodyPr/>
          <a:lstStyle/>
          <a:p>
            <a:fld id="{A22638FE-01C9-41BA-BE25-085106FB5C8A}" type="slidenum">
              <a:rPr lang="en-US" smtClean="0">
                <a:latin typeface="Aptos" panose="020B0004020202020204" pitchFamily="34" charset="0"/>
              </a:rPr>
              <a:t>28</a:t>
            </a:fld>
            <a:endParaRPr lang="en-US">
              <a:latin typeface="Aptos" panose="020B0004020202020204" pitchFamily="34" charset="0"/>
            </a:endParaRPr>
          </a:p>
        </p:txBody>
      </p:sp>
    </p:spTree>
    <p:extLst>
      <p:ext uri="{BB962C8B-B14F-4D97-AF65-F5344CB8AC3E}">
        <p14:creationId xmlns:p14="http://schemas.microsoft.com/office/powerpoint/2010/main" val="87082287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9649C7-EF54-C550-078C-0097541C04A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CD055FC-AD30-C2D9-2A67-A9E1535666C7}"/>
              </a:ext>
            </a:extLst>
          </p:cNvPr>
          <p:cNvSpPr>
            <a:spLocks noGrp="1"/>
          </p:cNvSpPr>
          <p:nvPr>
            <p:ph type="title"/>
          </p:nvPr>
        </p:nvSpPr>
        <p:spPr/>
        <p:txBody>
          <a:bodyPr/>
          <a:lstStyle/>
          <a:p>
            <a:r>
              <a:rPr lang="en-US" dirty="0">
                <a:latin typeface="Aptos" panose="020B0004020202020204" pitchFamily="34" charset="0"/>
              </a:rPr>
              <a:t>1.5.5.3 Principles and Standards</a:t>
            </a:r>
          </a:p>
        </p:txBody>
      </p:sp>
      <p:sp>
        <p:nvSpPr>
          <p:cNvPr id="3" name="Content Placeholder 2">
            <a:extLst>
              <a:ext uri="{FF2B5EF4-FFF2-40B4-BE49-F238E27FC236}">
                <a16:creationId xmlns:a16="http://schemas.microsoft.com/office/drawing/2014/main" id="{CD7E8033-83B4-C67B-0B76-053ECA4D30FB}"/>
              </a:ext>
            </a:extLst>
          </p:cNvPr>
          <p:cNvSpPr>
            <a:spLocks noGrp="1"/>
          </p:cNvSpPr>
          <p:nvPr>
            <p:ph idx="1"/>
          </p:nvPr>
        </p:nvSpPr>
        <p:spPr>
          <a:xfrm>
            <a:off x="868196" y="857309"/>
            <a:ext cx="10723724" cy="4764741"/>
          </a:xfrm>
        </p:spPr>
        <p:txBody>
          <a:bodyPr lIns="45719" tIns="45720" rIns="45719" bIns="45720" anchor="t">
            <a:noAutofit/>
          </a:bodyPr>
          <a:lstStyle/>
          <a:p>
            <a:r>
              <a:rPr lang="en-US" sz="1800" b="1" dirty="0">
                <a:latin typeface="Aptos" panose="020B0004020202020204" pitchFamily="34" charset="0"/>
              </a:rPr>
              <a:t>5.3 Metadata Requirements</a:t>
            </a:r>
          </a:p>
          <a:p>
            <a:r>
              <a:rPr lang="en-US" sz="1800" b="1" dirty="0">
                <a:latin typeface="Aptos" panose="020B0004020202020204" pitchFamily="34" charset="0"/>
              </a:rPr>
              <a:t>Context:</a:t>
            </a:r>
            <a:r>
              <a:rPr lang="en-US" sz="1800" dirty="0">
                <a:latin typeface="Aptos" panose="020B0004020202020204" pitchFamily="34" charset="0"/>
              </a:rPr>
              <a:t> All knowledge assets require metadata for discovery, governance, and lifecycle management; enables search, compliance tracking, and content optimization.</a:t>
            </a:r>
          </a:p>
          <a:p>
            <a:pPr marL="285750" indent="-285750">
              <a:buFont typeface="Arial" panose="020B0604020202020204" pitchFamily="34" charset="0"/>
              <a:buChar char="•"/>
            </a:pPr>
            <a:r>
              <a:rPr lang="en-US" sz="1800" b="1" dirty="0">
                <a:latin typeface="Aptos" panose="020B0004020202020204" pitchFamily="34" charset="0"/>
              </a:rPr>
              <a:t>Core Identification:</a:t>
            </a:r>
            <a:r>
              <a:rPr lang="en-US" sz="1800" dirty="0">
                <a:latin typeface="Aptos" panose="020B0004020202020204" pitchFamily="34" charset="0"/>
              </a:rPr>
              <a:t> Title (descriptive, business terminology); Content Type (procedure/reference/troubleshooting/architecture/decision support/FAQ); Owner (named individual, not role/department); Backup Owner; Created/Modified Dates (automated).</a:t>
            </a:r>
          </a:p>
          <a:p>
            <a:pPr marL="285750" indent="-285750">
              <a:buFont typeface="Arial" panose="020B0604020202020204" pitchFamily="34" charset="0"/>
              <a:buChar char="•"/>
            </a:pPr>
            <a:r>
              <a:rPr lang="en-US" sz="1800" b="1" dirty="0">
                <a:latin typeface="Aptos" panose="020B0004020202020204" pitchFamily="34" charset="0"/>
              </a:rPr>
              <a:t>Classification &amp; Security:</a:t>
            </a:r>
            <a:r>
              <a:rPr lang="en-US" sz="1800" dirty="0">
                <a:latin typeface="Aptos" panose="020B0004020202020204" pitchFamily="34" charset="0"/>
              </a:rPr>
              <a:t> Data Classification (Public/Internal/Confidential/Restricted/Highly Restricted); Regulatory Tags (FTC/GLBA/FDIC/PCI DSS/SOC 2); Access Restrictions (role-based).</a:t>
            </a:r>
          </a:p>
          <a:p>
            <a:pPr marL="285750" indent="-285750">
              <a:buFont typeface="Arial" panose="020B0604020202020204" pitchFamily="34" charset="0"/>
              <a:buChar char="•"/>
            </a:pPr>
            <a:r>
              <a:rPr lang="en-US" sz="1800" b="1" dirty="0">
                <a:latin typeface="Aptos" panose="020B0004020202020204" pitchFamily="34" charset="0"/>
                <a:ea typeface="Calibri"/>
                <a:cs typeface="Calibri"/>
              </a:rPr>
              <a:t>Contextual Metadata: </a:t>
            </a:r>
            <a:r>
              <a:rPr lang="en-US" sz="1800" dirty="0">
                <a:latin typeface="Aptos" panose="020B0004020202020204" pitchFamily="34" charset="0"/>
                <a:ea typeface="Calibri"/>
                <a:cs typeface="Calibri"/>
              </a:rPr>
              <a:t>Applicability (products/processes/roles/departments/systems); Business Domain (Risk/Collections/Customer Service/Data Management/Testing); System Dependencies (Genesys/Salesforce/</a:t>
            </a:r>
            <a:r>
              <a:rPr lang="en-US" sz="1800" dirty="0" err="1">
                <a:latin typeface="Aptos" panose="020B0004020202020204" pitchFamily="34" charset="0"/>
                <a:ea typeface="Calibri"/>
                <a:cs typeface="Calibri"/>
              </a:rPr>
              <a:t>DeFy</a:t>
            </a:r>
            <a:r>
              <a:rPr lang="en-US" sz="1800" dirty="0">
                <a:latin typeface="Aptos" panose="020B0004020202020204" pitchFamily="34" charset="0"/>
                <a:ea typeface="Calibri"/>
                <a:cs typeface="Calibri"/>
              </a:rPr>
              <a:t>/Fabric); Version/Release (if version-specific).</a:t>
            </a:r>
          </a:p>
          <a:p>
            <a:pPr marL="285750" indent="-285750">
              <a:buFont typeface="Arial" panose="020B0604020202020204" pitchFamily="34" charset="0"/>
              <a:buChar char="•"/>
            </a:pPr>
            <a:r>
              <a:rPr lang="en-US" sz="1800" b="1" dirty="0">
                <a:latin typeface="Aptos" panose="020B0004020202020204" pitchFamily="34" charset="0"/>
              </a:rPr>
              <a:t>Lifecycle Management:</a:t>
            </a:r>
            <a:r>
              <a:rPr lang="en-US" sz="1800" dirty="0">
                <a:latin typeface="Aptos" panose="020B0004020202020204" pitchFamily="34" charset="0"/>
              </a:rPr>
              <a:t> Review Frequency (quarterly/semi-annual/annual by criticality); Next Review Date; Retirement Date (for time-limited content).</a:t>
            </a:r>
          </a:p>
          <a:p>
            <a:pPr marL="285750" indent="-285750">
              <a:buFont typeface="Arial" panose="020B0604020202020204" pitchFamily="34" charset="0"/>
              <a:buChar char="•"/>
            </a:pPr>
            <a:r>
              <a:rPr lang="en-US" sz="1800" b="1" dirty="0">
                <a:latin typeface="Aptos" panose="020B0004020202020204" pitchFamily="34" charset="0"/>
              </a:rPr>
              <a:t>Source &amp; Relationships:</a:t>
            </a:r>
            <a:r>
              <a:rPr lang="en-US" sz="1800" dirty="0">
                <a:latin typeface="Aptos" panose="020B0004020202020204" pitchFamily="34" charset="0"/>
              </a:rPr>
              <a:t> Source (SME interview/vendor docs/internal analysis/regulatory guidance); Related Content (associated materials/prerequisites/dependencies); Supersedes (prior versions/deprecated content).</a:t>
            </a:r>
          </a:p>
          <a:p>
            <a:pPr marL="285750" indent="-285750">
              <a:buFont typeface="Arial" panose="020B0604020202020204" pitchFamily="34" charset="0"/>
              <a:buChar char="•"/>
            </a:pPr>
            <a:r>
              <a:rPr lang="en-US" sz="1800" b="1" dirty="0">
                <a:latin typeface="Aptos" panose="020B0004020202020204" pitchFamily="34" charset="0"/>
              </a:rPr>
              <a:t>Usage &amp; Feedback:</a:t>
            </a:r>
            <a:r>
              <a:rPr lang="en-US" sz="1800" dirty="0">
                <a:latin typeface="Aptos" panose="020B0004020202020204" pitchFamily="34" charset="0"/>
              </a:rPr>
              <a:t> View Count (prioritize updates, identify valuable content); User Ratings (quality feedback); Last Accessed (staleness indicator).</a:t>
            </a:r>
          </a:p>
        </p:txBody>
      </p:sp>
      <p:sp>
        <p:nvSpPr>
          <p:cNvPr id="5" name="Slide Number Placeholder 4">
            <a:extLst>
              <a:ext uri="{FF2B5EF4-FFF2-40B4-BE49-F238E27FC236}">
                <a16:creationId xmlns:a16="http://schemas.microsoft.com/office/drawing/2014/main" id="{A437F3F7-2F9C-107D-7768-68BF48D6E1CC}"/>
              </a:ext>
            </a:extLst>
          </p:cNvPr>
          <p:cNvSpPr>
            <a:spLocks noGrp="1"/>
          </p:cNvSpPr>
          <p:nvPr>
            <p:ph type="sldNum" sz="quarter" idx="12"/>
          </p:nvPr>
        </p:nvSpPr>
        <p:spPr/>
        <p:txBody>
          <a:bodyPr/>
          <a:lstStyle/>
          <a:p>
            <a:fld id="{A22638FE-01C9-41BA-BE25-085106FB5C8A}" type="slidenum">
              <a:rPr lang="en-US" smtClean="0">
                <a:latin typeface="Aptos" panose="020B0004020202020204" pitchFamily="34" charset="0"/>
              </a:rPr>
              <a:t>29</a:t>
            </a:fld>
            <a:endParaRPr lang="en-US">
              <a:latin typeface="Aptos" panose="020B0004020202020204" pitchFamily="34" charset="0"/>
            </a:endParaRPr>
          </a:p>
        </p:txBody>
      </p:sp>
    </p:spTree>
    <p:extLst>
      <p:ext uri="{BB962C8B-B14F-4D97-AF65-F5344CB8AC3E}">
        <p14:creationId xmlns:p14="http://schemas.microsoft.com/office/powerpoint/2010/main" val="226940399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D9F69C-8957-099E-6D36-DCCF4E99DA0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EA68C69-A71D-A664-CB5F-0CE23038274A}"/>
              </a:ext>
            </a:extLst>
          </p:cNvPr>
          <p:cNvSpPr>
            <a:spLocks noGrp="1"/>
          </p:cNvSpPr>
          <p:nvPr>
            <p:ph type="title"/>
          </p:nvPr>
        </p:nvSpPr>
        <p:spPr/>
        <p:txBody>
          <a:bodyPr/>
          <a:lstStyle/>
          <a:p>
            <a:r>
              <a:rPr lang="en-US" dirty="0">
                <a:latin typeface="Aptos" panose="020B0004020202020204" pitchFamily="34" charset="0"/>
              </a:rPr>
              <a:t>1.5.5.4 Principles and Standards</a:t>
            </a:r>
          </a:p>
        </p:txBody>
      </p:sp>
      <p:sp>
        <p:nvSpPr>
          <p:cNvPr id="3" name="Content Placeholder 2">
            <a:extLst>
              <a:ext uri="{FF2B5EF4-FFF2-40B4-BE49-F238E27FC236}">
                <a16:creationId xmlns:a16="http://schemas.microsoft.com/office/drawing/2014/main" id="{E8458915-8E59-4950-94DD-2EDE869380CF}"/>
              </a:ext>
            </a:extLst>
          </p:cNvPr>
          <p:cNvSpPr>
            <a:spLocks noGrp="1"/>
          </p:cNvSpPr>
          <p:nvPr>
            <p:ph idx="1"/>
          </p:nvPr>
        </p:nvSpPr>
        <p:spPr>
          <a:xfrm>
            <a:off x="868196" y="970367"/>
            <a:ext cx="10723724" cy="4764741"/>
          </a:xfrm>
        </p:spPr>
        <p:txBody>
          <a:bodyPr>
            <a:noAutofit/>
          </a:bodyPr>
          <a:lstStyle/>
          <a:p>
            <a:r>
              <a:rPr lang="en-US" sz="1600" b="1" dirty="0">
                <a:latin typeface="Aptos" panose="020B0004020202020204" pitchFamily="34" charset="0"/>
              </a:rPr>
              <a:t>5.4 Data Classification Standards &amp; AI Access Controls</a:t>
            </a:r>
          </a:p>
          <a:p>
            <a:r>
              <a:rPr lang="en-US" sz="1600" b="1" dirty="0">
                <a:latin typeface="Aptos" panose="020B0004020202020204" pitchFamily="34" charset="0"/>
              </a:rPr>
              <a:t>Context:</a:t>
            </a:r>
            <a:r>
              <a:rPr lang="en-US" sz="1600" dirty="0">
                <a:latin typeface="Aptos" panose="020B0004020202020204" pitchFamily="34" charset="0"/>
              </a:rPr>
              <a:t> Five-tier classification aligned with regulatory obligations; AI access restricted by classification level and governance maturity.</a:t>
            </a:r>
          </a:p>
          <a:p>
            <a:pPr marL="285750" indent="-285750">
              <a:buFont typeface="Arial" panose="020B0604020202020204" pitchFamily="34" charset="0"/>
              <a:buChar char="•"/>
            </a:pPr>
            <a:r>
              <a:rPr lang="en-US" sz="1600" dirty="0">
                <a:latin typeface="Aptos" panose="020B0004020202020204" pitchFamily="34" charset="0"/>
              </a:rPr>
              <a:t>Classification Tiers &amp; AI Access:</a:t>
            </a:r>
          </a:p>
          <a:p>
            <a:pPr marL="742036" lvl="1" indent="-285750">
              <a:buFont typeface="Arial" panose="020B0604020202020204" pitchFamily="34" charset="0"/>
              <a:buChar char="•"/>
            </a:pPr>
            <a:r>
              <a:rPr lang="en-US" sz="1600" b="1" dirty="0">
                <a:latin typeface="Aptos" panose="020B0004020202020204" pitchFamily="34" charset="0"/>
              </a:rPr>
              <a:t>Public:</a:t>
            </a:r>
            <a:r>
              <a:rPr lang="en-US" sz="1600" dirty="0">
                <a:latin typeface="Aptos" panose="020B0004020202020204" pitchFamily="34" charset="0"/>
              </a:rPr>
              <a:t> Externally shareable | AI: Full Copilot | Regulatory: None</a:t>
            </a:r>
          </a:p>
          <a:p>
            <a:pPr marL="742036" lvl="1" indent="-285750">
              <a:buFont typeface="Arial" panose="020B0604020202020204" pitchFamily="34" charset="0"/>
              <a:buChar char="•"/>
            </a:pPr>
            <a:r>
              <a:rPr lang="en-US" sz="1600" b="1" dirty="0">
                <a:latin typeface="Aptos" panose="020B0004020202020204" pitchFamily="34" charset="0"/>
              </a:rPr>
              <a:t>Internal:</a:t>
            </a:r>
            <a:r>
              <a:rPr lang="en-US" sz="1600" dirty="0">
                <a:latin typeface="Aptos" panose="020B0004020202020204" pitchFamily="34" charset="0"/>
              </a:rPr>
              <a:t> General internal use | AI: Full Copilot | Regulatory: SSO, basic controls</a:t>
            </a:r>
          </a:p>
          <a:p>
            <a:pPr marL="742036" lvl="1" indent="-285750">
              <a:buFont typeface="Arial" panose="020B0604020202020204" pitchFamily="34" charset="0"/>
              <a:buChar char="•"/>
            </a:pPr>
            <a:r>
              <a:rPr lang="en-US" sz="1600" b="1" dirty="0">
                <a:latin typeface="Aptos" panose="020B0004020202020204" pitchFamily="34" charset="0"/>
              </a:rPr>
              <a:t>Confidential:</a:t>
            </a:r>
            <a:r>
              <a:rPr lang="en-US" sz="1600" dirty="0">
                <a:latin typeface="Aptos" panose="020B0004020202020204" pitchFamily="34" charset="0"/>
              </a:rPr>
              <a:t> Business-sensitive (strategies, financial analysis, contracts, architecture) | AI: Case-by-case approval | Regulatory: Enhanced logging, NDAs</a:t>
            </a:r>
          </a:p>
          <a:p>
            <a:pPr marL="742036" lvl="1" indent="-285750">
              <a:buFont typeface="Arial" panose="020B0604020202020204" pitchFamily="34" charset="0"/>
              <a:buChar char="•"/>
            </a:pPr>
            <a:r>
              <a:rPr lang="en-US" sz="1600" b="1" dirty="0">
                <a:latin typeface="Aptos" panose="020B0004020202020204" pitchFamily="34" charset="0"/>
              </a:rPr>
              <a:t>Restricted:</a:t>
            </a:r>
            <a:r>
              <a:rPr lang="en-US" sz="1600" dirty="0">
                <a:latin typeface="Aptos" panose="020B0004020202020204" pitchFamily="34" charset="0"/>
              </a:rPr>
              <a:t> Regulated data (credit bureau 1,700+ attributes, dealer/OEM proprietary, risk models) | AI: Prohibited without Committee approval | Regulatory: FTC/GLBA/SOC 2, DLP</a:t>
            </a:r>
          </a:p>
          <a:p>
            <a:pPr marL="742036" lvl="1" indent="-285750">
              <a:buFont typeface="Arial" panose="020B0604020202020204" pitchFamily="34" charset="0"/>
              <a:buChar char="•"/>
            </a:pPr>
            <a:r>
              <a:rPr lang="en-US" sz="1600" b="1" dirty="0">
                <a:latin typeface="Aptos" panose="020B0004020202020204" pitchFamily="34" charset="0"/>
              </a:rPr>
              <a:t>Highly Restricted:</a:t>
            </a:r>
            <a:r>
              <a:rPr lang="en-US" sz="1600" dirty="0">
                <a:latin typeface="Aptos" panose="020B0004020202020204" pitchFamily="34" charset="0"/>
              </a:rPr>
              <a:t> PII/financial/payment/legal (SSN, accounts, PCI card data, legal matters) | AI: Prohibited | Regulatory: GLBA/FDIC/PCI DSS, encryption, audit trails</a:t>
            </a:r>
          </a:p>
          <a:p>
            <a:pPr marL="285750" indent="-285750">
              <a:buFont typeface="Arial" panose="020B0604020202020204" pitchFamily="34" charset="0"/>
              <a:buChar char="•"/>
            </a:pPr>
            <a:r>
              <a:rPr lang="en-US" sz="1600" b="1" dirty="0">
                <a:latin typeface="Aptos" panose="020B0004020202020204" pitchFamily="34" charset="0"/>
              </a:rPr>
              <a:t>Pseudo-Classifications:</a:t>
            </a:r>
            <a:r>
              <a:rPr lang="en-US" sz="1600" dirty="0">
                <a:latin typeface="Aptos" panose="020B0004020202020204" pitchFamily="34" charset="0"/>
              </a:rPr>
              <a:t> Financial (budget, P&amp;L, pricing); IT Secrets (credentials, API keys); PII/NPI; Legal (attorney-client, litigation); Regulatory (examiner review).</a:t>
            </a:r>
          </a:p>
          <a:p>
            <a:pPr marL="285750" indent="-285750">
              <a:buFont typeface="Arial" panose="020B0604020202020204" pitchFamily="34" charset="0"/>
              <a:buChar char="•"/>
            </a:pPr>
            <a:r>
              <a:rPr lang="en-US" sz="1600" b="1" dirty="0">
                <a:latin typeface="Aptos" panose="020B0004020202020204" pitchFamily="34" charset="0"/>
              </a:rPr>
              <a:t>Special Handling:</a:t>
            </a:r>
            <a:r>
              <a:rPr lang="en-US" sz="1600" dirty="0">
                <a:latin typeface="Aptos" panose="020B0004020202020204" pitchFamily="34" charset="0"/>
              </a:rPr>
              <a:t> Legacy Data (undocumented databases, tribal knowledge tagged for priority documentation); Vendor-Specific (source attribution); VIN Numbers (Internal per Stellantis); Compliance Documentation (retention tagged).</a:t>
            </a:r>
          </a:p>
          <a:p>
            <a:pPr marL="285750" indent="-285750">
              <a:buFont typeface="Arial" panose="020B0604020202020204" pitchFamily="34" charset="0"/>
              <a:buChar char="•"/>
            </a:pPr>
            <a:r>
              <a:rPr lang="en-US" sz="1600" b="1" dirty="0">
                <a:latin typeface="Aptos" panose="020B0004020202020204" pitchFamily="34" charset="0"/>
              </a:rPr>
              <a:t>AI Expansion Roadmap: </a:t>
            </a:r>
            <a:r>
              <a:rPr lang="en-US" sz="1600" dirty="0">
                <a:latin typeface="Aptos" panose="020B0004020202020204" pitchFamily="34" charset="0"/>
              </a:rPr>
              <a:t>Current: Public/Internal only | Future requires: Proven governance/monitoring, Committee approval, Compliance/Legal validation, enhanced audit/DLP, value justification with risk mitigation.</a:t>
            </a:r>
          </a:p>
        </p:txBody>
      </p:sp>
      <p:sp>
        <p:nvSpPr>
          <p:cNvPr id="5" name="Slide Number Placeholder 4">
            <a:extLst>
              <a:ext uri="{FF2B5EF4-FFF2-40B4-BE49-F238E27FC236}">
                <a16:creationId xmlns:a16="http://schemas.microsoft.com/office/drawing/2014/main" id="{71C4A097-2BF2-FCC2-85F1-46019F1406FE}"/>
              </a:ext>
            </a:extLst>
          </p:cNvPr>
          <p:cNvSpPr>
            <a:spLocks noGrp="1"/>
          </p:cNvSpPr>
          <p:nvPr>
            <p:ph type="sldNum" sz="quarter" idx="12"/>
          </p:nvPr>
        </p:nvSpPr>
        <p:spPr/>
        <p:txBody>
          <a:bodyPr/>
          <a:lstStyle/>
          <a:p>
            <a:fld id="{A22638FE-01C9-41BA-BE25-085106FB5C8A}" type="slidenum">
              <a:rPr lang="en-US" smtClean="0">
                <a:latin typeface="Aptos" panose="020B0004020202020204" pitchFamily="34" charset="0"/>
              </a:rPr>
              <a:t>30</a:t>
            </a:fld>
            <a:endParaRPr lang="en-US">
              <a:latin typeface="Aptos" panose="020B0004020202020204" pitchFamily="34" charset="0"/>
            </a:endParaRPr>
          </a:p>
        </p:txBody>
      </p:sp>
    </p:spTree>
    <p:extLst>
      <p:ext uri="{BB962C8B-B14F-4D97-AF65-F5344CB8AC3E}">
        <p14:creationId xmlns:p14="http://schemas.microsoft.com/office/powerpoint/2010/main" val="241604114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918730-BA6C-2202-7BE3-0C6F62BE5A9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DB1BA32-479C-BF16-0C5E-0402AA30DBA7}"/>
              </a:ext>
            </a:extLst>
          </p:cNvPr>
          <p:cNvSpPr>
            <a:spLocks noGrp="1"/>
          </p:cNvSpPr>
          <p:nvPr>
            <p:ph type="title"/>
          </p:nvPr>
        </p:nvSpPr>
        <p:spPr/>
        <p:txBody>
          <a:bodyPr/>
          <a:lstStyle/>
          <a:p>
            <a:r>
              <a:rPr lang="en-US" dirty="0">
                <a:latin typeface="Aptos" panose="020B0004020202020204" pitchFamily="34" charset="0"/>
              </a:rPr>
              <a:t>1.5.5.5 Principles and Standards</a:t>
            </a:r>
          </a:p>
        </p:txBody>
      </p:sp>
      <p:sp>
        <p:nvSpPr>
          <p:cNvPr id="3" name="Content Placeholder 2">
            <a:extLst>
              <a:ext uri="{FF2B5EF4-FFF2-40B4-BE49-F238E27FC236}">
                <a16:creationId xmlns:a16="http://schemas.microsoft.com/office/drawing/2014/main" id="{E732584A-9A35-CD5D-B414-78C691169A7A}"/>
              </a:ext>
            </a:extLst>
          </p:cNvPr>
          <p:cNvSpPr>
            <a:spLocks noGrp="1"/>
          </p:cNvSpPr>
          <p:nvPr>
            <p:ph idx="1"/>
          </p:nvPr>
        </p:nvSpPr>
        <p:spPr>
          <a:xfrm>
            <a:off x="868196" y="1239008"/>
            <a:ext cx="10723724" cy="4764741"/>
          </a:xfrm>
        </p:spPr>
        <p:txBody>
          <a:bodyPr>
            <a:normAutofit/>
          </a:bodyPr>
          <a:lstStyle/>
          <a:p>
            <a:pPr marL="0" lvl="1" indent="0">
              <a:buNone/>
            </a:pPr>
            <a:r>
              <a:rPr lang="en-US" sz="1800" b="1">
                <a:latin typeface="Aptos" panose="020B0004020202020204" pitchFamily="34" charset="0"/>
              </a:rPr>
              <a:t>5.5 Classification Enforcement</a:t>
            </a:r>
          </a:p>
          <a:p>
            <a:pPr marL="285750" lvl="0" indent="-285750">
              <a:buFont typeface="Arial" panose="020B0604020202020204" pitchFamily="34" charset="0"/>
              <a:buChar char="•"/>
            </a:pPr>
            <a:r>
              <a:rPr lang="en-US" sz="1800">
                <a:latin typeface="Aptos" panose="020B0004020202020204" pitchFamily="34" charset="0"/>
              </a:rPr>
              <a:t>Microsoft Purview provides automated classification and DLP monitoring.</a:t>
            </a:r>
          </a:p>
          <a:p>
            <a:pPr marL="285750" lvl="0" indent="-285750">
              <a:buFont typeface="Arial" panose="020B0604020202020204" pitchFamily="34" charset="0"/>
              <a:buChar char="•"/>
            </a:pPr>
            <a:r>
              <a:rPr lang="en-US" sz="1800">
                <a:latin typeface="Aptos" panose="020B0004020202020204" pitchFamily="34" charset="0"/>
              </a:rPr>
              <a:t>Approximately 70% of unstructured data is currently tagged; target: 99% identification.</a:t>
            </a:r>
          </a:p>
          <a:p>
            <a:pPr marL="285750" lvl="0" indent="-285750">
              <a:buFont typeface="Arial" panose="020B0604020202020204" pitchFamily="34" charset="0"/>
              <a:buChar char="•"/>
            </a:pPr>
            <a:r>
              <a:rPr lang="en-US" sz="1800">
                <a:latin typeface="Aptos" panose="020B0004020202020204" pitchFamily="34" charset="0"/>
              </a:rPr>
              <a:t>Zscaler and SSL decryption monitor data uploads to unauthorized AI services.</a:t>
            </a:r>
          </a:p>
          <a:p>
            <a:pPr marL="285750" lvl="0" indent="-285750">
              <a:buFont typeface="Arial" panose="020B0604020202020204" pitchFamily="34" charset="0"/>
              <a:buChar char="•"/>
            </a:pPr>
            <a:r>
              <a:rPr lang="en-US" sz="1800">
                <a:latin typeface="Aptos" panose="020B0004020202020204" pitchFamily="34" charset="0"/>
              </a:rPr>
              <a:t>CrowdStrike endpoint protection detects anomalous AI tool usage patterns.</a:t>
            </a:r>
          </a:p>
          <a:p>
            <a:endParaRPr lang="en-US">
              <a:latin typeface="Aptos" panose="020B0004020202020204" pitchFamily="34" charset="0"/>
            </a:endParaRPr>
          </a:p>
        </p:txBody>
      </p:sp>
      <p:sp>
        <p:nvSpPr>
          <p:cNvPr id="5" name="Slide Number Placeholder 4">
            <a:extLst>
              <a:ext uri="{FF2B5EF4-FFF2-40B4-BE49-F238E27FC236}">
                <a16:creationId xmlns:a16="http://schemas.microsoft.com/office/drawing/2014/main" id="{58C5461D-7AD5-9233-E049-A8D420A5C8D1}"/>
              </a:ext>
            </a:extLst>
          </p:cNvPr>
          <p:cNvSpPr>
            <a:spLocks noGrp="1"/>
          </p:cNvSpPr>
          <p:nvPr>
            <p:ph type="sldNum" sz="quarter" idx="12"/>
          </p:nvPr>
        </p:nvSpPr>
        <p:spPr/>
        <p:txBody>
          <a:bodyPr/>
          <a:lstStyle/>
          <a:p>
            <a:fld id="{A22638FE-01C9-41BA-BE25-085106FB5C8A}" type="slidenum">
              <a:rPr lang="en-US" smtClean="0">
                <a:latin typeface="Aptos" panose="020B0004020202020204" pitchFamily="34" charset="0"/>
              </a:rPr>
              <a:t>31</a:t>
            </a:fld>
            <a:endParaRPr lang="en-US">
              <a:latin typeface="Aptos" panose="020B0004020202020204" pitchFamily="34" charset="0"/>
            </a:endParaRPr>
          </a:p>
        </p:txBody>
      </p:sp>
    </p:spTree>
    <p:extLst>
      <p:ext uri="{BB962C8B-B14F-4D97-AF65-F5344CB8AC3E}">
        <p14:creationId xmlns:p14="http://schemas.microsoft.com/office/powerpoint/2010/main" val="208344918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DD2941-C0C9-BAF4-52A7-7BE590166090}"/>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0BF7ECAB-821D-3678-1175-90C61BDB61B3}"/>
              </a:ext>
            </a:extLst>
          </p:cNvPr>
          <p:cNvSpPr>
            <a:spLocks noGrp="1"/>
          </p:cNvSpPr>
          <p:nvPr>
            <p:ph type="title"/>
          </p:nvPr>
        </p:nvSpPr>
        <p:spPr/>
        <p:txBody>
          <a:bodyPr>
            <a:noAutofit/>
          </a:bodyPr>
          <a:lstStyle/>
          <a:p>
            <a:r>
              <a:rPr lang="en-US" dirty="0">
                <a:latin typeface="Aptos" panose="020B0004020202020204" pitchFamily="34" charset="0"/>
              </a:rPr>
              <a:t>1.5.6 Roles &amp; Responsibilities</a:t>
            </a:r>
            <a:br>
              <a:rPr lang="en-US" dirty="0">
                <a:latin typeface="Aptos" panose="020B0004020202020204" pitchFamily="34" charset="0"/>
              </a:rPr>
            </a:br>
            <a:endParaRPr lang="en-US" dirty="0">
              <a:latin typeface="Aptos" panose="020B0004020202020204" pitchFamily="34" charset="0"/>
            </a:endParaRPr>
          </a:p>
        </p:txBody>
      </p:sp>
      <p:sp>
        <p:nvSpPr>
          <p:cNvPr id="2" name="Content Placeholder 1">
            <a:extLst>
              <a:ext uri="{FF2B5EF4-FFF2-40B4-BE49-F238E27FC236}">
                <a16:creationId xmlns:a16="http://schemas.microsoft.com/office/drawing/2014/main" id="{3B20960A-9063-1B3E-FD6F-466810545E2E}"/>
              </a:ext>
            </a:extLst>
          </p:cNvPr>
          <p:cNvSpPr>
            <a:spLocks noGrp="1"/>
          </p:cNvSpPr>
          <p:nvPr>
            <p:ph idx="1"/>
          </p:nvPr>
        </p:nvSpPr>
        <p:spPr/>
        <p:txBody>
          <a:bodyPr/>
          <a:lstStyle/>
          <a:p>
            <a:pPr>
              <a:lnSpc>
                <a:spcPct val="120000"/>
              </a:lnSpc>
              <a:spcBef>
                <a:spcPts val="0"/>
              </a:spcBef>
              <a:spcAft>
                <a:spcPts val="300"/>
              </a:spcAft>
            </a:pPr>
            <a:r>
              <a:rPr lang="en-US" b="1" cap="all" dirty="0">
                <a:latin typeface="Aptos" panose="020B0004020202020204" pitchFamily="34" charset="0"/>
              </a:rPr>
              <a:t>Section Summary</a:t>
            </a:r>
          </a:p>
          <a:p>
            <a:pPr>
              <a:lnSpc>
                <a:spcPct val="120000"/>
              </a:lnSpc>
              <a:spcBef>
                <a:spcPts val="0"/>
              </a:spcBef>
              <a:spcAft>
                <a:spcPts val="300"/>
              </a:spcAft>
            </a:pPr>
            <a:r>
              <a:rPr lang="en-US" dirty="0">
                <a:latin typeface="Aptos" panose="020B0004020202020204" pitchFamily="34" charset="0"/>
              </a:rPr>
              <a:t>Defines the organizational structure and accountability framework for knowledge management, establishing clear roles from executive sponsorship through operational leadership, domain stewardship, and practitioner responsibilities, ensuring that knowledge management is embedded across all levels of the organization with defined success metrics.</a:t>
            </a:r>
          </a:p>
          <a:p>
            <a:pPr>
              <a:lnSpc>
                <a:spcPct val="120000"/>
              </a:lnSpc>
              <a:spcBef>
                <a:spcPts val="0"/>
              </a:spcBef>
              <a:spcAft>
                <a:spcPts val="300"/>
              </a:spcAft>
            </a:pPr>
            <a:endParaRPr lang="en-US" dirty="0">
              <a:latin typeface="Aptos" panose="020B0004020202020204" pitchFamily="34" charset="0"/>
            </a:endParaRPr>
          </a:p>
        </p:txBody>
      </p:sp>
      <p:sp>
        <p:nvSpPr>
          <p:cNvPr id="3" name="Content Placeholder 2">
            <a:extLst>
              <a:ext uri="{FF2B5EF4-FFF2-40B4-BE49-F238E27FC236}">
                <a16:creationId xmlns:a16="http://schemas.microsoft.com/office/drawing/2014/main" id="{56DE4619-7922-6BED-91DF-96E2B9D25C5A}"/>
              </a:ext>
            </a:extLst>
          </p:cNvPr>
          <p:cNvSpPr>
            <a:spLocks noGrp="1"/>
          </p:cNvSpPr>
          <p:nvPr>
            <p:ph idx="10"/>
          </p:nvPr>
        </p:nvSpPr>
        <p:spPr/>
        <p:txBody>
          <a:bodyPr/>
          <a:lstStyle/>
          <a:p>
            <a:r>
              <a:rPr lang="en-US" b="1" cap="all" dirty="0">
                <a:latin typeface="Aptos" panose="020B0004020202020204" pitchFamily="34" charset="0"/>
              </a:rPr>
              <a:t>Key Topics</a:t>
            </a:r>
          </a:p>
          <a:p>
            <a:pPr marL="285750" indent="-285750">
              <a:buFont typeface="Arial" panose="020B0604020202020204" pitchFamily="34" charset="0"/>
              <a:buChar char="•"/>
            </a:pPr>
            <a:r>
              <a:rPr lang="en-US" dirty="0">
                <a:latin typeface="Aptos" panose="020B0004020202020204" pitchFamily="34" charset="0"/>
              </a:rPr>
              <a:t>Knowledge Management Governance Committee</a:t>
            </a:r>
          </a:p>
          <a:p>
            <a:pPr marL="285750" indent="-285750">
              <a:buFont typeface="Arial" panose="020B0604020202020204" pitchFamily="34" charset="0"/>
              <a:buChar char="•"/>
            </a:pPr>
            <a:r>
              <a:rPr lang="en-US" dirty="0">
                <a:latin typeface="Aptos" panose="020B0004020202020204" pitchFamily="34" charset="0"/>
              </a:rPr>
              <a:t>Executive Sponsorship &amp; Strategic Direction</a:t>
            </a:r>
          </a:p>
          <a:p>
            <a:pPr marL="285750" indent="-285750">
              <a:buFont typeface="Arial" panose="020B0604020202020204" pitchFamily="34" charset="0"/>
              <a:buChar char="•"/>
            </a:pPr>
            <a:r>
              <a:rPr lang="en-US" dirty="0">
                <a:latin typeface="Aptos" panose="020B0004020202020204" pitchFamily="34" charset="0"/>
              </a:rPr>
              <a:t>Operational Leadership</a:t>
            </a:r>
          </a:p>
          <a:p>
            <a:pPr marL="285750" indent="-285750">
              <a:buFont typeface="Arial" panose="020B0604020202020204" pitchFamily="34" charset="0"/>
              <a:buChar char="•"/>
            </a:pPr>
            <a:r>
              <a:rPr lang="en-US" dirty="0">
                <a:latin typeface="Aptos" panose="020B0004020202020204" pitchFamily="34" charset="0"/>
              </a:rPr>
              <a:t>Domain Knowledge Stewards</a:t>
            </a:r>
          </a:p>
          <a:p>
            <a:pPr marL="285750" indent="-285750">
              <a:buFont typeface="Arial" panose="020B0604020202020204" pitchFamily="34" charset="0"/>
              <a:buChar char="•"/>
            </a:pPr>
            <a:r>
              <a:rPr lang="en-US" dirty="0">
                <a:latin typeface="Aptos" panose="020B0004020202020204" pitchFamily="34" charset="0"/>
              </a:rPr>
              <a:t>Knowledge Practitioners</a:t>
            </a:r>
          </a:p>
          <a:p>
            <a:pPr marL="285750" indent="-285750">
              <a:buFont typeface="Arial" panose="020B0604020202020204" pitchFamily="34" charset="0"/>
              <a:buChar char="•"/>
            </a:pPr>
            <a:r>
              <a:rPr lang="en-US" dirty="0">
                <a:latin typeface="Aptos" panose="020B0004020202020204" pitchFamily="34" charset="0"/>
              </a:rPr>
              <a:t>All Employees</a:t>
            </a:r>
          </a:p>
          <a:p>
            <a:pPr marL="285750" indent="-285750">
              <a:buFont typeface="Arial" panose="020B0604020202020204" pitchFamily="34" charset="0"/>
              <a:buChar char="•"/>
            </a:pPr>
            <a:r>
              <a:rPr lang="en-US" dirty="0">
                <a:latin typeface="Aptos" panose="020B0004020202020204" pitchFamily="34" charset="0"/>
              </a:rPr>
              <a:t>Success Metrics &amp; Accountability</a:t>
            </a:r>
          </a:p>
          <a:p>
            <a:endParaRPr lang="en-US" dirty="0">
              <a:latin typeface="Aptos" panose="020B0004020202020204" pitchFamily="34" charset="0"/>
            </a:endParaRPr>
          </a:p>
        </p:txBody>
      </p:sp>
      <p:sp>
        <p:nvSpPr>
          <p:cNvPr id="5" name="Slide Number Placeholder 4">
            <a:extLst>
              <a:ext uri="{FF2B5EF4-FFF2-40B4-BE49-F238E27FC236}">
                <a16:creationId xmlns:a16="http://schemas.microsoft.com/office/drawing/2014/main" id="{ECE9F712-45BB-2D8B-1F94-A3FA1EA75561}"/>
              </a:ext>
            </a:extLst>
          </p:cNvPr>
          <p:cNvSpPr>
            <a:spLocks noGrp="1"/>
          </p:cNvSpPr>
          <p:nvPr>
            <p:ph type="sldNum" sz="quarter" idx="12"/>
          </p:nvPr>
        </p:nvSpPr>
        <p:spPr/>
        <p:txBody>
          <a:bodyPr/>
          <a:lstStyle/>
          <a:p>
            <a:fld id="{A22638FE-01C9-41BA-BE25-085106FB5C8A}" type="slidenum">
              <a:rPr lang="en-US" smtClean="0">
                <a:latin typeface="Aptos" panose="020B0004020202020204" pitchFamily="34" charset="0"/>
              </a:rPr>
              <a:t>32</a:t>
            </a:fld>
            <a:endParaRPr lang="en-US">
              <a:latin typeface="Aptos" panose="020B0004020202020204" pitchFamily="34" charset="0"/>
            </a:endParaRPr>
          </a:p>
        </p:txBody>
      </p:sp>
      <p:sp>
        <p:nvSpPr>
          <p:cNvPr id="4" name="Rectangle 2">
            <a:hlinkClick r:id="rId2" action="ppaction://hlinksldjump"/>
            <a:extLst>
              <a:ext uri="{FF2B5EF4-FFF2-40B4-BE49-F238E27FC236}">
                <a16:creationId xmlns:a16="http://schemas.microsoft.com/office/drawing/2014/main" id="{0FFFBBC3-A985-4366-3913-9CD6425E6F10}"/>
              </a:ext>
            </a:extLst>
          </p:cNvPr>
          <p:cNvSpPr/>
          <p:nvPr/>
        </p:nvSpPr>
        <p:spPr>
          <a:xfrm>
            <a:off x="10970013" y="484568"/>
            <a:ext cx="355724" cy="369330"/>
          </a:xfrm>
          <a:prstGeom prst="rect">
            <a:avLst/>
          </a:prstGeom>
          <a:solidFill>
            <a:schemeClr val="accent1"/>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tabLst/>
            </a:pPr>
            <a:endParaRPr kumimoji="0" lang="en-US" sz="1800" b="0" i="0" u="none" strike="noStrike" cap="none" spc="0" normalizeH="0" baseline="0">
              <a:ln>
                <a:noFill/>
              </a:ln>
              <a:solidFill>
                <a:srgbClr val="072941"/>
              </a:solidFill>
              <a:effectLst/>
              <a:uFillTx/>
              <a:latin typeface="Aptos" panose="020B0004020202020204" pitchFamily="34" charset="0"/>
              <a:sym typeface="Calibri"/>
            </a:endParaRPr>
          </a:p>
        </p:txBody>
      </p:sp>
      <p:sp>
        <p:nvSpPr>
          <p:cNvPr id="7" name="Rectangle 3">
            <a:hlinkClick r:id="rId3" action="ppaction://hlinksldjump"/>
            <a:extLst>
              <a:ext uri="{FF2B5EF4-FFF2-40B4-BE49-F238E27FC236}">
                <a16:creationId xmlns:a16="http://schemas.microsoft.com/office/drawing/2014/main" id="{84BB4663-8807-E0F1-B1C8-C708D924007B}"/>
              </a:ext>
            </a:extLst>
          </p:cNvPr>
          <p:cNvSpPr/>
          <p:nvPr/>
        </p:nvSpPr>
        <p:spPr>
          <a:xfrm>
            <a:off x="11384916" y="489586"/>
            <a:ext cx="355724" cy="369330"/>
          </a:xfrm>
          <a:prstGeom prst="rect">
            <a:avLst/>
          </a:prstGeom>
          <a:solidFill>
            <a:schemeClr val="accent1"/>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tabLst/>
            </a:pPr>
            <a:endParaRPr kumimoji="0" lang="en-US" sz="1800" b="0" i="0" u="none" strike="noStrike" cap="none" spc="0" normalizeH="0" baseline="0">
              <a:ln>
                <a:noFill/>
              </a:ln>
              <a:solidFill>
                <a:srgbClr val="072941"/>
              </a:solidFill>
              <a:effectLst/>
              <a:uFillTx/>
              <a:latin typeface="Aptos" panose="020B0004020202020204" pitchFamily="34" charset="0"/>
              <a:sym typeface="Calibri"/>
            </a:endParaRPr>
          </a:p>
        </p:txBody>
      </p:sp>
      <p:pic>
        <p:nvPicPr>
          <p:cNvPr id="8" name="Graphic 9" descr="Home with solid fill">
            <a:hlinkClick r:id="rId2" action="ppaction://hlinksldjump"/>
            <a:extLst>
              <a:ext uri="{FF2B5EF4-FFF2-40B4-BE49-F238E27FC236}">
                <a16:creationId xmlns:a16="http://schemas.microsoft.com/office/drawing/2014/main" id="{7C165C9A-16A8-7C6C-A08A-F1543D3B164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0967226" y="469000"/>
            <a:ext cx="377598" cy="377598"/>
          </a:xfrm>
          <a:prstGeom prst="rect">
            <a:avLst/>
          </a:prstGeom>
        </p:spPr>
      </p:pic>
      <p:pic>
        <p:nvPicPr>
          <p:cNvPr id="10" name="Graphic 14" descr="Play with solid fill">
            <a:hlinkClick r:id="rId3" action="ppaction://hlinksldjump"/>
            <a:extLst>
              <a:ext uri="{FF2B5EF4-FFF2-40B4-BE49-F238E27FC236}">
                <a16:creationId xmlns:a16="http://schemas.microsoft.com/office/drawing/2014/main" id="{1263D14A-F911-3DDA-374D-CC3AF9954178}"/>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1384917" y="490874"/>
            <a:ext cx="355724" cy="355724"/>
          </a:xfrm>
          <a:prstGeom prst="rect">
            <a:avLst/>
          </a:prstGeom>
        </p:spPr>
      </p:pic>
    </p:spTree>
    <p:extLst>
      <p:ext uri="{BB962C8B-B14F-4D97-AF65-F5344CB8AC3E}">
        <p14:creationId xmlns:p14="http://schemas.microsoft.com/office/powerpoint/2010/main" val="80432526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EFE084-C318-61B9-2348-9EBB45D321B1}"/>
              </a:ext>
            </a:extLst>
          </p:cNvPr>
          <p:cNvSpPr>
            <a:spLocks noGrp="1"/>
          </p:cNvSpPr>
          <p:nvPr>
            <p:ph type="title"/>
          </p:nvPr>
        </p:nvSpPr>
        <p:spPr/>
        <p:txBody>
          <a:bodyPr/>
          <a:lstStyle/>
          <a:p>
            <a:r>
              <a:rPr lang="en-US" dirty="0">
                <a:latin typeface="Aptos" panose="020B0004020202020204" pitchFamily="34" charset="0"/>
              </a:rPr>
              <a:t>1.5.6 Roles &amp; Responsibilities</a:t>
            </a:r>
          </a:p>
        </p:txBody>
      </p:sp>
      <p:sp>
        <p:nvSpPr>
          <p:cNvPr id="3" name="Content Placeholder 2">
            <a:extLst>
              <a:ext uri="{FF2B5EF4-FFF2-40B4-BE49-F238E27FC236}">
                <a16:creationId xmlns:a16="http://schemas.microsoft.com/office/drawing/2014/main" id="{57A35CAA-619E-8550-28C6-D3FE42874B3D}"/>
              </a:ext>
            </a:extLst>
          </p:cNvPr>
          <p:cNvSpPr>
            <a:spLocks noGrp="1"/>
          </p:cNvSpPr>
          <p:nvPr>
            <p:ph idx="1"/>
          </p:nvPr>
        </p:nvSpPr>
        <p:spPr>
          <a:xfrm>
            <a:off x="868196" y="933390"/>
            <a:ext cx="10723724" cy="5551902"/>
          </a:xfrm>
        </p:spPr>
        <p:txBody>
          <a:bodyPr>
            <a:normAutofit fontScale="92500" lnSpcReduction="10000"/>
          </a:bodyPr>
          <a:lstStyle/>
          <a:p>
            <a:pPr>
              <a:lnSpc>
                <a:spcPct val="140000"/>
              </a:lnSpc>
              <a:spcBef>
                <a:spcPts val="0"/>
              </a:spcBef>
              <a:spcAft>
                <a:spcPts val="300"/>
              </a:spcAft>
            </a:pPr>
            <a:r>
              <a:rPr lang="en-US" sz="1600" b="1" dirty="0">
                <a:latin typeface="Aptos" panose="020B0004020202020204" pitchFamily="34" charset="0"/>
              </a:rPr>
              <a:t>Context: </a:t>
            </a:r>
            <a:r>
              <a:rPr lang="en-US" sz="1600" dirty="0">
                <a:latin typeface="Aptos" panose="020B0004020202020204" pitchFamily="34" charset="0"/>
              </a:rPr>
              <a:t>Clear ownership and accountability framework; augment existing roles with KM responsibilities rather than creating parallel structures.</a:t>
            </a:r>
          </a:p>
          <a:p>
            <a:pPr>
              <a:lnSpc>
                <a:spcPct val="140000"/>
              </a:lnSpc>
              <a:spcBef>
                <a:spcPts val="0"/>
              </a:spcBef>
              <a:spcAft>
                <a:spcPts val="300"/>
              </a:spcAft>
            </a:pPr>
            <a:r>
              <a:rPr lang="en-US" sz="1600" b="1" dirty="0">
                <a:latin typeface="Aptos" panose="020B0004020202020204" pitchFamily="34" charset="0"/>
              </a:rPr>
              <a:t>Knowledge Management Governance Committee:</a:t>
            </a:r>
            <a:r>
              <a:rPr lang="en-US" sz="1600" dirty="0">
                <a:latin typeface="Aptos" panose="020B0004020202020204" pitchFamily="34" charset="0"/>
              </a:rPr>
              <a:t> Chuck Berend (Risk-data quality/compliance), Mike Calaway (Security-access control), Tony Grogan (IT Governance-technology standards), Bobby Goodwin (Data-EDM), Business unit representatives (rotating) | Responsibilities: Approve KM policies/standards, resolve cross-functional governance issues, review quarterly metrics, allocate resources.</a:t>
            </a:r>
          </a:p>
          <a:p>
            <a:pPr>
              <a:lnSpc>
                <a:spcPct val="140000"/>
              </a:lnSpc>
              <a:spcBef>
                <a:spcPts val="0"/>
              </a:spcBef>
              <a:spcAft>
                <a:spcPts val="300"/>
              </a:spcAft>
            </a:pPr>
            <a:endParaRPr lang="en-US" sz="1600" dirty="0">
              <a:latin typeface="Aptos" panose="020B0004020202020204" pitchFamily="34" charset="0"/>
            </a:endParaRPr>
          </a:p>
          <a:p>
            <a:pPr>
              <a:lnSpc>
                <a:spcPct val="140000"/>
              </a:lnSpc>
              <a:spcBef>
                <a:spcPts val="0"/>
              </a:spcBef>
              <a:spcAft>
                <a:spcPts val="300"/>
              </a:spcAft>
            </a:pPr>
            <a:r>
              <a:rPr lang="en-US" sz="1600" b="1" dirty="0">
                <a:latin typeface="Aptos" panose="020B0004020202020204" pitchFamily="34" charset="0"/>
              </a:rPr>
              <a:t>Executive Sponsorship:</a:t>
            </a:r>
          </a:p>
          <a:p>
            <a:pPr marL="285750" indent="-285750">
              <a:lnSpc>
                <a:spcPct val="140000"/>
              </a:lnSpc>
              <a:spcBef>
                <a:spcPts val="0"/>
              </a:spcBef>
              <a:spcAft>
                <a:spcPts val="300"/>
              </a:spcAft>
              <a:buFont typeface="Arial" panose="020B0604020202020204" pitchFamily="34" charset="0"/>
              <a:buChar char="•"/>
            </a:pPr>
            <a:r>
              <a:rPr lang="en-US" sz="1600" dirty="0">
                <a:latin typeface="Aptos" panose="020B0004020202020204" pitchFamily="34" charset="0"/>
              </a:rPr>
              <a:t>CIO (Phil Maternowski): Executive sponsorship, resource/budget allocation, culture champion, quarterly performance review, major technology investment approval.</a:t>
            </a:r>
          </a:p>
          <a:p>
            <a:pPr marL="285750" indent="-285750">
              <a:lnSpc>
                <a:spcPct val="140000"/>
              </a:lnSpc>
              <a:spcBef>
                <a:spcPts val="0"/>
              </a:spcBef>
              <a:spcAft>
                <a:spcPts val="300"/>
              </a:spcAft>
              <a:buFont typeface="Arial" panose="020B0604020202020204" pitchFamily="34" charset="0"/>
              <a:buChar char="•"/>
            </a:pPr>
            <a:r>
              <a:rPr lang="en-US" sz="1600" dirty="0">
                <a:latin typeface="Aptos" panose="020B0004020202020204" pitchFamily="34" charset="0"/>
              </a:rPr>
              <a:t>CRO (Chuck Berend): Regulatory compliance/risk management alignment, Risk/BI/Analytics knowledge capture sponsorship, risk model/pricing algorithm documentation validation, risk-sensitive information governance approval.</a:t>
            </a:r>
          </a:p>
          <a:p>
            <a:pPr marL="285750" indent="-285750">
              <a:lnSpc>
                <a:spcPct val="140000"/>
              </a:lnSpc>
              <a:spcBef>
                <a:spcPts val="0"/>
              </a:spcBef>
              <a:spcAft>
                <a:spcPts val="300"/>
              </a:spcAft>
              <a:buFont typeface="Arial" panose="020B0604020202020204" pitchFamily="34" charset="0"/>
              <a:buChar char="•"/>
            </a:pPr>
            <a:r>
              <a:rPr lang="en-US" sz="1600" dirty="0">
                <a:latin typeface="Aptos" panose="020B0004020202020204" pitchFamily="34" charset="0"/>
              </a:rPr>
              <a:t>AI Governance Committee (CDO-led): AI-enhanced KM policies/standards, AI/ML initiative review/approval, responsible AI knowledge asset support, data governance compliance monitoring.</a:t>
            </a:r>
          </a:p>
          <a:p>
            <a:pPr marL="285750" indent="-285750">
              <a:lnSpc>
                <a:spcPct val="140000"/>
              </a:lnSpc>
              <a:spcBef>
                <a:spcPts val="0"/>
              </a:spcBef>
              <a:spcAft>
                <a:spcPts val="300"/>
              </a:spcAft>
              <a:buFont typeface="Arial" panose="020B0604020202020204" pitchFamily="34" charset="0"/>
              <a:buChar char="•"/>
            </a:pPr>
            <a:r>
              <a:rPr lang="en-US" sz="1600" dirty="0">
                <a:latin typeface="Aptos" panose="020B0004020202020204" pitchFamily="34" charset="0"/>
              </a:rPr>
              <a:t>Enterprise Architecture (Larry Burgess/Tony Grogan/Vik Chopra): Technical architecture standards, enterprise system integration, reference architectures for capture/storage/retrieval, technology selection review/approval, infrastructure governance oversight.</a:t>
            </a:r>
          </a:p>
        </p:txBody>
      </p:sp>
      <p:sp>
        <p:nvSpPr>
          <p:cNvPr id="5" name="Slide Number Placeholder 4">
            <a:extLst>
              <a:ext uri="{FF2B5EF4-FFF2-40B4-BE49-F238E27FC236}">
                <a16:creationId xmlns:a16="http://schemas.microsoft.com/office/drawing/2014/main" id="{6492228D-FA85-1EC3-E027-97426EE347CD}"/>
              </a:ext>
            </a:extLst>
          </p:cNvPr>
          <p:cNvSpPr>
            <a:spLocks noGrp="1"/>
          </p:cNvSpPr>
          <p:nvPr>
            <p:ph type="sldNum" sz="quarter" idx="12"/>
          </p:nvPr>
        </p:nvSpPr>
        <p:spPr/>
        <p:txBody>
          <a:bodyPr/>
          <a:lstStyle/>
          <a:p>
            <a:fld id="{A22638FE-01C9-41BA-BE25-085106FB5C8A}" type="slidenum">
              <a:rPr lang="en-US" smtClean="0">
                <a:latin typeface="Aptos" panose="020B0004020202020204" pitchFamily="34" charset="0"/>
              </a:rPr>
              <a:t>33</a:t>
            </a:fld>
            <a:endParaRPr lang="en-US">
              <a:latin typeface="Aptos" panose="020B0004020202020204" pitchFamily="34" charset="0"/>
            </a:endParaRPr>
          </a:p>
        </p:txBody>
      </p:sp>
    </p:spTree>
    <p:extLst>
      <p:ext uri="{BB962C8B-B14F-4D97-AF65-F5344CB8AC3E}">
        <p14:creationId xmlns:p14="http://schemas.microsoft.com/office/powerpoint/2010/main" val="229995991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D57B51-F79D-1441-2C18-A2C5FC6493A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F384A5A-B61E-FC56-D603-E04D490A2D67}"/>
              </a:ext>
            </a:extLst>
          </p:cNvPr>
          <p:cNvSpPr>
            <a:spLocks noGrp="1"/>
          </p:cNvSpPr>
          <p:nvPr>
            <p:ph type="title"/>
          </p:nvPr>
        </p:nvSpPr>
        <p:spPr/>
        <p:txBody>
          <a:bodyPr/>
          <a:lstStyle/>
          <a:p>
            <a:r>
              <a:rPr lang="en-US" dirty="0">
                <a:latin typeface="Aptos" panose="020B0004020202020204" pitchFamily="34" charset="0"/>
              </a:rPr>
              <a:t>1.5.6 Roles &amp; Responsibilities</a:t>
            </a:r>
          </a:p>
        </p:txBody>
      </p:sp>
      <p:sp>
        <p:nvSpPr>
          <p:cNvPr id="3" name="Content Placeholder 2">
            <a:extLst>
              <a:ext uri="{FF2B5EF4-FFF2-40B4-BE49-F238E27FC236}">
                <a16:creationId xmlns:a16="http://schemas.microsoft.com/office/drawing/2014/main" id="{0F84491F-20BC-3C8B-F6B5-BC048D91AF3A}"/>
              </a:ext>
            </a:extLst>
          </p:cNvPr>
          <p:cNvSpPr>
            <a:spLocks noGrp="1"/>
          </p:cNvSpPr>
          <p:nvPr>
            <p:ph idx="1"/>
          </p:nvPr>
        </p:nvSpPr>
        <p:spPr>
          <a:xfrm>
            <a:off x="897558" y="911837"/>
            <a:ext cx="10723724" cy="4764741"/>
          </a:xfrm>
        </p:spPr>
        <p:txBody>
          <a:bodyPr>
            <a:noAutofit/>
          </a:bodyPr>
          <a:lstStyle/>
          <a:p>
            <a:pPr marL="285750" indent="-285750">
              <a:spcBef>
                <a:spcPts val="0"/>
              </a:spcBef>
              <a:spcAft>
                <a:spcPts val="300"/>
              </a:spcAft>
              <a:buFont typeface="Arial" panose="020B0604020202020204" pitchFamily="34" charset="0"/>
              <a:buChar char="•"/>
            </a:pPr>
            <a:r>
              <a:rPr lang="en-US" sz="1800" b="1" dirty="0">
                <a:latin typeface="Aptos" panose="020B0004020202020204" pitchFamily="34" charset="0"/>
              </a:rPr>
              <a:t>Operational Leadership: </a:t>
            </a:r>
            <a:r>
              <a:rPr lang="en-US" sz="1800" dirty="0">
                <a:latin typeface="Aptos" panose="020B0004020202020204" pitchFamily="34" charset="0"/>
              </a:rPr>
              <a:t>Owns domain-specific knowledge management within their respective areas, ensuring documentation standards, knowledge transfer, and continuity during organizational scaling and technology transitions.</a:t>
            </a:r>
            <a:endParaRPr lang="en-US" sz="1800" b="1" dirty="0">
              <a:latin typeface="Aptos" panose="020B0004020202020204" pitchFamily="34" charset="0"/>
            </a:endParaRPr>
          </a:p>
          <a:p>
            <a:pPr marL="285750" indent="-285750">
              <a:spcBef>
                <a:spcPts val="0"/>
              </a:spcBef>
              <a:spcAft>
                <a:spcPts val="300"/>
              </a:spcAft>
              <a:buFont typeface="Arial" panose="020B0604020202020204" pitchFamily="34" charset="0"/>
              <a:buChar char="•"/>
            </a:pPr>
            <a:r>
              <a:rPr lang="en-US" sz="1800" b="1" dirty="0">
                <a:latin typeface="Aptos" panose="020B0004020202020204" pitchFamily="34" charset="0"/>
              </a:rPr>
              <a:t>Domain Knowledge Stewards (by functional area):</a:t>
            </a:r>
            <a:r>
              <a:rPr lang="en-US" sz="1800" dirty="0">
                <a:latin typeface="Aptos" panose="020B0004020202020204" pitchFamily="34" charset="0"/>
              </a:rPr>
              <a:t> Identify critical knowledge assets, validate accuracy/relevance, participate in capture sessions/reviews, flag knowledge gaps, facilitate transfer/mentoring.</a:t>
            </a:r>
          </a:p>
          <a:p>
            <a:pPr marL="285750" indent="-285750">
              <a:spcBef>
                <a:spcPts val="0"/>
              </a:spcBef>
              <a:spcAft>
                <a:spcPts val="300"/>
              </a:spcAft>
              <a:buFont typeface="Arial" panose="020B0604020202020204" pitchFamily="34" charset="0"/>
              <a:buChar char="•"/>
            </a:pPr>
            <a:r>
              <a:rPr lang="en-US" sz="1800" b="1" dirty="0">
                <a:latin typeface="Aptos" panose="020B0004020202020204" pitchFamily="34" charset="0"/>
              </a:rPr>
              <a:t>Knowledge Practitioners:</a:t>
            </a:r>
          </a:p>
          <a:p>
            <a:pPr marL="742036" lvl="1" indent="-285750">
              <a:spcBef>
                <a:spcPts val="0"/>
              </a:spcBef>
              <a:spcAft>
                <a:spcPts val="300"/>
              </a:spcAft>
              <a:buFont typeface="Arial" panose="020B0604020202020204" pitchFamily="34" charset="0"/>
              <a:buChar char="•"/>
            </a:pPr>
            <a:r>
              <a:rPr lang="en-US" sz="1800" b="1" dirty="0">
                <a:latin typeface="Aptos" panose="020B0004020202020204" pitchFamily="34" charset="0"/>
              </a:rPr>
              <a:t>Technical Writers (to be established):</a:t>
            </a:r>
            <a:r>
              <a:rPr lang="en-US" sz="1800" dirty="0">
                <a:latin typeface="Aptos" panose="020B0004020202020204" pitchFamily="34" charset="0"/>
              </a:rPr>
              <a:t> Create/maintain formal documentation, convert tribal knowledge to structured assets, ensure quality/consistency/governance, maintain version control.</a:t>
            </a:r>
          </a:p>
          <a:p>
            <a:pPr marL="742036" lvl="1" indent="-285750">
              <a:spcBef>
                <a:spcPts val="0"/>
              </a:spcBef>
              <a:spcAft>
                <a:spcPts val="300"/>
              </a:spcAft>
              <a:buFont typeface="Arial" panose="020B0604020202020204" pitchFamily="34" charset="0"/>
              <a:buChar char="•"/>
            </a:pPr>
            <a:r>
              <a:rPr lang="en-US" sz="1800" b="1" dirty="0">
                <a:latin typeface="Aptos" panose="020B0004020202020204" pitchFamily="34" charset="0"/>
              </a:rPr>
              <a:t>System Administrators (IT Operations):</a:t>
            </a:r>
            <a:r>
              <a:rPr lang="en-US" sz="1800" dirty="0">
                <a:latin typeface="Aptos" panose="020B0004020202020204" pitchFamily="34" charset="0"/>
              </a:rPr>
              <a:t> Platform administration, security/permissions/access configuration, performance/adoption monitoring, technical support, backup/availability.</a:t>
            </a:r>
          </a:p>
          <a:p>
            <a:pPr marL="742036" lvl="1" indent="-285750">
              <a:spcBef>
                <a:spcPts val="0"/>
              </a:spcBef>
              <a:spcAft>
                <a:spcPts val="300"/>
              </a:spcAft>
              <a:buFont typeface="Arial" panose="020B0604020202020204" pitchFamily="34" charset="0"/>
              <a:buChar char="•"/>
            </a:pPr>
            <a:r>
              <a:rPr lang="en-US" sz="1800" b="1" dirty="0">
                <a:latin typeface="Aptos" panose="020B0004020202020204" pitchFamily="34" charset="0"/>
              </a:rPr>
              <a:t>Content Curators (departmental): </a:t>
            </a:r>
            <a:r>
              <a:rPr lang="en-US" sz="1800" dirty="0">
                <a:latin typeface="Aptos" panose="020B0004020202020204" pitchFamily="34" charset="0"/>
              </a:rPr>
              <a:t>Quarterly accuracy/relevance reviews, archive/sunset outdated content, identify gaps from tickets/incidents/FAQs, tag/categorize content, promote valuable assets.</a:t>
            </a:r>
          </a:p>
          <a:p>
            <a:pPr marL="285750" indent="-285750">
              <a:spcBef>
                <a:spcPts val="0"/>
              </a:spcBef>
              <a:spcAft>
                <a:spcPts val="300"/>
              </a:spcAft>
              <a:buFont typeface="Arial" panose="020B0604020202020204" pitchFamily="34" charset="0"/>
              <a:buChar char="•"/>
            </a:pPr>
            <a:r>
              <a:rPr lang="en-US" sz="1800" b="1" dirty="0">
                <a:latin typeface="Aptos" panose="020B0004020202020204" pitchFamily="34" charset="0"/>
              </a:rPr>
              <a:t>All Employees: </a:t>
            </a:r>
          </a:p>
          <a:p>
            <a:pPr marL="742036" lvl="1" indent="-285750">
              <a:spcBef>
                <a:spcPts val="0"/>
              </a:spcBef>
              <a:spcAft>
                <a:spcPts val="300"/>
              </a:spcAft>
              <a:buFont typeface="Arial" panose="020B0604020202020204" pitchFamily="34" charset="0"/>
              <a:buChar char="•"/>
            </a:pPr>
            <a:r>
              <a:rPr lang="en-US" sz="1800" b="1" dirty="0">
                <a:latin typeface="Aptos" panose="020B0004020202020204" pitchFamily="34" charset="0"/>
              </a:rPr>
              <a:t>Contributors:</a:t>
            </a:r>
            <a:r>
              <a:rPr lang="en-US" sz="1800" dirty="0">
                <a:latin typeface="Aptos" panose="020B0004020202020204" pitchFamily="34" charset="0"/>
              </a:rPr>
              <a:t> Document solutions, share lessons learned, contribute to repositories, tag tribal knowledge holders, and flag inaccurate content.</a:t>
            </a:r>
          </a:p>
          <a:p>
            <a:pPr marL="742036" lvl="1" indent="-285750">
              <a:spcBef>
                <a:spcPts val="0"/>
              </a:spcBef>
              <a:spcAft>
                <a:spcPts val="300"/>
              </a:spcAft>
              <a:buFont typeface="Arial" panose="020B0604020202020204" pitchFamily="34" charset="0"/>
              <a:buChar char="•"/>
            </a:pPr>
            <a:r>
              <a:rPr lang="en-US" sz="1800" b="1" dirty="0">
                <a:latin typeface="Aptos" panose="020B0004020202020204" pitchFamily="34" charset="0"/>
              </a:rPr>
              <a:t>Consumers:</a:t>
            </a:r>
            <a:r>
              <a:rPr lang="en-US" sz="1800" dirty="0">
                <a:latin typeface="Aptos" panose="020B0004020202020204" pitchFamily="34" charset="0"/>
              </a:rPr>
              <a:t> Search before escalating, provide feedback, suggest improvements, report gaps/broken links.</a:t>
            </a:r>
          </a:p>
        </p:txBody>
      </p:sp>
      <p:sp>
        <p:nvSpPr>
          <p:cNvPr id="5" name="Slide Number Placeholder 4">
            <a:extLst>
              <a:ext uri="{FF2B5EF4-FFF2-40B4-BE49-F238E27FC236}">
                <a16:creationId xmlns:a16="http://schemas.microsoft.com/office/drawing/2014/main" id="{095E6681-393B-540B-1088-378FC04621F7}"/>
              </a:ext>
            </a:extLst>
          </p:cNvPr>
          <p:cNvSpPr>
            <a:spLocks noGrp="1"/>
          </p:cNvSpPr>
          <p:nvPr>
            <p:ph type="sldNum" sz="quarter" idx="12"/>
          </p:nvPr>
        </p:nvSpPr>
        <p:spPr/>
        <p:txBody>
          <a:bodyPr/>
          <a:lstStyle/>
          <a:p>
            <a:fld id="{A22638FE-01C9-41BA-BE25-085106FB5C8A}" type="slidenum">
              <a:rPr lang="en-US" smtClean="0">
                <a:latin typeface="Aptos" panose="020B0004020202020204" pitchFamily="34" charset="0"/>
              </a:rPr>
              <a:t>34</a:t>
            </a:fld>
            <a:endParaRPr lang="en-US">
              <a:latin typeface="Aptos" panose="020B0004020202020204" pitchFamily="34" charset="0"/>
            </a:endParaRPr>
          </a:p>
        </p:txBody>
      </p:sp>
    </p:spTree>
    <p:extLst>
      <p:ext uri="{BB962C8B-B14F-4D97-AF65-F5344CB8AC3E}">
        <p14:creationId xmlns:p14="http://schemas.microsoft.com/office/powerpoint/2010/main" val="201792310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B5F7E1-5401-CEBE-B373-B02D43F72896}"/>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0A3A0808-B98A-FE6A-3271-34432C4D814A}"/>
              </a:ext>
            </a:extLst>
          </p:cNvPr>
          <p:cNvSpPr>
            <a:spLocks noGrp="1"/>
          </p:cNvSpPr>
          <p:nvPr>
            <p:ph type="title"/>
          </p:nvPr>
        </p:nvSpPr>
        <p:spPr/>
        <p:txBody>
          <a:bodyPr>
            <a:noAutofit/>
          </a:bodyPr>
          <a:lstStyle/>
          <a:p>
            <a:r>
              <a:rPr lang="en-US" dirty="0">
                <a:latin typeface="Aptos" panose="020B0004020202020204" pitchFamily="34" charset="0"/>
              </a:rPr>
              <a:t>1.5.7 Success Metrics</a:t>
            </a:r>
            <a:br>
              <a:rPr lang="en-US" dirty="0">
                <a:latin typeface="Aptos" panose="020B0004020202020204" pitchFamily="34" charset="0"/>
              </a:rPr>
            </a:br>
            <a:endParaRPr lang="en-US" dirty="0">
              <a:latin typeface="Aptos" panose="020B0004020202020204" pitchFamily="34" charset="0"/>
            </a:endParaRPr>
          </a:p>
        </p:txBody>
      </p:sp>
      <p:sp>
        <p:nvSpPr>
          <p:cNvPr id="2" name="Content Placeholder 1">
            <a:extLst>
              <a:ext uri="{FF2B5EF4-FFF2-40B4-BE49-F238E27FC236}">
                <a16:creationId xmlns:a16="http://schemas.microsoft.com/office/drawing/2014/main" id="{AF3C5F93-B5B4-9A9D-D34A-53D18180AF1C}"/>
              </a:ext>
            </a:extLst>
          </p:cNvPr>
          <p:cNvSpPr>
            <a:spLocks noGrp="1"/>
          </p:cNvSpPr>
          <p:nvPr>
            <p:ph idx="1"/>
          </p:nvPr>
        </p:nvSpPr>
        <p:spPr/>
        <p:txBody>
          <a:bodyPr/>
          <a:lstStyle/>
          <a:p>
            <a:pPr>
              <a:lnSpc>
                <a:spcPct val="120000"/>
              </a:lnSpc>
              <a:spcBef>
                <a:spcPts val="0"/>
              </a:spcBef>
              <a:spcAft>
                <a:spcPts val="300"/>
              </a:spcAft>
            </a:pPr>
            <a:r>
              <a:rPr lang="en-US" b="1" cap="all" dirty="0">
                <a:latin typeface="Aptos" panose="020B0004020202020204" pitchFamily="34" charset="0"/>
              </a:rPr>
              <a:t>Section Summary</a:t>
            </a:r>
          </a:p>
          <a:p>
            <a:pPr>
              <a:lnSpc>
                <a:spcPct val="120000"/>
              </a:lnSpc>
              <a:spcBef>
                <a:spcPts val="0"/>
              </a:spcBef>
              <a:spcAft>
                <a:spcPts val="300"/>
              </a:spcAft>
            </a:pPr>
            <a:r>
              <a:rPr lang="en-US" dirty="0">
                <a:latin typeface="Aptos" panose="020B0004020202020204" pitchFamily="34" charset="0"/>
              </a:rPr>
              <a:t>Comprehensive measurement framework establishing quantifiable metrics to track program effectiveness across multiple phases and priorities. Includes executive dashboards for overall program health, priority-specific metrics for foundation stabilization and enterprise integration, and reporting cadence to ensure continuous visibility into knowledge management performance and ROI.</a:t>
            </a:r>
          </a:p>
          <a:p>
            <a:pPr>
              <a:lnSpc>
                <a:spcPct val="120000"/>
              </a:lnSpc>
              <a:spcBef>
                <a:spcPts val="0"/>
              </a:spcBef>
              <a:spcAft>
                <a:spcPts val="300"/>
              </a:spcAft>
            </a:pPr>
            <a:endParaRPr lang="en-US" dirty="0">
              <a:latin typeface="Aptos" panose="020B0004020202020204" pitchFamily="34" charset="0"/>
            </a:endParaRPr>
          </a:p>
        </p:txBody>
      </p:sp>
      <p:sp>
        <p:nvSpPr>
          <p:cNvPr id="3" name="Content Placeholder 2">
            <a:extLst>
              <a:ext uri="{FF2B5EF4-FFF2-40B4-BE49-F238E27FC236}">
                <a16:creationId xmlns:a16="http://schemas.microsoft.com/office/drawing/2014/main" id="{D1A3D54E-2297-4842-D888-8A8CF1276EA5}"/>
              </a:ext>
            </a:extLst>
          </p:cNvPr>
          <p:cNvSpPr>
            <a:spLocks noGrp="1"/>
          </p:cNvSpPr>
          <p:nvPr>
            <p:ph idx="10"/>
          </p:nvPr>
        </p:nvSpPr>
        <p:spPr/>
        <p:txBody>
          <a:bodyPr/>
          <a:lstStyle/>
          <a:p>
            <a:r>
              <a:rPr lang="en-US" b="1" cap="all" dirty="0">
                <a:latin typeface="Aptos" panose="020B0004020202020204" pitchFamily="34" charset="0"/>
              </a:rPr>
              <a:t>Key Topics</a:t>
            </a:r>
          </a:p>
          <a:p>
            <a:pPr marL="285750" indent="-285750">
              <a:buFont typeface="Arial" panose="020B0604020202020204" pitchFamily="34" charset="0"/>
              <a:buChar char="•"/>
            </a:pPr>
            <a:r>
              <a:rPr lang="en-US" dirty="0">
                <a:latin typeface="Aptos" panose="020B0004020202020204" pitchFamily="34" charset="0"/>
              </a:rPr>
              <a:t>Executive Dashboard: Overall Program Health</a:t>
            </a:r>
          </a:p>
          <a:p>
            <a:pPr marL="285750" indent="-285750">
              <a:buFont typeface="Arial" panose="020B0604020202020204" pitchFamily="34" charset="0"/>
              <a:buChar char="•"/>
            </a:pPr>
            <a:r>
              <a:rPr lang="en-US" dirty="0">
                <a:latin typeface="Aptos" panose="020B0004020202020204" pitchFamily="34" charset="0"/>
              </a:rPr>
              <a:t>Priority 1 Metrics: Foundation Stabilization</a:t>
            </a:r>
          </a:p>
          <a:p>
            <a:pPr marL="285750" indent="-285750">
              <a:buFont typeface="Arial" panose="020B0604020202020204" pitchFamily="34" charset="0"/>
              <a:buChar char="•"/>
            </a:pPr>
            <a:r>
              <a:rPr lang="en-US" dirty="0">
                <a:latin typeface="Aptos" panose="020B0004020202020204" pitchFamily="34" charset="0"/>
              </a:rPr>
              <a:t>Priority 2 Metrics: Enterprise Integration</a:t>
            </a:r>
          </a:p>
          <a:p>
            <a:pPr marL="285750" indent="-285750">
              <a:buFont typeface="Arial" panose="020B0604020202020204" pitchFamily="34" charset="0"/>
              <a:buChar char="•"/>
            </a:pPr>
            <a:r>
              <a:rPr lang="en-US" dirty="0">
                <a:latin typeface="Aptos" panose="020B0004020202020204" pitchFamily="34" charset="0"/>
              </a:rPr>
              <a:t>Phase 3 Metrics: Enhanced Operations</a:t>
            </a:r>
          </a:p>
          <a:p>
            <a:pPr marL="285750" indent="-285750">
              <a:buFont typeface="Arial" panose="020B0604020202020204" pitchFamily="34" charset="0"/>
              <a:buChar char="•"/>
            </a:pPr>
            <a:r>
              <a:rPr lang="en-US" dirty="0">
                <a:latin typeface="Aptos" panose="020B0004020202020204" pitchFamily="34" charset="0"/>
              </a:rPr>
              <a:t>Other Metrics</a:t>
            </a:r>
          </a:p>
          <a:p>
            <a:pPr marL="285750" indent="-285750">
              <a:buFont typeface="Arial" panose="020B0604020202020204" pitchFamily="34" charset="0"/>
              <a:buChar char="•"/>
            </a:pPr>
            <a:r>
              <a:rPr lang="en-US" dirty="0">
                <a:latin typeface="Aptos" panose="020B0004020202020204" pitchFamily="34" charset="0"/>
              </a:rPr>
              <a:t>Executive Reporting Cadence</a:t>
            </a:r>
          </a:p>
          <a:p>
            <a:endParaRPr lang="en-US" dirty="0">
              <a:latin typeface="Aptos" panose="020B0004020202020204" pitchFamily="34" charset="0"/>
            </a:endParaRPr>
          </a:p>
        </p:txBody>
      </p:sp>
      <p:sp>
        <p:nvSpPr>
          <p:cNvPr id="5" name="Slide Number Placeholder 4">
            <a:extLst>
              <a:ext uri="{FF2B5EF4-FFF2-40B4-BE49-F238E27FC236}">
                <a16:creationId xmlns:a16="http://schemas.microsoft.com/office/drawing/2014/main" id="{04287AB2-B6EA-EBB6-1203-4A4C8F8CD01A}"/>
              </a:ext>
            </a:extLst>
          </p:cNvPr>
          <p:cNvSpPr>
            <a:spLocks noGrp="1"/>
          </p:cNvSpPr>
          <p:nvPr>
            <p:ph type="sldNum" sz="quarter" idx="12"/>
          </p:nvPr>
        </p:nvSpPr>
        <p:spPr/>
        <p:txBody>
          <a:bodyPr/>
          <a:lstStyle/>
          <a:p>
            <a:fld id="{A22638FE-01C9-41BA-BE25-085106FB5C8A}" type="slidenum">
              <a:rPr lang="en-US" smtClean="0">
                <a:latin typeface="Aptos" panose="020B0004020202020204" pitchFamily="34" charset="0"/>
              </a:rPr>
              <a:t>35</a:t>
            </a:fld>
            <a:endParaRPr lang="en-US">
              <a:latin typeface="Aptos" panose="020B0004020202020204" pitchFamily="34" charset="0"/>
            </a:endParaRPr>
          </a:p>
        </p:txBody>
      </p:sp>
      <p:sp>
        <p:nvSpPr>
          <p:cNvPr id="4" name="Rectangle 2">
            <a:hlinkClick r:id="rId2" action="ppaction://hlinksldjump"/>
            <a:extLst>
              <a:ext uri="{FF2B5EF4-FFF2-40B4-BE49-F238E27FC236}">
                <a16:creationId xmlns:a16="http://schemas.microsoft.com/office/drawing/2014/main" id="{8DFCCEA6-B378-43BD-63BB-1372B9E61D81}"/>
              </a:ext>
            </a:extLst>
          </p:cNvPr>
          <p:cNvSpPr/>
          <p:nvPr/>
        </p:nvSpPr>
        <p:spPr>
          <a:xfrm>
            <a:off x="10970013" y="484568"/>
            <a:ext cx="355724" cy="369330"/>
          </a:xfrm>
          <a:prstGeom prst="rect">
            <a:avLst/>
          </a:prstGeom>
          <a:solidFill>
            <a:schemeClr val="accent1"/>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tabLst/>
            </a:pPr>
            <a:endParaRPr kumimoji="0" lang="en-US" sz="1800" b="0" i="0" u="none" strike="noStrike" cap="none" spc="0" normalizeH="0" baseline="0">
              <a:ln>
                <a:noFill/>
              </a:ln>
              <a:solidFill>
                <a:srgbClr val="072941"/>
              </a:solidFill>
              <a:effectLst/>
              <a:uFillTx/>
              <a:latin typeface="Aptos" panose="020B0004020202020204" pitchFamily="34" charset="0"/>
              <a:sym typeface="Calibri"/>
            </a:endParaRPr>
          </a:p>
        </p:txBody>
      </p:sp>
      <p:sp>
        <p:nvSpPr>
          <p:cNvPr id="7" name="Rectangle 3">
            <a:hlinkClick r:id="rId3" action="ppaction://hlinksldjump"/>
            <a:extLst>
              <a:ext uri="{FF2B5EF4-FFF2-40B4-BE49-F238E27FC236}">
                <a16:creationId xmlns:a16="http://schemas.microsoft.com/office/drawing/2014/main" id="{50389440-607B-0199-229F-2AFEDEABD0FF}"/>
              </a:ext>
            </a:extLst>
          </p:cNvPr>
          <p:cNvSpPr/>
          <p:nvPr/>
        </p:nvSpPr>
        <p:spPr>
          <a:xfrm>
            <a:off x="11384916" y="489586"/>
            <a:ext cx="355724" cy="369330"/>
          </a:xfrm>
          <a:prstGeom prst="rect">
            <a:avLst/>
          </a:prstGeom>
          <a:solidFill>
            <a:schemeClr val="accent1"/>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tabLst/>
            </a:pPr>
            <a:endParaRPr kumimoji="0" lang="en-US" sz="1800" b="0" i="0" u="none" strike="noStrike" cap="none" spc="0" normalizeH="0" baseline="0">
              <a:ln>
                <a:noFill/>
              </a:ln>
              <a:solidFill>
                <a:srgbClr val="072941"/>
              </a:solidFill>
              <a:effectLst/>
              <a:uFillTx/>
              <a:latin typeface="Aptos" panose="020B0004020202020204" pitchFamily="34" charset="0"/>
              <a:sym typeface="Calibri"/>
            </a:endParaRPr>
          </a:p>
        </p:txBody>
      </p:sp>
      <p:pic>
        <p:nvPicPr>
          <p:cNvPr id="8" name="Graphic 9" descr="Home with solid fill">
            <a:hlinkClick r:id="rId2" action="ppaction://hlinksldjump"/>
            <a:extLst>
              <a:ext uri="{FF2B5EF4-FFF2-40B4-BE49-F238E27FC236}">
                <a16:creationId xmlns:a16="http://schemas.microsoft.com/office/drawing/2014/main" id="{D84B7244-25CA-0AAC-0AB9-00DDB5485A5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0967226" y="469000"/>
            <a:ext cx="377598" cy="377598"/>
          </a:xfrm>
          <a:prstGeom prst="rect">
            <a:avLst/>
          </a:prstGeom>
        </p:spPr>
      </p:pic>
      <p:pic>
        <p:nvPicPr>
          <p:cNvPr id="10" name="Graphic 14" descr="Play with solid fill">
            <a:hlinkClick r:id="rId3" action="ppaction://hlinksldjump"/>
            <a:extLst>
              <a:ext uri="{FF2B5EF4-FFF2-40B4-BE49-F238E27FC236}">
                <a16:creationId xmlns:a16="http://schemas.microsoft.com/office/drawing/2014/main" id="{CA07B2C0-3244-31E9-3AE1-B8404E545CB7}"/>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1384917" y="490874"/>
            <a:ext cx="355724" cy="355724"/>
          </a:xfrm>
          <a:prstGeom prst="rect">
            <a:avLst/>
          </a:prstGeom>
        </p:spPr>
      </p:pic>
    </p:spTree>
    <p:extLst>
      <p:ext uri="{BB962C8B-B14F-4D97-AF65-F5344CB8AC3E}">
        <p14:creationId xmlns:p14="http://schemas.microsoft.com/office/powerpoint/2010/main" val="356979327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C17178-8D53-362C-F616-CF4F70F799D3}"/>
              </a:ext>
            </a:extLst>
          </p:cNvPr>
          <p:cNvSpPr>
            <a:spLocks noGrp="1"/>
          </p:cNvSpPr>
          <p:nvPr>
            <p:ph type="title"/>
          </p:nvPr>
        </p:nvSpPr>
        <p:spPr/>
        <p:txBody>
          <a:bodyPr/>
          <a:lstStyle/>
          <a:p>
            <a:r>
              <a:rPr lang="en-US" dirty="0">
                <a:latin typeface="Aptos" panose="020B0004020202020204" pitchFamily="34" charset="0"/>
              </a:rPr>
              <a:t>1.5.7 Success Metrices</a:t>
            </a:r>
          </a:p>
        </p:txBody>
      </p:sp>
      <p:sp>
        <p:nvSpPr>
          <p:cNvPr id="3" name="Content Placeholder 2">
            <a:extLst>
              <a:ext uri="{FF2B5EF4-FFF2-40B4-BE49-F238E27FC236}">
                <a16:creationId xmlns:a16="http://schemas.microsoft.com/office/drawing/2014/main" id="{692D8C22-4821-174E-F7C6-AE0EA4162496}"/>
              </a:ext>
            </a:extLst>
          </p:cNvPr>
          <p:cNvSpPr>
            <a:spLocks noGrp="1"/>
          </p:cNvSpPr>
          <p:nvPr>
            <p:ph idx="1"/>
          </p:nvPr>
        </p:nvSpPr>
        <p:spPr>
          <a:xfrm>
            <a:off x="868196" y="1239008"/>
            <a:ext cx="10723724" cy="4764741"/>
          </a:xfrm>
        </p:spPr>
        <p:txBody>
          <a:bodyPr>
            <a:normAutofit/>
          </a:bodyPr>
          <a:lstStyle/>
          <a:p>
            <a:pPr marL="285750" indent="-285750">
              <a:buFont typeface="Arial" panose="020B0604020202020204" pitchFamily="34" charset="0"/>
              <a:buChar char="•"/>
            </a:pPr>
            <a:r>
              <a:rPr lang="en-US" dirty="0">
                <a:latin typeface="Aptos" panose="020B0004020202020204" pitchFamily="34" charset="0"/>
              </a:rPr>
              <a:t>Success metrics align with assessment factors, industry benchmarks, and business outcomes. Regular measurement enables course correction and demonstrates value to stakeholders.</a:t>
            </a:r>
          </a:p>
          <a:p>
            <a:pPr marL="285750" indent="-285750">
              <a:buFont typeface="Arial" panose="020B0604020202020204" pitchFamily="34" charset="0"/>
              <a:buChar char="•"/>
            </a:pPr>
            <a:r>
              <a:rPr lang="en-US" dirty="0">
                <a:latin typeface="Aptos" panose="020B0004020202020204" pitchFamily="34" charset="0"/>
              </a:rPr>
              <a:t>Continuous Improvement Processes.</a:t>
            </a:r>
          </a:p>
          <a:p>
            <a:pPr marL="285750" lvl="0" indent="-285750">
              <a:buFont typeface="Arial" panose="020B0604020202020204" pitchFamily="34" charset="0"/>
              <a:buChar char="•"/>
            </a:pPr>
            <a:r>
              <a:rPr lang="en-US" dirty="0">
                <a:latin typeface="Aptos" panose="020B0004020202020204" pitchFamily="34" charset="0"/>
              </a:rPr>
              <a:t>Quarterly KM metrics review with executive sponsors.</a:t>
            </a:r>
          </a:p>
          <a:p>
            <a:pPr marL="285750" lvl="0" indent="-285750">
              <a:buFont typeface="Arial" panose="020B0604020202020204" pitchFamily="34" charset="0"/>
              <a:buChar char="•"/>
            </a:pPr>
            <a:r>
              <a:rPr lang="en-US" dirty="0">
                <a:latin typeface="Aptos" panose="020B0004020202020204" pitchFamily="34" charset="0"/>
              </a:rPr>
              <a:t>Monthly content quality audits sampling knowledge base randomly.</a:t>
            </a:r>
          </a:p>
          <a:p>
            <a:pPr marL="285750" lvl="0" indent="-285750">
              <a:buFont typeface="Arial" panose="020B0604020202020204" pitchFamily="34" charset="0"/>
              <a:buChar char="•"/>
            </a:pPr>
            <a:r>
              <a:rPr lang="en-US" dirty="0">
                <a:latin typeface="Aptos" panose="020B0004020202020204" pitchFamily="34" charset="0"/>
              </a:rPr>
              <a:t>User feedback loops: systematic follow-up on "not helpful" ratings.</a:t>
            </a:r>
          </a:p>
          <a:p>
            <a:pPr marL="285750" lvl="0" indent="-285750">
              <a:buFont typeface="Arial" panose="020B0604020202020204" pitchFamily="34" charset="0"/>
              <a:buChar char="•"/>
            </a:pPr>
            <a:r>
              <a:rPr lang="en-US" dirty="0">
                <a:latin typeface="Aptos" panose="020B0004020202020204" pitchFamily="34" charset="0"/>
              </a:rPr>
              <a:t>A/B testing for content structure and formatting.</a:t>
            </a:r>
          </a:p>
          <a:p>
            <a:pPr marL="285750" lvl="0" indent="-285750">
              <a:buFont typeface="Arial" panose="020B0604020202020204" pitchFamily="34" charset="0"/>
              <a:buChar char="•"/>
            </a:pPr>
            <a:r>
              <a:rPr lang="en-US" dirty="0">
                <a:latin typeface="Aptos" panose="020B0004020202020204" pitchFamily="34" charset="0"/>
              </a:rPr>
              <a:t>Regular review of zero-hit searches to identify content gaps.</a:t>
            </a:r>
          </a:p>
          <a:p>
            <a:pPr marL="285750" lvl="0" indent="-285750">
              <a:buFont typeface="Arial" panose="020B0604020202020204" pitchFamily="34" charset="0"/>
              <a:buChar char="•"/>
            </a:pPr>
            <a:r>
              <a:rPr lang="en-US" dirty="0">
                <a:latin typeface="Aptos" panose="020B0004020202020204" pitchFamily="34" charset="0"/>
              </a:rPr>
              <a:t>Benchmarking against industry best practices for financial services knowledge management.</a:t>
            </a:r>
          </a:p>
          <a:p>
            <a:pPr marL="285750" lvl="0" indent="-285750">
              <a:buFont typeface="Arial" panose="020B0604020202020204" pitchFamily="34" charset="0"/>
              <a:buChar char="•"/>
            </a:pPr>
            <a:r>
              <a:rPr lang="en-US" dirty="0">
                <a:latin typeface="Aptos" panose="020B0004020202020204" pitchFamily="34" charset="0"/>
              </a:rPr>
              <a:t>Post-implementation reviews: lessons learned from major knowledge initiatives (e.g., Salesforce Knowledge deployment).</a:t>
            </a:r>
          </a:p>
        </p:txBody>
      </p:sp>
      <p:sp>
        <p:nvSpPr>
          <p:cNvPr id="5" name="Slide Number Placeholder 4">
            <a:extLst>
              <a:ext uri="{FF2B5EF4-FFF2-40B4-BE49-F238E27FC236}">
                <a16:creationId xmlns:a16="http://schemas.microsoft.com/office/drawing/2014/main" id="{2F85F91C-645E-5657-E891-D1CCFB137D9E}"/>
              </a:ext>
            </a:extLst>
          </p:cNvPr>
          <p:cNvSpPr>
            <a:spLocks noGrp="1"/>
          </p:cNvSpPr>
          <p:nvPr>
            <p:ph type="sldNum" sz="quarter" idx="12"/>
          </p:nvPr>
        </p:nvSpPr>
        <p:spPr/>
        <p:txBody>
          <a:bodyPr/>
          <a:lstStyle/>
          <a:p>
            <a:fld id="{A22638FE-01C9-41BA-BE25-085106FB5C8A}" type="slidenum">
              <a:rPr lang="en-US" smtClean="0">
                <a:latin typeface="Aptos" panose="020B0004020202020204" pitchFamily="34" charset="0"/>
              </a:rPr>
              <a:t>36</a:t>
            </a:fld>
            <a:endParaRPr lang="en-US">
              <a:latin typeface="Aptos" panose="020B0004020202020204" pitchFamily="34" charset="0"/>
            </a:endParaRPr>
          </a:p>
        </p:txBody>
      </p:sp>
    </p:spTree>
    <p:extLst>
      <p:ext uri="{BB962C8B-B14F-4D97-AF65-F5344CB8AC3E}">
        <p14:creationId xmlns:p14="http://schemas.microsoft.com/office/powerpoint/2010/main" val="116648712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30F3A8-47BA-CEC9-9EF9-B15058F6AD1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4867298-55E7-226D-97E1-981EF8F0F9AA}"/>
              </a:ext>
            </a:extLst>
          </p:cNvPr>
          <p:cNvSpPr>
            <a:spLocks noGrp="1"/>
          </p:cNvSpPr>
          <p:nvPr>
            <p:ph type="title"/>
          </p:nvPr>
        </p:nvSpPr>
        <p:spPr/>
        <p:txBody>
          <a:bodyPr/>
          <a:lstStyle/>
          <a:p>
            <a:r>
              <a:rPr lang="en-US" dirty="0">
                <a:latin typeface="Aptos" panose="020B0004020202020204" pitchFamily="34" charset="0"/>
              </a:rPr>
              <a:t>1.5.7 Success Metrices</a:t>
            </a:r>
          </a:p>
        </p:txBody>
      </p:sp>
      <p:sp>
        <p:nvSpPr>
          <p:cNvPr id="3" name="Content Placeholder 2">
            <a:extLst>
              <a:ext uri="{FF2B5EF4-FFF2-40B4-BE49-F238E27FC236}">
                <a16:creationId xmlns:a16="http://schemas.microsoft.com/office/drawing/2014/main" id="{664D9BE7-BCC3-B8CC-43C7-05C9D2AC36B9}"/>
              </a:ext>
            </a:extLst>
          </p:cNvPr>
          <p:cNvSpPr>
            <a:spLocks noGrp="1"/>
          </p:cNvSpPr>
          <p:nvPr>
            <p:ph idx="1"/>
          </p:nvPr>
        </p:nvSpPr>
        <p:spPr>
          <a:xfrm>
            <a:off x="868196" y="1108978"/>
            <a:ext cx="10723724" cy="4764741"/>
          </a:xfrm>
        </p:spPr>
        <p:txBody>
          <a:bodyPr>
            <a:noAutofit/>
          </a:bodyPr>
          <a:lstStyle/>
          <a:p>
            <a:pPr>
              <a:lnSpc>
                <a:spcPct val="120000"/>
              </a:lnSpc>
              <a:spcBef>
                <a:spcPts val="0"/>
              </a:spcBef>
              <a:spcAft>
                <a:spcPts val="300"/>
              </a:spcAft>
            </a:pPr>
            <a:r>
              <a:rPr lang="en-US" sz="1800" b="1" dirty="0">
                <a:latin typeface="Aptos" panose="020B0004020202020204" pitchFamily="34" charset="0"/>
              </a:rPr>
              <a:t>Executive Dashboard: Overall Program Health: </a:t>
            </a:r>
            <a:r>
              <a:rPr lang="en-US" sz="1800" dirty="0">
                <a:latin typeface="Aptos" panose="020B0004020202020204" pitchFamily="34" charset="0"/>
              </a:rPr>
              <a:t>Tracks high-level KM maturity progression, integration documentation coverage, and data classification compliance over 18 months from baseline to target state.</a:t>
            </a:r>
          </a:p>
          <a:p>
            <a:pPr>
              <a:lnSpc>
                <a:spcPct val="120000"/>
              </a:lnSpc>
              <a:spcBef>
                <a:spcPts val="0"/>
              </a:spcBef>
              <a:spcAft>
                <a:spcPts val="300"/>
              </a:spcAft>
            </a:pPr>
            <a:r>
              <a:rPr lang="en-US" sz="1800" b="1" dirty="0">
                <a:latin typeface="Aptos" panose="020B0004020202020204" pitchFamily="34" charset="0"/>
              </a:rPr>
              <a:t>Tribal Knowledge Capture: Knowledge Transfer Completeness: </a:t>
            </a:r>
            <a:r>
              <a:rPr lang="en-US" sz="1800" dirty="0">
                <a:latin typeface="Aptos" panose="020B0004020202020204" pitchFamily="34" charset="0"/>
              </a:rPr>
              <a:t>Measures the systematic capture of critical knowledge through documentation sessions, system coverage, backup personnel certification, and exception scenario documentation.</a:t>
            </a:r>
          </a:p>
          <a:p>
            <a:pPr>
              <a:lnSpc>
                <a:spcPct val="120000"/>
              </a:lnSpc>
              <a:spcBef>
                <a:spcPts val="0"/>
              </a:spcBef>
              <a:spcAft>
                <a:spcPts val="300"/>
              </a:spcAft>
            </a:pPr>
            <a:r>
              <a:rPr lang="en-US" sz="1800" b="1" dirty="0">
                <a:latin typeface="Aptos" panose="020B0004020202020204" pitchFamily="34" charset="0"/>
              </a:rPr>
              <a:t>Integration Documentation Coverage &amp; Quality: </a:t>
            </a:r>
            <a:r>
              <a:rPr lang="en-US" sz="1800" dirty="0">
                <a:latin typeface="Aptos" panose="020B0004020202020204" pitchFamily="34" charset="0"/>
              </a:rPr>
              <a:t>Tracks the improvement of integration documentation from 30-40% baseline to 90%+ coverage with quality scores and reduced time-to-find metrics.</a:t>
            </a:r>
          </a:p>
          <a:p>
            <a:pPr>
              <a:lnSpc>
                <a:spcPct val="120000"/>
              </a:lnSpc>
              <a:spcBef>
                <a:spcPts val="0"/>
              </a:spcBef>
              <a:spcAft>
                <a:spcPts val="300"/>
              </a:spcAft>
            </a:pPr>
            <a:r>
              <a:rPr lang="en-US" sz="1800" b="1" dirty="0">
                <a:latin typeface="Aptos" panose="020B0004020202020204" pitchFamily="34" charset="0"/>
              </a:rPr>
              <a:t>Enterprise Search Deployment: Effectiveness &amp; Adoption: </a:t>
            </a:r>
            <a:r>
              <a:rPr lang="en-US" sz="1800" dirty="0">
                <a:latin typeface="Aptos" panose="020B0004020202020204" pitchFamily="34" charset="0"/>
              </a:rPr>
              <a:t>Monitors search system performance, user adoption, findability scores, and reduction in email-based information requests across 200+ data sources.</a:t>
            </a:r>
          </a:p>
          <a:p>
            <a:pPr>
              <a:lnSpc>
                <a:spcPct val="120000"/>
              </a:lnSpc>
              <a:spcBef>
                <a:spcPts val="0"/>
              </a:spcBef>
              <a:spcAft>
                <a:spcPts val="300"/>
              </a:spcAft>
            </a:pPr>
            <a:r>
              <a:rPr lang="en-US" sz="1800" b="1" dirty="0">
                <a:latin typeface="Aptos" panose="020B0004020202020204" pitchFamily="34" charset="0"/>
              </a:rPr>
              <a:t>Data Classification Progress: Compliance Readiness: </a:t>
            </a:r>
            <a:r>
              <a:rPr lang="en-US" sz="1800" dirty="0">
                <a:latin typeface="Aptos" panose="020B0004020202020204" pitchFamily="34" charset="0"/>
              </a:rPr>
              <a:t>Measures progress in data classification coverage from 70% to 99%, PII/financial data tagging accuracy, and regulatory audit readiness improvement.</a:t>
            </a:r>
          </a:p>
          <a:p>
            <a:pPr>
              <a:lnSpc>
                <a:spcPct val="120000"/>
              </a:lnSpc>
              <a:spcBef>
                <a:spcPts val="0"/>
              </a:spcBef>
              <a:spcAft>
                <a:spcPts val="300"/>
              </a:spcAft>
            </a:pPr>
            <a:r>
              <a:rPr lang="en-US" sz="1800" b="1" dirty="0">
                <a:latin typeface="Aptos" panose="020B0004020202020204" pitchFamily="34" charset="0"/>
              </a:rPr>
              <a:t>Governance Model Transformation/Scalability: </a:t>
            </a:r>
            <a:r>
              <a:rPr lang="en-US" sz="1800" dirty="0">
                <a:latin typeface="Aptos" panose="020B0004020202020204" pitchFamily="34" charset="0"/>
              </a:rPr>
              <a:t>Tracks the transition from single-person (</a:t>
            </a:r>
            <a:r>
              <a:rPr lang="en-US" sz="1800" dirty="0" err="1">
                <a:latin typeface="Aptos" panose="020B0004020202020204" pitchFamily="34" charset="0"/>
              </a:rPr>
              <a:t>OpEx</a:t>
            </a:r>
            <a:r>
              <a:rPr lang="en-US" sz="1800" dirty="0">
                <a:latin typeface="Aptos" panose="020B0004020202020204" pitchFamily="34" charset="0"/>
              </a:rPr>
              <a:t> specialist) to distributed governance model with 50+ content owners and improved update cycle times.</a:t>
            </a:r>
          </a:p>
          <a:p>
            <a:pPr>
              <a:lnSpc>
                <a:spcPct val="120000"/>
              </a:lnSpc>
              <a:spcBef>
                <a:spcPts val="0"/>
              </a:spcBef>
              <a:spcAft>
                <a:spcPts val="300"/>
              </a:spcAft>
            </a:pPr>
            <a:r>
              <a:rPr lang="en-US" sz="1800" b="1" dirty="0">
                <a:latin typeface="Aptos" panose="020B0004020202020204" pitchFamily="34" charset="0"/>
              </a:rPr>
              <a:t>Advanced Search &amp; Discovery Effectiveness: </a:t>
            </a:r>
            <a:r>
              <a:rPr lang="en-US" sz="1800" dirty="0">
                <a:latin typeface="Aptos" panose="020B0004020202020204" pitchFamily="34" charset="0"/>
              </a:rPr>
              <a:t>Measures semantic search accuracy, natural language query success, knowledge graph usage, and reduction in report discovery time and duplicate report creation.</a:t>
            </a:r>
          </a:p>
        </p:txBody>
      </p:sp>
      <p:sp>
        <p:nvSpPr>
          <p:cNvPr id="5" name="Slide Number Placeholder 4">
            <a:extLst>
              <a:ext uri="{FF2B5EF4-FFF2-40B4-BE49-F238E27FC236}">
                <a16:creationId xmlns:a16="http://schemas.microsoft.com/office/drawing/2014/main" id="{7469E48D-7354-A87B-BA88-CAE5F9A1792A}"/>
              </a:ext>
            </a:extLst>
          </p:cNvPr>
          <p:cNvSpPr>
            <a:spLocks noGrp="1"/>
          </p:cNvSpPr>
          <p:nvPr>
            <p:ph type="sldNum" sz="quarter" idx="12"/>
          </p:nvPr>
        </p:nvSpPr>
        <p:spPr/>
        <p:txBody>
          <a:bodyPr/>
          <a:lstStyle/>
          <a:p>
            <a:fld id="{A22638FE-01C9-41BA-BE25-085106FB5C8A}" type="slidenum">
              <a:rPr lang="en-US" smtClean="0">
                <a:latin typeface="Aptos" panose="020B0004020202020204" pitchFamily="34" charset="0"/>
              </a:rPr>
              <a:t>37</a:t>
            </a:fld>
            <a:endParaRPr lang="en-US">
              <a:latin typeface="Aptos" panose="020B0004020202020204" pitchFamily="34" charset="0"/>
            </a:endParaRPr>
          </a:p>
        </p:txBody>
      </p:sp>
    </p:spTree>
    <p:extLst>
      <p:ext uri="{BB962C8B-B14F-4D97-AF65-F5344CB8AC3E}">
        <p14:creationId xmlns:p14="http://schemas.microsoft.com/office/powerpoint/2010/main" val="371078481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0BC3AA-4EED-90F6-EB0C-7A1E1F2F000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EE094BB-AF3A-2E2F-9E74-92386E455478}"/>
              </a:ext>
            </a:extLst>
          </p:cNvPr>
          <p:cNvSpPr>
            <a:spLocks noGrp="1"/>
          </p:cNvSpPr>
          <p:nvPr>
            <p:ph type="title"/>
          </p:nvPr>
        </p:nvSpPr>
        <p:spPr/>
        <p:txBody>
          <a:bodyPr/>
          <a:lstStyle/>
          <a:p>
            <a:r>
              <a:rPr lang="en-US" dirty="0">
                <a:latin typeface="Aptos" panose="020B0004020202020204" pitchFamily="34" charset="0"/>
              </a:rPr>
              <a:t>1.5.7 Success Metrices</a:t>
            </a:r>
          </a:p>
        </p:txBody>
      </p:sp>
      <p:sp>
        <p:nvSpPr>
          <p:cNvPr id="3" name="Content Placeholder 2">
            <a:extLst>
              <a:ext uri="{FF2B5EF4-FFF2-40B4-BE49-F238E27FC236}">
                <a16:creationId xmlns:a16="http://schemas.microsoft.com/office/drawing/2014/main" id="{C9976637-8585-B3A5-6FEC-B4A38AB16AC2}"/>
              </a:ext>
            </a:extLst>
          </p:cNvPr>
          <p:cNvSpPr>
            <a:spLocks noGrp="1"/>
          </p:cNvSpPr>
          <p:nvPr>
            <p:ph idx="1"/>
          </p:nvPr>
        </p:nvSpPr>
        <p:spPr>
          <a:xfrm>
            <a:off x="868196" y="1239008"/>
            <a:ext cx="10723724" cy="4764741"/>
          </a:xfrm>
        </p:spPr>
        <p:txBody>
          <a:bodyPr>
            <a:normAutofit fontScale="92500" lnSpcReduction="10000"/>
          </a:bodyPr>
          <a:lstStyle/>
          <a:p>
            <a:pPr>
              <a:lnSpc>
                <a:spcPct val="120000"/>
              </a:lnSpc>
              <a:spcBef>
                <a:spcPts val="0"/>
              </a:spcBef>
              <a:spcAft>
                <a:spcPts val="300"/>
              </a:spcAft>
            </a:pPr>
            <a:r>
              <a:rPr lang="en-US" sz="1800" b="1">
                <a:latin typeface="Aptos" panose="020B0004020202020204" pitchFamily="34" charset="0"/>
              </a:rPr>
              <a:t>Cross Departmental Integration: Knowledge Sharing &amp; Collaboration: </a:t>
            </a:r>
            <a:r>
              <a:rPr lang="en-US" sz="1800">
                <a:latin typeface="Aptos" panose="020B0004020202020204" pitchFamily="34" charset="0"/>
              </a:rPr>
              <a:t>Tracks unified platform adoption across all departments, cross-functional knowledge reuse, active Communities of Practice, and employee contribution rates.</a:t>
            </a:r>
          </a:p>
          <a:p>
            <a:pPr>
              <a:lnSpc>
                <a:spcPct val="120000"/>
              </a:lnSpc>
              <a:spcBef>
                <a:spcPts val="0"/>
              </a:spcBef>
              <a:spcAft>
                <a:spcPts val="300"/>
              </a:spcAft>
            </a:pPr>
            <a:r>
              <a:rPr lang="en-US" sz="1800" b="1">
                <a:latin typeface="Aptos" panose="020B0004020202020204" pitchFamily="34" charset="0"/>
              </a:rPr>
              <a:t>Data Quality &amp; Lineage: Data Trust &amp; Traceability: </a:t>
            </a:r>
            <a:r>
              <a:rPr lang="en-US" sz="1800">
                <a:latin typeface="Aptos" panose="020B0004020202020204" pitchFamily="34" charset="0"/>
              </a:rPr>
              <a:t>Monitors data lineage coverage for 100% of EDW pipelines, data quality scores, metadata completeness, and reduction in data-related incidents.</a:t>
            </a:r>
          </a:p>
          <a:p>
            <a:pPr>
              <a:lnSpc>
                <a:spcPct val="120000"/>
              </a:lnSpc>
              <a:spcBef>
                <a:spcPts val="0"/>
              </a:spcBef>
              <a:spcAft>
                <a:spcPts val="300"/>
              </a:spcAft>
            </a:pPr>
            <a:r>
              <a:rPr lang="en-US" sz="1800" b="1">
                <a:latin typeface="Aptos" panose="020B0004020202020204" pitchFamily="34" charset="0"/>
              </a:rPr>
              <a:t>Customer Self-Service: Call Deflection &amp; Customer Satisfaction: </a:t>
            </a:r>
            <a:r>
              <a:rPr lang="en-US" sz="1800">
                <a:latin typeface="Aptos" panose="020B0004020202020204" pitchFamily="34" charset="0"/>
              </a:rPr>
              <a:t>Measures the effectiveness of self-service capabilities in deflecting 20-30% of 50K monthly calls while maintaining high customer satisfaction and first contact resolution rates.</a:t>
            </a:r>
          </a:p>
          <a:p>
            <a:pPr>
              <a:lnSpc>
                <a:spcPct val="120000"/>
              </a:lnSpc>
              <a:spcBef>
                <a:spcPts val="0"/>
              </a:spcBef>
              <a:spcAft>
                <a:spcPts val="300"/>
              </a:spcAft>
            </a:pPr>
            <a:r>
              <a:rPr lang="en-US" sz="1800" b="1">
                <a:latin typeface="Aptos" panose="020B0004020202020204" pitchFamily="34" charset="0"/>
              </a:rPr>
              <a:t>Regulatory Compliance Achievement: Readiness &amp; Audit Performance: </a:t>
            </a:r>
            <a:r>
              <a:rPr lang="en-US" sz="1800">
                <a:latin typeface="Aptos" panose="020B0004020202020204" pitchFamily="34" charset="0"/>
              </a:rPr>
              <a:t>Tracks achievement of 99%+ data classification compliance, 95%+ integration documentation, and improvement in regulatory audit readiness from 2.0 to 4.5 out of 5.0.</a:t>
            </a:r>
          </a:p>
          <a:p>
            <a:pPr>
              <a:lnSpc>
                <a:spcPct val="120000"/>
              </a:lnSpc>
              <a:spcBef>
                <a:spcPts val="0"/>
              </a:spcBef>
              <a:spcAft>
                <a:spcPts val="300"/>
              </a:spcAft>
            </a:pPr>
            <a:r>
              <a:rPr lang="en-US" sz="1800" b="1">
                <a:latin typeface="Aptos" panose="020B0004020202020204" pitchFamily="34" charset="0"/>
              </a:rPr>
              <a:t>Collections Scaling Support/Success: </a:t>
            </a:r>
            <a:r>
              <a:rPr lang="en-US" sz="1800">
                <a:latin typeface="Aptos" panose="020B0004020202020204" pitchFamily="34" charset="0"/>
              </a:rPr>
              <a:t>Measures KM effectiveness in supporting Collections growth to 200+ agents with reduced ramp-up time from 6-9 months to under 12 weeks.</a:t>
            </a:r>
          </a:p>
          <a:p>
            <a:pPr>
              <a:lnSpc>
                <a:spcPct val="120000"/>
              </a:lnSpc>
              <a:spcBef>
                <a:spcPts val="0"/>
              </a:spcBef>
              <a:spcAft>
                <a:spcPts val="300"/>
              </a:spcAft>
            </a:pPr>
            <a:r>
              <a:rPr lang="en-US" sz="1800" b="1">
                <a:latin typeface="Aptos" panose="020B0004020202020204" pitchFamily="34" charset="0"/>
              </a:rPr>
              <a:t>Employee Experience &amp; Adoption: </a:t>
            </a:r>
            <a:r>
              <a:rPr lang="en-US" sz="1800">
                <a:latin typeface="Aptos" panose="020B0004020202020204" pitchFamily="34" charset="0"/>
              </a:rPr>
              <a:t>Tracks overall employee satisfaction, daily active users, time saved, AI tool adoption, training completion, and change resistance across the organization.</a:t>
            </a:r>
          </a:p>
          <a:p>
            <a:pPr>
              <a:lnSpc>
                <a:spcPct val="120000"/>
              </a:lnSpc>
              <a:spcBef>
                <a:spcPts val="0"/>
              </a:spcBef>
              <a:spcAft>
                <a:spcPts val="300"/>
              </a:spcAft>
            </a:pPr>
            <a:endParaRPr lang="en-US" sz="1800">
              <a:latin typeface="Aptos" panose="020B0004020202020204" pitchFamily="34" charset="0"/>
            </a:endParaRPr>
          </a:p>
          <a:p>
            <a:pPr>
              <a:lnSpc>
                <a:spcPct val="120000"/>
              </a:lnSpc>
              <a:spcBef>
                <a:spcPts val="0"/>
              </a:spcBef>
              <a:spcAft>
                <a:spcPts val="300"/>
              </a:spcAft>
            </a:pPr>
            <a:endParaRPr lang="en-US" sz="1800">
              <a:latin typeface="Aptos" panose="020B0004020202020204" pitchFamily="34" charset="0"/>
            </a:endParaRPr>
          </a:p>
        </p:txBody>
      </p:sp>
      <p:sp>
        <p:nvSpPr>
          <p:cNvPr id="5" name="Slide Number Placeholder 4">
            <a:extLst>
              <a:ext uri="{FF2B5EF4-FFF2-40B4-BE49-F238E27FC236}">
                <a16:creationId xmlns:a16="http://schemas.microsoft.com/office/drawing/2014/main" id="{70CC6738-B451-B01D-6541-7E431649DD7A}"/>
              </a:ext>
            </a:extLst>
          </p:cNvPr>
          <p:cNvSpPr>
            <a:spLocks noGrp="1"/>
          </p:cNvSpPr>
          <p:nvPr>
            <p:ph type="sldNum" sz="quarter" idx="12"/>
          </p:nvPr>
        </p:nvSpPr>
        <p:spPr/>
        <p:txBody>
          <a:bodyPr/>
          <a:lstStyle/>
          <a:p>
            <a:fld id="{A22638FE-01C9-41BA-BE25-085106FB5C8A}" type="slidenum">
              <a:rPr lang="en-US" smtClean="0">
                <a:latin typeface="Aptos" panose="020B0004020202020204" pitchFamily="34" charset="0"/>
              </a:rPr>
              <a:t>38</a:t>
            </a:fld>
            <a:endParaRPr lang="en-US">
              <a:latin typeface="Aptos" panose="020B0004020202020204" pitchFamily="34" charset="0"/>
            </a:endParaRPr>
          </a:p>
        </p:txBody>
      </p:sp>
    </p:spTree>
    <p:extLst>
      <p:ext uri="{BB962C8B-B14F-4D97-AF65-F5344CB8AC3E}">
        <p14:creationId xmlns:p14="http://schemas.microsoft.com/office/powerpoint/2010/main" val="264105127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E622D2-E5EB-E43F-EDDF-34318FC81C6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F686086-BE9C-06ED-4D5D-0EC83E3570EE}"/>
              </a:ext>
            </a:extLst>
          </p:cNvPr>
          <p:cNvSpPr>
            <a:spLocks noGrp="1"/>
          </p:cNvSpPr>
          <p:nvPr>
            <p:ph type="title"/>
          </p:nvPr>
        </p:nvSpPr>
        <p:spPr/>
        <p:txBody>
          <a:bodyPr/>
          <a:lstStyle/>
          <a:p>
            <a:r>
              <a:rPr lang="en-US" dirty="0">
                <a:latin typeface="Aptos" panose="020B0004020202020204" pitchFamily="34" charset="0"/>
              </a:rPr>
              <a:t>1.5.7 Success Metrices</a:t>
            </a:r>
          </a:p>
        </p:txBody>
      </p:sp>
      <p:sp>
        <p:nvSpPr>
          <p:cNvPr id="5" name="Slide Number Placeholder 4">
            <a:extLst>
              <a:ext uri="{FF2B5EF4-FFF2-40B4-BE49-F238E27FC236}">
                <a16:creationId xmlns:a16="http://schemas.microsoft.com/office/drawing/2014/main" id="{3162A00C-71DC-AB89-D343-30570A292639}"/>
              </a:ext>
            </a:extLst>
          </p:cNvPr>
          <p:cNvSpPr>
            <a:spLocks noGrp="1"/>
          </p:cNvSpPr>
          <p:nvPr>
            <p:ph type="sldNum" sz="quarter" idx="12"/>
          </p:nvPr>
        </p:nvSpPr>
        <p:spPr/>
        <p:txBody>
          <a:bodyPr/>
          <a:lstStyle/>
          <a:p>
            <a:fld id="{A22638FE-01C9-41BA-BE25-085106FB5C8A}" type="slidenum">
              <a:rPr lang="en-US" smtClean="0">
                <a:latin typeface="Aptos" panose="020B0004020202020204" pitchFamily="34" charset="0"/>
              </a:rPr>
              <a:t>39</a:t>
            </a:fld>
            <a:endParaRPr lang="en-US">
              <a:latin typeface="Aptos" panose="020B0004020202020204" pitchFamily="34" charset="0"/>
            </a:endParaRPr>
          </a:p>
        </p:txBody>
      </p:sp>
      <p:pic>
        <p:nvPicPr>
          <p:cNvPr id="4" name="Content Placeholder 3">
            <a:extLst>
              <a:ext uri="{FF2B5EF4-FFF2-40B4-BE49-F238E27FC236}">
                <a16:creationId xmlns:a16="http://schemas.microsoft.com/office/drawing/2014/main" id="{1F7785DC-FB9F-FB54-2714-1A0CD7461820}"/>
              </a:ext>
            </a:extLst>
          </p:cNvPr>
          <p:cNvPicPr>
            <a:picLocks noGrp="1" noChangeAspect="1"/>
          </p:cNvPicPr>
          <p:nvPr>
            <p:ph idx="1"/>
          </p:nvPr>
        </p:nvPicPr>
        <p:blipFill>
          <a:blip r:embed="rId2"/>
          <a:stretch>
            <a:fillRect/>
          </a:stretch>
        </p:blipFill>
        <p:spPr>
          <a:xfrm>
            <a:off x="2115606" y="1238250"/>
            <a:ext cx="7347859" cy="5415099"/>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388958791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7B6980-5142-0643-868A-69A016AD9FFC}"/>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6E0CFAAC-3F41-F2AE-1B1B-9D244206E3FE}"/>
              </a:ext>
            </a:extLst>
          </p:cNvPr>
          <p:cNvSpPr>
            <a:spLocks noGrp="1"/>
          </p:cNvSpPr>
          <p:nvPr>
            <p:ph type="title"/>
          </p:nvPr>
        </p:nvSpPr>
        <p:spPr/>
        <p:txBody>
          <a:bodyPr>
            <a:noAutofit/>
          </a:bodyPr>
          <a:lstStyle/>
          <a:p>
            <a:r>
              <a:rPr lang="en-US" dirty="0">
                <a:latin typeface="Aptos" panose="020B0004020202020204" pitchFamily="34" charset="0"/>
              </a:rPr>
              <a:t>1.5.8 Conclusion: The Path Forward</a:t>
            </a:r>
            <a:br>
              <a:rPr lang="en-US" dirty="0">
                <a:latin typeface="Aptos" panose="020B0004020202020204" pitchFamily="34" charset="0"/>
              </a:rPr>
            </a:br>
            <a:endParaRPr lang="en-US" dirty="0">
              <a:latin typeface="Aptos" panose="020B0004020202020204" pitchFamily="34" charset="0"/>
            </a:endParaRPr>
          </a:p>
        </p:txBody>
      </p:sp>
      <p:sp>
        <p:nvSpPr>
          <p:cNvPr id="7" name="Text Placeholder 6">
            <a:extLst>
              <a:ext uri="{FF2B5EF4-FFF2-40B4-BE49-F238E27FC236}">
                <a16:creationId xmlns:a16="http://schemas.microsoft.com/office/drawing/2014/main" id="{F226EB4E-B2CD-E10C-A685-54324750E32B}"/>
              </a:ext>
            </a:extLst>
          </p:cNvPr>
          <p:cNvSpPr>
            <a:spLocks noGrp="1"/>
          </p:cNvSpPr>
          <p:nvPr>
            <p:ph type="body" sz="quarter" idx="12"/>
          </p:nvPr>
        </p:nvSpPr>
        <p:spPr/>
        <p:txBody>
          <a:bodyPr>
            <a:normAutofit/>
          </a:bodyPr>
          <a:lstStyle/>
          <a:p>
            <a:pPr>
              <a:lnSpc>
                <a:spcPct val="120000"/>
              </a:lnSpc>
              <a:spcBef>
                <a:spcPts val="0"/>
              </a:spcBef>
              <a:spcAft>
                <a:spcPts val="300"/>
              </a:spcAft>
            </a:pPr>
            <a:r>
              <a:rPr lang="en-US" sz="2000" dirty="0">
                <a:latin typeface="Aptos" panose="020B0004020202020204" pitchFamily="34" charset="0"/>
              </a:rPr>
              <a:t>Synthesizes the strategic framework into actionable next steps, outlining the implementation roadmap and reinforcing the business case for knowledge management as a critical enabler of organizational effectiveness, operational efficiency, risk mitigation, and competitive advantage in an increasingly complex business environment.</a:t>
            </a:r>
          </a:p>
          <a:p>
            <a:pPr>
              <a:lnSpc>
                <a:spcPct val="120000"/>
              </a:lnSpc>
              <a:spcBef>
                <a:spcPts val="0"/>
              </a:spcBef>
              <a:spcAft>
                <a:spcPts val="300"/>
              </a:spcAft>
            </a:pPr>
            <a:endParaRPr lang="en-US" sz="2000" dirty="0">
              <a:latin typeface="Aptos" panose="020B0004020202020204" pitchFamily="34" charset="0"/>
            </a:endParaRPr>
          </a:p>
          <a:p>
            <a:pPr>
              <a:lnSpc>
                <a:spcPct val="120000"/>
              </a:lnSpc>
              <a:spcBef>
                <a:spcPts val="0"/>
              </a:spcBef>
              <a:spcAft>
                <a:spcPts val="300"/>
              </a:spcAft>
            </a:pPr>
            <a:r>
              <a:rPr lang="en-US" sz="2000" dirty="0">
                <a:latin typeface="Aptos" panose="020B0004020202020204" pitchFamily="34" charset="0"/>
              </a:rPr>
              <a:t>The time to act is now. With a Q1 2026 program kickoff, SFS will achieve operational resilience, regulatory compliance, Collections scaling capability, competitive parity, and enterprise AI readiness by Q2 2027, positioning the organization for sustainable success in an increasingly competitive and AI-driven financial services landscape.</a:t>
            </a:r>
          </a:p>
          <a:p>
            <a:pPr>
              <a:lnSpc>
                <a:spcPct val="120000"/>
              </a:lnSpc>
              <a:spcBef>
                <a:spcPts val="0"/>
              </a:spcBef>
              <a:spcAft>
                <a:spcPts val="300"/>
              </a:spcAft>
            </a:pPr>
            <a:endParaRPr lang="en-US" sz="1600" dirty="0">
              <a:latin typeface="Aptos" panose="020B0004020202020204" pitchFamily="34" charset="0"/>
            </a:endParaRPr>
          </a:p>
        </p:txBody>
      </p:sp>
      <p:sp>
        <p:nvSpPr>
          <p:cNvPr id="5" name="Slide Number Placeholder 4">
            <a:extLst>
              <a:ext uri="{FF2B5EF4-FFF2-40B4-BE49-F238E27FC236}">
                <a16:creationId xmlns:a16="http://schemas.microsoft.com/office/drawing/2014/main" id="{BFF1DAA5-D315-F672-CD69-D7DD8F5C84FD}"/>
              </a:ext>
            </a:extLst>
          </p:cNvPr>
          <p:cNvSpPr>
            <a:spLocks noGrp="1"/>
          </p:cNvSpPr>
          <p:nvPr>
            <p:ph type="sldNum" sz="quarter" idx="14"/>
          </p:nvPr>
        </p:nvSpPr>
        <p:spPr/>
        <p:txBody>
          <a:bodyPr/>
          <a:lstStyle/>
          <a:p>
            <a:fld id="{A22638FE-01C9-41BA-BE25-085106FB5C8A}" type="slidenum">
              <a:rPr lang="en-US" smtClean="0">
                <a:latin typeface="Aptos" panose="020B0004020202020204" pitchFamily="34" charset="0"/>
              </a:rPr>
              <a:t>40</a:t>
            </a:fld>
            <a:endParaRPr lang="en-US">
              <a:latin typeface="Aptos" panose="020B0004020202020204" pitchFamily="34" charset="0"/>
            </a:endParaRPr>
          </a:p>
        </p:txBody>
      </p:sp>
      <p:sp>
        <p:nvSpPr>
          <p:cNvPr id="3" name="Rectangle 2">
            <a:hlinkClick r:id="rId2" action="ppaction://hlinksldjump"/>
            <a:extLst>
              <a:ext uri="{FF2B5EF4-FFF2-40B4-BE49-F238E27FC236}">
                <a16:creationId xmlns:a16="http://schemas.microsoft.com/office/drawing/2014/main" id="{854E4F0C-7520-616C-F166-93579F643B3D}"/>
              </a:ext>
            </a:extLst>
          </p:cNvPr>
          <p:cNvSpPr/>
          <p:nvPr/>
        </p:nvSpPr>
        <p:spPr>
          <a:xfrm>
            <a:off x="10970013" y="484568"/>
            <a:ext cx="355724" cy="369330"/>
          </a:xfrm>
          <a:prstGeom prst="rect">
            <a:avLst/>
          </a:prstGeom>
          <a:solidFill>
            <a:schemeClr val="accent1"/>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tabLst/>
            </a:pPr>
            <a:endParaRPr kumimoji="0" lang="en-US" sz="1800" b="0" i="0" u="none" strike="noStrike" cap="none" spc="0" normalizeH="0" baseline="0">
              <a:ln>
                <a:noFill/>
              </a:ln>
              <a:solidFill>
                <a:srgbClr val="072941"/>
              </a:solidFill>
              <a:effectLst/>
              <a:uFillTx/>
              <a:latin typeface="Aptos" panose="020B0004020202020204" pitchFamily="34" charset="0"/>
              <a:sym typeface="Calibri"/>
            </a:endParaRPr>
          </a:p>
        </p:txBody>
      </p:sp>
      <p:pic>
        <p:nvPicPr>
          <p:cNvPr id="8" name="Graphic 9" descr="Home with solid fill">
            <a:hlinkClick r:id="rId2" action="ppaction://hlinksldjump"/>
            <a:extLst>
              <a:ext uri="{FF2B5EF4-FFF2-40B4-BE49-F238E27FC236}">
                <a16:creationId xmlns:a16="http://schemas.microsoft.com/office/drawing/2014/main" id="{55F3FBDC-991B-4428-F4C5-CF4D9B93E42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967226" y="469000"/>
            <a:ext cx="377598" cy="377598"/>
          </a:xfrm>
          <a:prstGeom prst="rect">
            <a:avLst/>
          </a:prstGeom>
        </p:spPr>
      </p:pic>
      <p:sp>
        <p:nvSpPr>
          <p:cNvPr id="9" name="Isosceles Triangle 10">
            <a:extLst>
              <a:ext uri="{FF2B5EF4-FFF2-40B4-BE49-F238E27FC236}">
                <a16:creationId xmlns:a16="http://schemas.microsoft.com/office/drawing/2014/main" id="{2D1C779D-E9AF-4FCD-A5EE-56D9A4A8CA98}"/>
              </a:ext>
            </a:extLst>
          </p:cNvPr>
          <p:cNvSpPr/>
          <p:nvPr/>
        </p:nvSpPr>
        <p:spPr>
          <a:xfrm rot="5400000">
            <a:off x="11431483" y="301076"/>
            <a:ext cx="274320" cy="733659"/>
          </a:xfrm>
          <a:prstGeom prst="triangle">
            <a:avLst/>
          </a:prstGeom>
          <a:solidFill>
            <a:schemeClr val="bg1"/>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tabLst/>
            </a:pPr>
            <a:endParaRPr kumimoji="0" lang="en-US" sz="1800" b="0" i="0" u="none" strike="noStrike" cap="none" spc="0" normalizeH="0" baseline="0">
              <a:ln>
                <a:noFill/>
              </a:ln>
              <a:solidFill>
                <a:srgbClr val="072941"/>
              </a:solidFill>
              <a:effectLst/>
              <a:uFillTx/>
              <a:latin typeface="Aptos" panose="020B0004020202020204" pitchFamily="34" charset="0"/>
              <a:sym typeface="Calibri"/>
            </a:endParaRPr>
          </a:p>
        </p:txBody>
      </p:sp>
    </p:spTree>
    <p:extLst>
      <p:ext uri="{BB962C8B-B14F-4D97-AF65-F5344CB8AC3E}">
        <p14:creationId xmlns:p14="http://schemas.microsoft.com/office/powerpoint/2010/main" val="3773649892"/>
      </p:ext>
    </p:extLst>
  </p:cSld>
  <p:clrMapOvr>
    <a:masterClrMapping/>
  </p:clrMapOvr>
</p:sld>
</file>

<file path=ppt/theme/theme1.xml><?xml version="1.0" encoding="utf-8"?>
<a:theme xmlns:a="http://schemas.openxmlformats.org/drawingml/2006/main" name="EIS_Delivery">
  <a:themeElements>
    <a:clrScheme name="EIS Auth 2019">
      <a:dk1>
        <a:srgbClr val="052841"/>
      </a:dk1>
      <a:lt1>
        <a:srgbClr val="FFFFFF"/>
      </a:lt1>
      <a:dk2>
        <a:srgbClr val="1877BC"/>
      </a:dk2>
      <a:lt2>
        <a:srgbClr val="DBE3EF"/>
      </a:lt2>
      <a:accent1>
        <a:srgbClr val="094978"/>
      </a:accent1>
      <a:accent2>
        <a:srgbClr val="C7D3E0"/>
      </a:accent2>
      <a:accent3>
        <a:srgbClr val="20CC8C"/>
      </a:accent3>
      <a:accent4>
        <a:srgbClr val="209D6E"/>
      </a:accent4>
      <a:accent5>
        <a:srgbClr val="B34BC7"/>
      </a:accent5>
      <a:accent6>
        <a:srgbClr val="7F3B8B"/>
      </a:accent6>
      <a:hlink>
        <a:srgbClr val="32A3FB"/>
      </a:hlink>
      <a:folHlink>
        <a:srgbClr val="839EBA"/>
      </a:folHlink>
    </a:clrScheme>
    <a:fontScheme name="Custom 2">
      <a:majorFont>
        <a:latin typeface="Calibri"/>
        <a:ea typeface=""/>
        <a:cs typeface=""/>
      </a:majorFont>
      <a:minorFont>
        <a:latin typeface="Calibri"/>
        <a:ea typeface=""/>
        <a:cs typeface=""/>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38100" dist="23000" dir="5400000" rotWithShape="0">
              <a:srgbClr val="000000">
                <a:alpha val="35000"/>
              </a:srgbClr>
            </a:outerShdw>
          </a:effectLst>
        </a:effectStyle>
        <a:effectStyle>
          <a:effectLst>
            <a:outerShdw blurRad="38100" dist="23000" dir="5400000" rotWithShape="0">
              <a:srgbClr val="000000">
                <a:alpha val="35000"/>
              </a:srgbClr>
            </a:outerShdw>
          </a:effectLst>
        </a:effectStyle>
        <a:effectStyle>
          <a:effectLst>
            <a:outerShdw blurRad="38100" dist="20000" dir="5400000" rotWithShape="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w="25400" cap="flat">
          <a:noFill/>
          <a:prstDash val="solid"/>
          <a:round/>
        </a:ln>
        <a:effectLst/>
        <a:sp3d/>
      </a:spPr>
      <a:bodyPr rot="0" spcFirstLastPara="1" vertOverflow="overflow" horzOverflow="overflow" vert="horz" wrap="square" lIns="45719" tIns="45719" rIns="45719" bIns="45719" numCol="1" spcCol="38100" rtlCol="0" anchor="ctr">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dirty="0">
            <a:ln>
              <a:noFill/>
            </a:ln>
            <a:solidFill>
              <a:srgbClr val="072941"/>
            </a:solidFill>
            <a:effectLst/>
            <a:uFillTx/>
            <a:latin typeface="+mj-lt"/>
            <a:ea typeface="+mj-ea"/>
            <a:cs typeface="+mj-cs"/>
            <a:sym typeface="Calibri"/>
          </a:defRPr>
        </a:def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effectLst/>
        <a:sp3d/>
      </a:spPr>
      <a:body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dirty="0" err="1" smtClean="0">
            <a:ln>
              <a:noFill/>
            </a:ln>
            <a:solidFill>
              <a:srgbClr val="072941"/>
            </a:solidFill>
            <a:effectLst/>
            <a:uFillTx/>
            <a:latin typeface="+mj-lt"/>
            <a:ea typeface="+mj-ea"/>
            <a:cs typeface="+mj-cs"/>
            <a:sym typeface="Calibri"/>
          </a:defRPr>
        </a:defPPr>
      </a:lstStyle>
      <a:style>
        <a:lnRef idx="0">
          <a:scrgbClr r="0" g="0" b="0"/>
        </a:lnRef>
        <a:fillRef idx="0">
          <a:scrgbClr r="0" g="0" b="0"/>
        </a:fillRef>
        <a:effectRef idx="0">
          <a:scrgbClr r="0" g="0" b="0"/>
        </a:effectRef>
        <a:fontRef idx="none"/>
      </a:style>
    </a:txDef>
  </a:objectDefaults>
  <a:extraClrSchemeLst/>
  <a:extLst>
    <a:ext uri="{05A4C25C-085E-4340-85A3-A5531E510DB2}">
      <thm15:themeFamily xmlns:thm15="http://schemas.microsoft.com/office/thememl/2012/main" name="Presentation1" id="{5D393D5A-6040-4319-A2E2-81A49F979150}" vid="{F28966A7-FDF5-47A0-9CE1-0A484E5DE957}"/>
    </a:ext>
  </a:extLst>
</a:theme>
</file>

<file path=ppt/theme/theme2.xml><?xml version="1.0" encoding="utf-8"?>
<a:theme xmlns:a="http://schemas.openxmlformats.org/drawingml/2006/main" name="1_EIS-2022">
  <a:themeElements>
    <a:clrScheme name="Custom 2">
      <a:dk1>
        <a:srgbClr val="05163E"/>
      </a:dk1>
      <a:lt1>
        <a:srgbClr val="FFFFFF"/>
      </a:lt1>
      <a:dk2>
        <a:srgbClr val="05163E"/>
      </a:dk2>
      <a:lt2>
        <a:srgbClr val="E7EFF7"/>
      </a:lt2>
      <a:accent1>
        <a:srgbClr val="093171"/>
      </a:accent1>
      <a:accent2>
        <a:srgbClr val="1877BC"/>
      </a:accent2>
      <a:accent3>
        <a:srgbClr val="1AA3FF"/>
      </a:accent3>
      <a:accent4>
        <a:srgbClr val="AACDE5"/>
      </a:accent4>
      <a:accent5>
        <a:srgbClr val="21CC8C"/>
      </a:accent5>
      <a:accent6>
        <a:srgbClr val="FF6108"/>
      </a:accent6>
      <a:hlink>
        <a:srgbClr val="E80087"/>
      </a:hlink>
      <a:folHlink>
        <a:srgbClr val="839EBA"/>
      </a:folHlink>
    </a:clrScheme>
    <a:fontScheme name="Gill Sans MT">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156082"/>
        </a:solidFill>
        <a:ln w="9525">
          <a:solidFill>
            <a:srgbClr val="707070"/>
          </a:solid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38100">
          <a:solidFill>
            <a:srgbClr val="05163E"/>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none" rtlCol="0">
        <a:spAutoFit/>
      </a:bodyPr>
      <a:lstStyle>
        <a:defPPr algn="l">
          <a:defRPr sz="2000" dirty="0" smtClean="0">
            <a:solidFill>
              <a:schemeClr val="tx2"/>
            </a:solidFill>
          </a:defRPr>
        </a:defPPr>
      </a:lstStyle>
    </a:txDef>
  </a:objectDefaults>
  <a:extraClrSchemeLst/>
  <a:extLst>
    <a:ext uri="{05A4C25C-085E-4340-85A3-A5531E510DB2}">
      <thm15:themeFamily xmlns:thm15="http://schemas.microsoft.com/office/thememl/2012/main" name="EIS-Webinar-Pre-PIM-Software-2023-01-11" id="{4A3928EC-89E0-794F-829C-2537F4CABD3A}" vid="{AE149165-CB1A-1E4F-9C35-7BFA3C825A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525" row="3">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B2687EB7-071A-4A86-8C4E-636FE5A351E7}">
  <we:reference id="WA200005566" version="3.0.0.3" store="Omex" storeType="OMEX"/>
  <we:alternateReferences>
    <we:reference id="WA200005566" version="3.0.0.3" store="WA200005566" storeType="OMEX"/>
  </we:alternateReferences>
  <we:properties>
    <we:property name="theme" value="{&quot;name&quot;:&quot;Drift&quot;,&quot;colorPalette&quot;:[&quot;0E2841&quot;,&quot;E8E8E8&quot;,&quot;00416B&quot;,&quot;006098&quot;,&quot;238DC1&quot;,&quot;939598&quot;,&quot;D7D7D7&quot;,&quot;7775FF&quot;,&quot;467886&quot;,&quot;96607D&quot;],&quot;isDefault&quot;:true,&quot;color&quot;:&quot;#ffffff&quot;,&quot;previewImages&quot;:[&quot;https://cpp.appsdowonders.com/assets/SlideTitle-drift.png&quot;,&quot;https://cpp.appsdowonders.com/assets/SlideTextbox1V1-drift.png&quot;,&quot;https://cpp.appsdowonders.com/assets/SlideTextbox3V1-drift.png&quot;,&quot;https://cpp.appsdowonders.com/assets/SlideTable-drift.png&quot;,&quot;https://cpp.appsdowonders.com/assets/SlideTimeline-drift.png&quot;,&quot;https://cpp.appsdowonders.com/assets/SlideQuestion-drift.png&quot;],&quot;previewAnimation&quot;:&quot;https://cpp.appsdowonders.com/assets/drift-preview.gif&quot;,&quot;index&quot;:0}"/>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TaxCatchAll xmlns="1bbba5f1-a15e-48ed-ae4b-bc36e8dd2f5c" xsi:nil="true"/>
    <lcf76f155ced4ddcb4097134ff3c332f xmlns="17246cb7-97e8-44c0-90d5-6161e615d350">
      <Terms xmlns="http://schemas.microsoft.com/office/infopath/2007/PartnerControls"/>
    </lcf76f155ced4ddcb4097134ff3c332f>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0B97C77CF6C980478CF1A0C7BB3DB346" ma:contentTypeVersion="11" ma:contentTypeDescription="Create a new document." ma:contentTypeScope="" ma:versionID="c1a83d7d099b5be531ea543abe836433">
  <xsd:schema xmlns:xsd="http://www.w3.org/2001/XMLSchema" xmlns:xs="http://www.w3.org/2001/XMLSchema" xmlns:p="http://schemas.microsoft.com/office/2006/metadata/properties" xmlns:ns2="17246cb7-97e8-44c0-90d5-6161e615d350" xmlns:ns3="1bbba5f1-a15e-48ed-ae4b-bc36e8dd2f5c" targetNamespace="http://schemas.microsoft.com/office/2006/metadata/properties" ma:root="true" ma:fieldsID="4c654fb0583e2735ba72a8dcae06ecab" ns2:_="" ns3:_="">
    <xsd:import namespace="17246cb7-97e8-44c0-90d5-6161e615d350"/>
    <xsd:import namespace="1bbba5f1-a15e-48ed-ae4b-bc36e8dd2f5c"/>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7246cb7-97e8-44c0-90d5-6161e615d35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66eeceaf-6cb7-4eb2-b72c-1bbb44499cd0"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LengthInSeconds" ma:index="18"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1bbba5f1-a15e-48ed-ae4b-bc36e8dd2f5c"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75b72e8f-4642-4cb4-99b4-07cc3ba4a6e0}" ma:internalName="TaxCatchAll" ma:showField="CatchAllData" ma:web="1bbba5f1-a15e-48ed-ae4b-bc36e8dd2f5c">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775D1607-B0B5-4557-A365-B6585D953D58}">
  <ds:schemaRefs>
    <ds:schemaRef ds:uri="http://schemas.microsoft.com/sharepoint/v3/contenttype/forms"/>
  </ds:schemaRefs>
</ds:datastoreItem>
</file>

<file path=customXml/itemProps2.xml><?xml version="1.0" encoding="utf-8"?>
<ds:datastoreItem xmlns:ds="http://schemas.openxmlformats.org/officeDocument/2006/customXml" ds:itemID="{0ADF8674-582C-48CF-9D1C-72280677BFE9}">
  <ds:schemaRefs>
    <ds:schemaRef ds:uri="http://purl.org/dc/terms/"/>
    <ds:schemaRef ds:uri="http://schemas.microsoft.com/office/2006/documentManagement/types"/>
    <ds:schemaRef ds:uri="http://schemas.microsoft.com/office/2006/metadata/properties"/>
    <ds:schemaRef ds:uri="http://schemas.microsoft.com/sharepoint/v3"/>
    <ds:schemaRef ds:uri="http://schemas.microsoft.com/office/infopath/2007/PartnerControls"/>
    <ds:schemaRef ds:uri="http://purl.org/dc/dcmitype/"/>
    <ds:schemaRef ds:uri="0eea126e-d378-4180-a2b3-4f5c76938639"/>
    <ds:schemaRef ds:uri="http://purl.org/dc/elements/1.1/"/>
    <ds:schemaRef ds:uri="http://schemas.openxmlformats.org/package/2006/metadata/core-properties"/>
    <ds:schemaRef ds:uri="http://www.w3.org/XML/1998/namespace"/>
    <ds:schemaRef ds:uri="1bbba5f1-a15e-48ed-ae4b-bc36e8dd2f5c"/>
    <ds:schemaRef ds:uri="17246cb7-97e8-44c0-90d5-6161e615d350"/>
  </ds:schemaRefs>
</ds:datastoreItem>
</file>

<file path=customXml/itemProps3.xml><?xml version="1.0" encoding="utf-8"?>
<ds:datastoreItem xmlns:ds="http://schemas.openxmlformats.org/officeDocument/2006/customXml" ds:itemID="{D9013166-EF89-41A9-82C5-83B2292C93B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17246cb7-97e8-44c0-90d5-6161e615d350"/>
    <ds:schemaRef ds:uri="1bbba5f1-a15e-48ed-ae4b-bc36e8dd2f5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EIS-Delivery-Template-2025</Template>
  <TotalTime>2527</TotalTime>
  <Words>5501</Words>
  <Application>Microsoft Office PowerPoint</Application>
  <PresentationFormat>Widescreen</PresentationFormat>
  <Paragraphs>466</Paragraphs>
  <Slides>40</Slides>
  <Notes>2</Notes>
  <HiddenSlides>0</HiddenSlides>
  <MMClips>0</MMClips>
  <ScaleCrop>false</ScaleCrop>
  <HeadingPairs>
    <vt:vector size="4" baseType="variant">
      <vt:variant>
        <vt:lpstr>Theme</vt:lpstr>
      </vt:variant>
      <vt:variant>
        <vt:i4>2</vt:i4>
      </vt:variant>
      <vt:variant>
        <vt:lpstr>Slide Titles</vt:lpstr>
      </vt:variant>
      <vt:variant>
        <vt:i4>40</vt:i4>
      </vt:variant>
    </vt:vector>
  </HeadingPairs>
  <TitlesOfParts>
    <vt:vector size="42" baseType="lpstr">
      <vt:lpstr>EIS_Delivery</vt:lpstr>
      <vt:lpstr>1_EIS-2022</vt:lpstr>
      <vt:lpstr>PowerPoint Presentation</vt:lpstr>
      <vt:lpstr>1.5 KM Framework Navigation</vt:lpstr>
      <vt:lpstr>1.5.1 Executive Summary</vt:lpstr>
      <vt:lpstr>1.5.1.1 Executive Summary – Current State</vt:lpstr>
      <vt:lpstr>1.5.1.2 Executive Summary – Core Challenges</vt:lpstr>
      <vt:lpstr>1.5.1.3 Executive Summary – Strategic Opportunities</vt:lpstr>
      <vt:lpstr>1.5.2 KM Maturity Assessment</vt:lpstr>
      <vt:lpstr>1.5.2 KM Maturity Assessment </vt:lpstr>
      <vt:lpstr>1.5.3 Gap Analysis </vt:lpstr>
      <vt:lpstr>1.5.3.1.1 Gap Analysis – Priority 1</vt:lpstr>
      <vt:lpstr>1.5.3.2.1 Gap Analysis – Priority 2</vt:lpstr>
      <vt:lpstr>1.5.3.2.2 Gap Analysis – Priority 2</vt:lpstr>
      <vt:lpstr>1.5.3.2.3 Gap Analysis – Priority 2</vt:lpstr>
      <vt:lpstr>1.5.3.3.1 Gap Analysis – Priority 3</vt:lpstr>
      <vt:lpstr>1.5.3.3.2 Gap Analysis – Priority 3</vt:lpstr>
      <vt:lpstr>1.5.3.3.3 Gap Analysis – Priority 3</vt:lpstr>
      <vt:lpstr>1.5.3.3.4 Gap Analysis – Priority 3</vt:lpstr>
      <vt:lpstr>1.5.3.3.5 Gap Analysis – Priority 3</vt:lpstr>
      <vt:lpstr>1.5.4 KM Capability Definitions </vt:lpstr>
      <vt:lpstr> 1.5.4.1 KM Capability Definitions</vt:lpstr>
      <vt:lpstr> 1.5.4.2 KM Capability Definitions</vt:lpstr>
      <vt:lpstr> 1.5.4.3 KM Capability Definitions</vt:lpstr>
      <vt:lpstr> 1.5.4.4 KM Capability Definitions</vt:lpstr>
      <vt:lpstr> 1.5.4.5 KM Capability Definitions</vt:lpstr>
      <vt:lpstr> 1.5.4.6 KM Capability Definitions</vt:lpstr>
      <vt:lpstr>1.5.5 Principles and Standards </vt:lpstr>
      <vt:lpstr>1.5.5.1 Principles and Standards</vt:lpstr>
      <vt:lpstr>1.5.5.2 Principles and Standards</vt:lpstr>
      <vt:lpstr>1.5.5.3 Principles and Standards</vt:lpstr>
      <vt:lpstr>1.5.5.4 Principles and Standards</vt:lpstr>
      <vt:lpstr>1.5.5.5 Principles and Standards</vt:lpstr>
      <vt:lpstr>1.5.6 Roles &amp; Responsibilities </vt:lpstr>
      <vt:lpstr>1.5.6 Roles &amp; Responsibilities</vt:lpstr>
      <vt:lpstr>1.5.6 Roles &amp; Responsibilities</vt:lpstr>
      <vt:lpstr>1.5.7 Success Metrics </vt:lpstr>
      <vt:lpstr>1.5.7 Success Metrices</vt:lpstr>
      <vt:lpstr>1.5.7 Success Metrices</vt:lpstr>
      <vt:lpstr>1.5.7 Success Metrices</vt:lpstr>
      <vt:lpstr>1.5.7 Success Metrices</vt:lpstr>
      <vt:lpstr>1.5.8 Conclusion: The Path Forward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Proof of Value ROI Assessment for product data enrichment</dc:title>
  <dc:creator>Heather Eisenbraun</dc:creator>
  <cp:lastModifiedBy>Seth Earley</cp:lastModifiedBy>
  <cp:revision>12</cp:revision>
  <cp:lastPrinted>2025-10-23T18:20:35Z</cp:lastPrinted>
  <dcterms:created xsi:type="dcterms:W3CDTF">2025-09-02T21:00:23Z</dcterms:created>
  <dcterms:modified xsi:type="dcterms:W3CDTF">2026-03-26T12:21:39Z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Technology">
    <vt:lpwstr/>
  </property>
  <property fmtid="{D5CDD505-2E9C-101B-9397-08002B2CF9AE}" pid="3" name="Competency">
    <vt:lpwstr>16;#education ＆ training|82e5fb2a-a54f-4b03-b3d9-e6bd67db0a94</vt:lpwstr>
  </property>
  <property fmtid="{D5CDD505-2E9C-101B-9397-08002B2CF9AE}" pid="4" name="TechnologyProduct">
    <vt:lpwstr/>
  </property>
  <property fmtid="{D5CDD505-2E9C-101B-9397-08002B2CF9AE}" pid="5" name="lcf76f155ced4ddcb4097134ff3c332f">
    <vt:lpwstr/>
  </property>
  <property fmtid="{D5CDD505-2E9C-101B-9397-08002B2CF9AE}" pid="6" name="MediaServiceImageTags">
    <vt:lpwstr/>
  </property>
  <property fmtid="{D5CDD505-2E9C-101B-9397-08002B2CF9AE}" pid="7" name="Industry">
    <vt:lpwstr>17;#nonprofit ＆ public sector|77bad53f-d986-4455-8155-211ebc098cac</vt:lpwstr>
  </property>
  <property fmtid="{D5CDD505-2E9C-101B-9397-08002B2CF9AE}" pid="8" name="AccountName">
    <vt:lpwstr>15;#Omnia Partners|8e8cab59-0751-4e02-9108-64e780ed2311</vt:lpwstr>
  </property>
  <property fmtid="{D5CDD505-2E9C-101B-9397-08002B2CF9AE}" pid="9" name="ContentTypeId">
    <vt:lpwstr>0x0101000B97C77CF6C980478CF1A0C7BB3DB346</vt:lpwstr>
  </property>
  <property fmtid="{D5CDD505-2E9C-101B-9397-08002B2CF9AE}" pid="10" name="Project Document Type PROPOSED">
    <vt:lpwstr>18;#framework|f4c6afd5-bc0d-4101-be0b-cfb899ffe5cf</vt:lpwstr>
  </property>
  <property fmtid="{D5CDD505-2E9C-101B-9397-08002B2CF9AE}" pid="11" name="Project_x0020_Document_x0020_Type_x0020_PROPOSED">
    <vt:lpwstr>18;#framework|f4c6afd5-bc0d-4101-be0b-cfb899ffe5cf</vt:lpwstr>
  </property>
  <property fmtid="{D5CDD505-2E9C-101B-9397-08002B2CF9AE}" pid="12" name="MSIP_Label_791df23e-ee3d-4e72-bd33-1d096ae15290_Enabled">
    <vt:lpwstr>true</vt:lpwstr>
  </property>
  <property fmtid="{D5CDD505-2E9C-101B-9397-08002B2CF9AE}" pid="13" name="MSIP_Label_791df23e-ee3d-4e72-bd33-1d096ae15290_SetDate">
    <vt:lpwstr>2026-03-16T14:36:47Z</vt:lpwstr>
  </property>
  <property fmtid="{D5CDD505-2E9C-101B-9397-08002B2CF9AE}" pid="14" name="MSIP_Label_791df23e-ee3d-4e72-bd33-1d096ae15290_Method">
    <vt:lpwstr>Standard</vt:lpwstr>
  </property>
  <property fmtid="{D5CDD505-2E9C-101B-9397-08002B2CF9AE}" pid="15" name="MSIP_Label_791df23e-ee3d-4e72-bd33-1d096ae15290_Name">
    <vt:lpwstr>General</vt:lpwstr>
  </property>
  <property fmtid="{D5CDD505-2E9C-101B-9397-08002B2CF9AE}" pid="16" name="MSIP_Label_791df23e-ee3d-4e72-bd33-1d096ae15290_SiteId">
    <vt:lpwstr>aea87219-080c-4106-b601-bed93d828f3c</vt:lpwstr>
  </property>
  <property fmtid="{D5CDD505-2E9C-101B-9397-08002B2CF9AE}" pid="17" name="MSIP_Label_791df23e-ee3d-4e72-bd33-1d096ae15290_ActionId">
    <vt:lpwstr>1f4e8deb-6296-4c15-82e7-0b767d87de8b</vt:lpwstr>
  </property>
  <property fmtid="{D5CDD505-2E9C-101B-9397-08002B2CF9AE}" pid="18" name="MSIP_Label_791df23e-ee3d-4e72-bd33-1d096ae15290_ContentBits">
    <vt:lpwstr>0</vt:lpwstr>
  </property>
  <property fmtid="{D5CDD505-2E9C-101B-9397-08002B2CF9AE}" pid="19" name="MSIP_Label_791df23e-ee3d-4e72-bd33-1d096ae15290_Tag">
    <vt:lpwstr>10, 3, 0, 2</vt:lpwstr>
  </property>
</Properties>
</file>