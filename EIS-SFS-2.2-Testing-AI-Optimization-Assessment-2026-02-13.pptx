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slides/slide14.xml" ContentType="application/vnd.openxmlformats-officedocument.presentationml.slide+xml"/>
  <Override PartName="/ppt/slideLayouts/slideLayout2.xml" ContentType="application/vnd.openxmlformats-officedocument.presentationml.slideLayout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147376100" r:id="rId2"/>
    <p:sldId id="257" r:id="rId3"/>
    <p:sldId id="258" r:id="rId4"/>
    <p:sldId id="259" r:id="rId5"/>
    <p:sldId id="260" r:id="rId6"/>
    <p:sldId id="261" r:id="rId7"/>
    <p:sldId id="269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6A34A"/>
    <a:srgbClr val="F59E0B"/>
    <a:srgbClr val="1A36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4F6E8E7-8549-8DC2-C2B9-9A43957E864F}" v="784" dt="2026-02-13T05:01:29.1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26" Type="http://schemas.openxmlformats.org/officeDocument/2006/relationships/customXml" Target="../customXml/item4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5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ominique Legault" userId="S::dominique.legault@earley.com::891b380b-0e33-4679-b9ba-ed6b36223d4d" providerId="AD" clId="Web-{94F6E8E7-8549-8DC2-C2B9-9A43957E864F}"/>
    <pc:docChg chg="addSld delSld modSld">
      <pc:chgData name="Dominique Legault" userId="S::dominique.legault@earley.com::891b380b-0e33-4679-b9ba-ed6b36223d4d" providerId="AD" clId="Web-{94F6E8E7-8549-8DC2-C2B9-9A43957E864F}" dt="2026-02-13T05:01:26.785" v="748"/>
      <pc:docMkLst>
        <pc:docMk/>
      </pc:docMkLst>
      <pc:sldChg chg="addSp modSp del">
        <pc:chgData name="Dominique Legault" userId="S::dominique.legault@earley.com::891b380b-0e33-4679-b9ba-ed6b36223d4d" providerId="AD" clId="Web-{94F6E8E7-8549-8DC2-C2B9-9A43957E864F}" dt="2026-02-13T04:42:26.404" v="682"/>
        <pc:sldMkLst>
          <pc:docMk/>
          <pc:sldMk cId="0" sldId="256"/>
        </pc:sldMkLst>
        <pc:spChg chg="mod">
          <ac:chgData name="Dominique Legault" userId="S::dominique.legault@earley.com::891b380b-0e33-4679-b9ba-ed6b36223d4d" providerId="AD" clId="Web-{94F6E8E7-8549-8DC2-C2B9-9A43957E864F}" dt="2026-02-13T00:56:33.419" v="6" actId="20577"/>
          <ac:spMkLst>
            <pc:docMk/>
            <pc:sldMk cId="0" sldId="256"/>
            <ac:spMk id="2" creationId="{00000000-0000-0000-0000-000000000000}"/>
          </ac:spMkLst>
        </pc:spChg>
        <pc:spChg chg="mod">
          <ac:chgData name="Dominique Legault" userId="S::dominique.legault@earley.com::891b380b-0e33-4679-b9ba-ed6b36223d4d" providerId="AD" clId="Web-{94F6E8E7-8549-8DC2-C2B9-9A43957E864F}" dt="2026-02-13T00:56:30.904" v="5" actId="20577"/>
          <ac:spMkLst>
            <pc:docMk/>
            <pc:sldMk cId="0" sldId="256"/>
            <ac:spMk id="3" creationId="{00000000-0000-0000-0000-000000000000}"/>
          </ac:spMkLst>
        </pc:spChg>
        <pc:spChg chg="mod">
          <ac:chgData name="Dominique Legault" userId="S::dominique.legault@earley.com::891b380b-0e33-4679-b9ba-ed6b36223d4d" providerId="AD" clId="Web-{94F6E8E7-8549-8DC2-C2B9-9A43957E864F}" dt="2026-02-13T00:56:48.998" v="8" actId="20577"/>
          <ac:spMkLst>
            <pc:docMk/>
            <pc:sldMk cId="0" sldId="256"/>
            <ac:spMk id="7" creationId="{00000000-0000-0000-0000-000000000000}"/>
          </ac:spMkLst>
        </pc:spChg>
        <pc:spChg chg="mod">
          <ac:chgData name="Dominique Legault" userId="S::dominique.legault@earley.com::891b380b-0e33-4679-b9ba-ed6b36223d4d" providerId="AD" clId="Web-{94F6E8E7-8549-8DC2-C2B9-9A43957E864F}" dt="2026-02-13T00:56:42.560" v="7" actId="20577"/>
          <ac:spMkLst>
            <pc:docMk/>
            <pc:sldMk cId="0" sldId="256"/>
            <ac:spMk id="8" creationId="{00000000-0000-0000-0000-000000000000}"/>
          </ac:spMkLst>
        </pc:spChg>
        <pc:picChg chg="add mod ord">
          <ac:chgData name="Dominique Legault" userId="S::dominique.legault@earley.com::891b380b-0e33-4679-b9ba-ed6b36223d4d" providerId="AD" clId="Web-{94F6E8E7-8549-8DC2-C2B9-9A43957E864F}" dt="2026-02-13T00:56:14.623" v="1"/>
          <ac:picMkLst>
            <pc:docMk/>
            <pc:sldMk cId="0" sldId="256"/>
            <ac:picMk id="9" creationId="{5B345BFE-0E19-9B1A-5F7B-7DF7BEA92E16}"/>
          </ac:picMkLst>
        </pc:picChg>
        <pc:picChg chg="add mod">
          <ac:chgData name="Dominique Legault" userId="S::dominique.legault@earley.com::891b380b-0e33-4679-b9ba-ed6b36223d4d" providerId="AD" clId="Web-{94F6E8E7-8549-8DC2-C2B9-9A43957E864F}" dt="2026-02-13T04:37:10.604" v="641" actId="1076"/>
          <ac:picMkLst>
            <pc:docMk/>
            <pc:sldMk cId="0" sldId="256"/>
            <ac:picMk id="10" creationId="{56C4AF12-68A0-0B45-09B1-B177FEC4804C}"/>
          </ac:picMkLst>
        </pc:picChg>
      </pc:sldChg>
      <pc:sldChg chg="addSp delSp modSp">
        <pc:chgData name="Dominique Legault" userId="S::dominique.legault@earley.com::891b380b-0e33-4679-b9ba-ed6b36223d4d" providerId="AD" clId="Web-{94F6E8E7-8549-8DC2-C2B9-9A43957E864F}" dt="2026-02-13T04:43:54.644" v="730"/>
        <pc:sldMkLst>
          <pc:docMk/>
          <pc:sldMk cId="0" sldId="257"/>
        </pc:sldMkLst>
        <pc:spChg chg="add del">
          <ac:chgData name="Dominique Legault" userId="S::dominique.legault@earley.com::891b380b-0e33-4679-b9ba-ed6b36223d4d" providerId="AD" clId="Web-{94F6E8E7-8549-8DC2-C2B9-9A43957E864F}" dt="2026-02-13T00:58:26.325" v="22"/>
          <ac:spMkLst>
            <pc:docMk/>
            <pc:sldMk cId="0" sldId="257"/>
            <ac:spMk id="5" creationId="{00000000-0000-0000-0000-000000000000}"/>
          </ac:spMkLst>
        </pc:spChg>
        <pc:spChg chg="mod">
          <ac:chgData name="Dominique Legault" userId="S::dominique.legault@earley.com::891b380b-0e33-4679-b9ba-ed6b36223d4d" providerId="AD" clId="Web-{94F6E8E7-8549-8DC2-C2B9-9A43957E864F}" dt="2026-02-13T00:58:30.607" v="23" actId="20577"/>
          <ac:spMkLst>
            <pc:docMk/>
            <pc:sldMk cId="0" sldId="257"/>
            <ac:spMk id="6" creationId="{00000000-0000-0000-0000-000000000000}"/>
          </ac:spMkLst>
        </pc:spChg>
        <pc:graphicFrameChg chg="mod modGraphic">
          <ac:chgData name="Dominique Legault" userId="S::dominique.legault@earley.com::891b380b-0e33-4679-b9ba-ed6b36223d4d" providerId="AD" clId="Web-{94F6E8E7-8549-8DC2-C2B9-9A43957E864F}" dt="2026-02-13T04:43:54.644" v="730"/>
          <ac:graphicFrameMkLst>
            <pc:docMk/>
            <pc:sldMk cId="0" sldId="257"/>
            <ac:graphicFrameMk id="12" creationId="{00000000-0000-0000-0000-000000000000}"/>
          </ac:graphicFrameMkLst>
        </pc:graphicFrameChg>
        <pc:picChg chg="add mod">
          <ac:chgData name="Dominique Legault" userId="S::dominique.legault@earley.com::891b380b-0e33-4679-b9ba-ed6b36223d4d" providerId="AD" clId="Web-{94F6E8E7-8549-8DC2-C2B9-9A43957E864F}" dt="2026-02-13T00:59:09.685" v="27" actId="1076"/>
          <ac:picMkLst>
            <pc:docMk/>
            <pc:sldMk cId="0" sldId="257"/>
            <ac:picMk id="13" creationId="{6E94868B-0744-5F5E-1C57-99AEF10CA068}"/>
          </ac:picMkLst>
        </pc:picChg>
      </pc:sldChg>
      <pc:sldChg chg="addSp delSp modSp">
        <pc:chgData name="Dominique Legault" userId="S::dominique.legault@earley.com::891b380b-0e33-4679-b9ba-ed6b36223d4d" providerId="AD" clId="Web-{94F6E8E7-8549-8DC2-C2B9-9A43957E864F}" dt="2026-02-13T00:59:55.700" v="32"/>
        <pc:sldMkLst>
          <pc:docMk/>
          <pc:sldMk cId="0" sldId="258"/>
        </pc:sldMkLst>
        <pc:spChg chg="mod">
          <ac:chgData name="Dominique Legault" userId="S::dominique.legault@earley.com::891b380b-0e33-4679-b9ba-ed6b36223d4d" providerId="AD" clId="Web-{94F6E8E7-8549-8DC2-C2B9-9A43957E864F}" dt="2026-02-13T00:59:33.700" v="29" actId="20577"/>
          <ac:spMkLst>
            <pc:docMk/>
            <pc:sldMk cId="0" sldId="258"/>
            <ac:spMk id="6" creationId="{00000000-0000-0000-0000-000000000000}"/>
          </ac:spMkLst>
        </pc:spChg>
        <pc:picChg chg="add del mod">
          <ac:chgData name="Dominique Legault" userId="S::dominique.legault@earley.com::891b380b-0e33-4679-b9ba-ed6b36223d4d" providerId="AD" clId="Web-{94F6E8E7-8549-8DC2-C2B9-9A43957E864F}" dt="2026-02-13T00:59:44.700" v="31"/>
          <ac:picMkLst>
            <pc:docMk/>
            <pc:sldMk cId="0" sldId="258"/>
            <ac:picMk id="28" creationId="{1703F829-B962-54A3-B4BC-22C2B18E824A}"/>
          </ac:picMkLst>
        </pc:picChg>
        <pc:picChg chg="add">
          <ac:chgData name="Dominique Legault" userId="S::dominique.legault@earley.com::891b380b-0e33-4679-b9ba-ed6b36223d4d" providerId="AD" clId="Web-{94F6E8E7-8549-8DC2-C2B9-9A43957E864F}" dt="2026-02-13T00:59:55.700" v="32"/>
          <ac:picMkLst>
            <pc:docMk/>
            <pc:sldMk cId="0" sldId="258"/>
            <ac:picMk id="30" creationId="{3F0B2A79-FBAF-5E44-03A0-EA93344F621A}"/>
          </ac:picMkLst>
        </pc:picChg>
      </pc:sldChg>
      <pc:sldChg chg="addSp modSp">
        <pc:chgData name="Dominique Legault" userId="S::dominique.legault@earley.com::891b380b-0e33-4679-b9ba-ed6b36223d4d" providerId="AD" clId="Web-{94F6E8E7-8549-8DC2-C2B9-9A43957E864F}" dt="2026-02-13T05:01:26.785" v="748"/>
        <pc:sldMkLst>
          <pc:docMk/>
          <pc:sldMk cId="0" sldId="259"/>
        </pc:sldMkLst>
        <pc:graphicFrameChg chg="mod modGraphic">
          <ac:chgData name="Dominique Legault" userId="S::dominique.legault@earley.com::891b380b-0e33-4679-b9ba-ed6b36223d4d" providerId="AD" clId="Web-{94F6E8E7-8549-8DC2-C2B9-9A43957E864F}" dt="2026-02-13T05:01:26.785" v="748"/>
          <ac:graphicFrameMkLst>
            <pc:docMk/>
            <pc:sldMk cId="0" sldId="259"/>
            <ac:graphicFrameMk id="17" creationId="{00000000-0000-0000-0000-000000000000}"/>
          </ac:graphicFrameMkLst>
        </pc:graphicFrameChg>
        <pc:picChg chg="add">
          <ac:chgData name="Dominique Legault" userId="S::dominique.legault@earley.com::891b380b-0e33-4679-b9ba-ed6b36223d4d" providerId="AD" clId="Web-{94F6E8E7-8549-8DC2-C2B9-9A43957E864F}" dt="2026-02-13T00:59:58.559" v="33"/>
          <ac:picMkLst>
            <pc:docMk/>
            <pc:sldMk cId="0" sldId="259"/>
            <ac:picMk id="22" creationId="{09BD390A-D330-8256-2154-0BE3639960E7}"/>
          </ac:picMkLst>
        </pc:picChg>
      </pc:sldChg>
      <pc:sldChg chg="addSp">
        <pc:chgData name="Dominique Legault" userId="S::dominique.legault@earley.com::891b380b-0e33-4679-b9ba-ed6b36223d4d" providerId="AD" clId="Web-{94F6E8E7-8549-8DC2-C2B9-9A43957E864F}" dt="2026-02-13T01:00:08.309" v="34"/>
        <pc:sldMkLst>
          <pc:docMk/>
          <pc:sldMk cId="0" sldId="260"/>
        </pc:sldMkLst>
        <pc:picChg chg="add">
          <ac:chgData name="Dominique Legault" userId="S::dominique.legault@earley.com::891b380b-0e33-4679-b9ba-ed6b36223d4d" providerId="AD" clId="Web-{94F6E8E7-8549-8DC2-C2B9-9A43957E864F}" dt="2026-02-13T01:00:08.309" v="34"/>
          <ac:picMkLst>
            <pc:docMk/>
            <pc:sldMk cId="0" sldId="260"/>
            <ac:picMk id="33" creationId="{B8FFC9E6-99C7-3EC5-299F-FD9035CC8FED}"/>
          </ac:picMkLst>
        </pc:picChg>
      </pc:sldChg>
      <pc:sldChg chg="addSp delSp modSp">
        <pc:chgData name="Dominique Legault" userId="S::dominique.legault@earley.com::891b380b-0e33-4679-b9ba-ed6b36223d4d" providerId="AD" clId="Web-{94F6E8E7-8549-8DC2-C2B9-9A43957E864F}" dt="2026-02-13T04:32:43.850" v="466"/>
        <pc:sldMkLst>
          <pc:docMk/>
          <pc:sldMk cId="0" sldId="261"/>
        </pc:sldMkLst>
        <pc:spChg chg="mod">
          <ac:chgData name="Dominique Legault" userId="S::dominique.legault@earley.com::891b380b-0e33-4679-b9ba-ed6b36223d4d" providerId="AD" clId="Web-{94F6E8E7-8549-8DC2-C2B9-9A43957E864F}" dt="2026-02-13T04:31:39.256" v="354" actId="1076"/>
          <ac:spMkLst>
            <pc:docMk/>
            <pc:sldMk cId="0" sldId="261"/>
            <ac:spMk id="5" creationId="{00000000-0000-0000-0000-000000000000}"/>
          </ac:spMkLst>
        </pc:spChg>
        <pc:spChg chg="mod">
          <ac:chgData name="Dominique Legault" userId="S::dominique.legault@earley.com::891b380b-0e33-4679-b9ba-ed6b36223d4d" providerId="AD" clId="Web-{94F6E8E7-8549-8DC2-C2B9-9A43957E864F}" dt="2026-02-13T04:31:39.256" v="353" actId="1076"/>
          <ac:spMkLst>
            <pc:docMk/>
            <pc:sldMk cId="0" sldId="261"/>
            <ac:spMk id="6" creationId="{00000000-0000-0000-0000-000000000000}"/>
          </ac:spMkLst>
        </pc:spChg>
        <pc:spChg chg="mod">
          <ac:chgData name="Dominique Legault" userId="S::dominique.legault@earley.com::891b380b-0e33-4679-b9ba-ed6b36223d4d" providerId="AD" clId="Web-{94F6E8E7-8549-8DC2-C2B9-9A43957E864F}" dt="2026-02-13T04:31:39.256" v="352" actId="1076"/>
          <ac:spMkLst>
            <pc:docMk/>
            <pc:sldMk cId="0" sldId="261"/>
            <ac:spMk id="7" creationId="{00000000-0000-0000-0000-000000000000}"/>
          </ac:spMkLst>
        </pc:spChg>
        <pc:spChg chg="mod">
          <ac:chgData name="Dominique Legault" userId="S::dominique.legault@earley.com::891b380b-0e33-4679-b9ba-ed6b36223d4d" providerId="AD" clId="Web-{94F6E8E7-8549-8DC2-C2B9-9A43957E864F}" dt="2026-02-13T04:31:39.256" v="351" actId="1076"/>
          <ac:spMkLst>
            <pc:docMk/>
            <pc:sldMk cId="0" sldId="261"/>
            <ac:spMk id="8" creationId="{00000000-0000-0000-0000-000000000000}"/>
          </ac:spMkLst>
        </pc:spChg>
        <pc:spChg chg="add del">
          <ac:chgData name="Dominique Legault" userId="S::dominique.legault@earley.com::891b380b-0e33-4679-b9ba-ed6b36223d4d" providerId="AD" clId="Web-{94F6E8E7-8549-8DC2-C2B9-9A43957E864F}" dt="2026-02-13T04:32:43.850" v="452"/>
          <ac:spMkLst>
            <pc:docMk/>
            <pc:sldMk cId="0" sldId="261"/>
            <ac:spMk id="12" creationId="{00000000-0000-0000-0000-000000000000}"/>
          </ac:spMkLst>
        </pc:spChg>
        <pc:spChg chg="add del">
          <ac:chgData name="Dominique Legault" userId="S::dominique.legault@earley.com::891b380b-0e33-4679-b9ba-ed6b36223d4d" providerId="AD" clId="Web-{94F6E8E7-8549-8DC2-C2B9-9A43957E864F}" dt="2026-02-13T04:32:43.850" v="454"/>
          <ac:spMkLst>
            <pc:docMk/>
            <pc:sldMk cId="0" sldId="261"/>
            <ac:spMk id="14" creationId="{00000000-0000-0000-0000-000000000000}"/>
          </ac:spMkLst>
        </pc:spChg>
        <pc:spChg chg="add del">
          <ac:chgData name="Dominique Legault" userId="S::dominique.legault@earley.com::891b380b-0e33-4679-b9ba-ed6b36223d4d" providerId="AD" clId="Web-{94F6E8E7-8549-8DC2-C2B9-9A43957E864F}" dt="2026-02-13T04:32:43.850" v="455"/>
          <ac:spMkLst>
            <pc:docMk/>
            <pc:sldMk cId="0" sldId="261"/>
            <ac:spMk id="15" creationId="{00000000-0000-0000-0000-000000000000}"/>
          </ac:spMkLst>
        </pc:spChg>
        <pc:spChg chg="add del">
          <ac:chgData name="Dominique Legault" userId="S::dominique.legault@earley.com::891b380b-0e33-4679-b9ba-ed6b36223d4d" providerId="AD" clId="Web-{94F6E8E7-8549-8DC2-C2B9-9A43957E864F}" dt="2026-02-13T04:32:43.850" v="456"/>
          <ac:spMkLst>
            <pc:docMk/>
            <pc:sldMk cId="0" sldId="261"/>
            <ac:spMk id="16" creationId="{00000000-0000-0000-0000-000000000000}"/>
          </ac:spMkLst>
        </pc:spChg>
        <pc:spChg chg="add del">
          <ac:chgData name="Dominique Legault" userId="S::dominique.legault@earley.com::891b380b-0e33-4679-b9ba-ed6b36223d4d" providerId="AD" clId="Web-{94F6E8E7-8549-8DC2-C2B9-9A43957E864F}" dt="2026-02-13T04:32:43.850" v="457"/>
          <ac:spMkLst>
            <pc:docMk/>
            <pc:sldMk cId="0" sldId="261"/>
            <ac:spMk id="17" creationId="{00000000-0000-0000-0000-000000000000}"/>
          </ac:spMkLst>
        </pc:spChg>
        <pc:spChg chg="add del">
          <ac:chgData name="Dominique Legault" userId="S::dominique.legault@earley.com::891b380b-0e33-4679-b9ba-ed6b36223d4d" providerId="AD" clId="Web-{94F6E8E7-8549-8DC2-C2B9-9A43957E864F}" dt="2026-02-13T04:32:43.850" v="458"/>
          <ac:spMkLst>
            <pc:docMk/>
            <pc:sldMk cId="0" sldId="261"/>
            <ac:spMk id="18" creationId="{00000000-0000-0000-0000-000000000000}"/>
          </ac:spMkLst>
        </pc:spChg>
        <pc:spChg chg="add del">
          <ac:chgData name="Dominique Legault" userId="S::dominique.legault@earley.com::891b380b-0e33-4679-b9ba-ed6b36223d4d" providerId="AD" clId="Web-{94F6E8E7-8549-8DC2-C2B9-9A43957E864F}" dt="2026-02-13T04:32:43.850" v="460"/>
          <ac:spMkLst>
            <pc:docMk/>
            <pc:sldMk cId="0" sldId="261"/>
            <ac:spMk id="20" creationId="{00000000-0000-0000-0000-000000000000}"/>
          </ac:spMkLst>
        </pc:spChg>
        <pc:spChg chg="add del">
          <ac:chgData name="Dominique Legault" userId="S::dominique.legault@earley.com::891b380b-0e33-4679-b9ba-ed6b36223d4d" providerId="AD" clId="Web-{94F6E8E7-8549-8DC2-C2B9-9A43957E864F}" dt="2026-02-13T04:32:43.850" v="461"/>
          <ac:spMkLst>
            <pc:docMk/>
            <pc:sldMk cId="0" sldId="261"/>
            <ac:spMk id="21" creationId="{00000000-0000-0000-0000-000000000000}"/>
          </ac:spMkLst>
        </pc:spChg>
        <pc:spChg chg="add del">
          <ac:chgData name="Dominique Legault" userId="S::dominique.legault@earley.com::891b380b-0e33-4679-b9ba-ed6b36223d4d" providerId="AD" clId="Web-{94F6E8E7-8549-8DC2-C2B9-9A43957E864F}" dt="2026-02-13T04:32:43.850" v="462"/>
          <ac:spMkLst>
            <pc:docMk/>
            <pc:sldMk cId="0" sldId="261"/>
            <ac:spMk id="22" creationId="{00000000-0000-0000-0000-000000000000}"/>
          </ac:spMkLst>
        </pc:spChg>
        <pc:spChg chg="add del">
          <ac:chgData name="Dominique Legault" userId="S::dominique.legault@earley.com::891b380b-0e33-4679-b9ba-ed6b36223d4d" providerId="AD" clId="Web-{94F6E8E7-8549-8DC2-C2B9-9A43957E864F}" dt="2026-02-13T04:32:43.850" v="463"/>
          <ac:spMkLst>
            <pc:docMk/>
            <pc:sldMk cId="0" sldId="261"/>
            <ac:spMk id="23" creationId="{00000000-0000-0000-0000-000000000000}"/>
          </ac:spMkLst>
        </pc:spChg>
        <pc:spChg chg="add del">
          <ac:chgData name="Dominique Legault" userId="S::dominique.legault@earley.com::891b380b-0e33-4679-b9ba-ed6b36223d4d" providerId="AD" clId="Web-{94F6E8E7-8549-8DC2-C2B9-9A43957E864F}" dt="2026-02-13T04:32:43.850" v="464"/>
          <ac:spMkLst>
            <pc:docMk/>
            <pc:sldMk cId="0" sldId="261"/>
            <ac:spMk id="24" creationId="{00000000-0000-0000-0000-000000000000}"/>
          </ac:spMkLst>
        </pc:spChg>
        <pc:spChg chg="add del">
          <ac:chgData name="Dominique Legault" userId="S::dominique.legault@earley.com::891b380b-0e33-4679-b9ba-ed6b36223d4d" providerId="AD" clId="Web-{94F6E8E7-8549-8DC2-C2B9-9A43957E864F}" dt="2026-02-13T04:32:43.850" v="465"/>
          <ac:spMkLst>
            <pc:docMk/>
            <pc:sldMk cId="0" sldId="261"/>
            <ac:spMk id="25" creationId="{00000000-0000-0000-0000-000000000000}"/>
          </ac:spMkLst>
        </pc:spChg>
        <pc:spChg chg="add del">
          <ac:chgData name="Dominique Legault" userId="S::dominique.legault@earley.com::891b380b-0e33-4679-b9ba-ed6b36223d4d" providerId="AD" clId="Web-{94F6E8E7-8549-8DC2-C2B9-9A43957E864F}" dt="2026-02-13T04:32:43.850" v="466"/>
          <ac:spMkLst>
            <pc:docMk/>
            <pc:sldMk cId="0" sldId="261"/>
            <ac:spMk id="26" creationId="{00000000-0000-0000-0000-000000000000}"/>
          </ac:spMkLst>
        </pc:spChg>
        <pc:spChg chg="mod">
          <ac:chgData name="Dominique Legault" userId="S::dominique.legault@earley.com::891b380b-0e33-4679-b9ba-ed6b36223d4d" providerId="AD" clId="Web-{94F6E8E7-8549-8DC2-C2B9-9A43957E864F}" dt="2026-02-13T04:29:59.177" v="178" actId="14100"/>
          <ac:spMkLst>
            <pc:docMk/>
            <pc:sldMk cId="0" sldId="261"/>
            <ac:spMk id="27" creationId="{EF781FC3-6D64-C39A-1B2A-D9B6B0C3BB22}"/>
          </ac:spMkLst>
        </pc:spChg>
        <pc:spChg chg="mod">
          <ac:chgData name="Dominique Legault" userId="S::dominique.legault@earley.com::891b380b-0e33-4679-b9ba-ed6b36223d4d" providerId="AD" clId="Web-{94F6E8E7-8549-8DC2-C2B9-9A43957E864F}" dt="2026-02-13T04:29:59.177" v="176" actId="14100"/>
          <ac:spMkLst>
            <pc:docMk/>
            <pc:sldMk cId="0" sldId="261"/>
            <ac:spMk id="30" creationId="{8D5333F7-AA18-1EB0-AE62-AFE282C6A50D}"/>
          </ac:spMkLst>
        </pc:spChg>
        <pc:spChg chg="add mod">
          <ac:chgData name="Dominique Legault" userId="S::dominique.legault@earley.com::891b380b-0e33-4679-b9ba-ed6b36223d4d" providerId="AD" clId="Web-{94F6E8E7-8549-8DC2-C2B9-9A43957E864F}" dt="2026-02-13T04:29:59.177" v="175" actId="14100"/>
          <ac:spMkLst>
            <pc:docMk/>
            <pc:sldMk cId="0" sldId="261"/>
            <ac:spMk id="31" creationId="{309F7EF5-DA13-38A1-8680-60C18CBE4437}"/>
          </ac:spMkLst>
        </pc:spChg>
        <pc:spChg chg="mod">
          <ac:chgData name="Dominique Legault" userId="S::dominique.legault@earley.com::891b380b-0e33-4679-b9ba-ed6b36223d4d" providerId="AD" clId="Web-{94F6E8E7-8549-8DC2-C2B9-9A43957E864F}" dt="2026-02-13T04:29:59.177" v="174" actId="14100"/>
          <ac:spMkLst>
            <pc:docMk/>
            <pc:sldMk cId="0" sldId="261"/>
            <ac:spMk id="32" creationId="{C2F7A635-3C01-9F4F-4A17-8514A2FD25B6}"/>
          </ac:spMkLst>
        </pc:spChg>
        <pc:spChg chg="add mod">
          <ac:chgData name="Dominique Legault" userId="S::dominique.legault@earley.com::891b380b-0e33-4679-b9ba-ed6b36223d4d" providerId="AD" clId="Web-{94F6E8E7-8549-8DC2-C2B9-9A43957E864F}" dt="2026-02-13T04:29:59.177" v="173" actId="14100"/>
          <ac:spMkLst>
            <pc:docMk/>
            <pc:sldMk cId="0" sldId="261"/>
            <ac:spMk id="33" creationId="{405FA93F-D0F0-96D3-A2D5-34E1CFC4F131}"/>
          </ac:spMkLst>
        </pc:spChg>
        <pc:spChg chg="add del mod">
          <ac:chgData name="Dominique Legault" userId="S::dominique.legault@earley.com::891b380b-0e33-4679-b9ba-ed6b36223d4d" providerId="AD" clId="Web-{94F6E8E7-8549-8DC2-C2B9-9A43957E864F}" dt="2026-02-13T04:30:02.599" v="179"/>
          <ac:spMkLst>
            <pc:docMk/>
            <pc:sldMk cId="0" sldId="261"/>
            <ac:spMk id="34" creationId="{8CF1FDF7-DAF3-FD5C-1395-C0608E248B66}"/>
          </ac:spMkLst>
        </pc:spChg>
        <pc:spChg chg="del mod">
          <ac:chgData name="Dominique Legault" userId="S::dominique.legault@earley.com::891b380b-0e33-4679-b9ba-ed6b36223d4d" providerId="AD" clId="Web-{94F6E8E7-8549-8DC2-C2B9-9A43957E864F}" dt="2026-02-13T04:30:02.599" v="179"/>
          <ac:spMkLst>
            <pc:docMk/>
            <pc:sldMk cId="0" sldId="261"/>
            <ac:spMk id="35" creationId="{EF21BC5D-82B6-A456-E1C9-A70E59019143}"/>
          </ac:spMkLst>
        </pc:spChg>
        <pc:spChg chg="mod">
          <ac:chgData name="Dominique Legault" userId="S::dominique.legault@earley.com::891b380b-0e33-4679-b9ba-ed6b36223d4d" providerId="AD" clId="Web-{94F6E8E7-8549-8DC2-C2B9-9A43957E864F}" dt="2026-02-13T04:29:59.177" v="169" actId="14100"/>
          <ac:spMkLst>
            <pc:docMk/>
            <pc:sldMk cId="0" sldId="261"/>
            <ac:spMk id="37" creationId="{19F39636-EE62-575A-4A9E-C2CA38FDCE0B}"/>
          </ac:spMkLst>
        </pc:spChg>
        <pc:spChg chg="add mod">
          <ac:chgData name="Dominique Legault" userId="S::dominique.legault@earley.com::891b380b-0e33-4679-b9ba-ed6b36223d4d" providerId="AD" clId="Web-{94F6E8E7-8549-8DC2-C2B9-9A43957E864F}" dt="2026-02-13T04:29:59.177" v="168" actId="14100"/>
          <ac:spMkLst>
            <pc:docMk/>
            <pc:sldMk cId="0" sldId="261"/>
            <ac:spMk id="38" creationId="{78AAA4FE-D13D-8A64-EEFD-BC55323597F7}"/>
          </ac:spMkLst>
        </pc:spChg>
        <pc:spChg chg="del mod">
          <ac:chgData name="Dominique Legault" userId="S::dominique.legault@earley.com::891b380b-0e33-4679-b9ba-ed6b36223d4d" providerId="AD" clId="Web-{94F6E8E7-8549-8DC2-C2B9-9A43957E864F}" dt="2026-02-13T04:30:02.599" v="179"/>
          <ac:spMkLst>
            <pc:docMk/>
            <pc:sldMk cId="0" sldId="261"/>
            <ac:spMk id="39" creationId="{51F7436A-3BB1-E1BE-1A83-ADFC9654E862}"/>
          </ac:spMkLst>
        </pc:spChg>
        <pc:spChg chg="del mod">
          <ac:chgData name="Dominique Legault" userId="S::dominique.legault@earley.com::891b380b-0e33-4679-b9ba-ed6b36223d4d" providerId="AD" clId="Web-{94F6E8E7-8549-8DC2-C2B9-9A43957E864F}" dt="2026-02-13T04:30:02.599" v="179"/>
          <ac:spMkLst>
            <pc:docMk/>
            <pc:sldMk cId="0" sldId="261"/>
            <ac:spMk id="40" creationId="{CA16859F-4C99-3099-3B2B-E190399FF521}"/>
          </ac:spMkLst>
        </pc:spChg>
        <pc:spChg chg="add del">
          <ac:chgData name="Dominique Legault" userId="S::dominique.legault@earley.com::891b380b-0e33-4679-b9ba-ed6b36223d4d" providerId="AD" clId="Web-{94F6E8E7-8549-8DC2-C2B9-9A43957E864F}" dt="2026-02-13T04:30:02.599" v="179"/>
          <ac:spMkLst>
            <pc:docMk/>
            <pc:sldMk cId="0" sldId="261"/>
            <ac:spMk id="41" creationId="{723FD171-DE22-F530-2398-68ADB3B6B44E}"/>
          </ac:spMkLst>
        </pc:spChg>
        <pc:spChg chg="add del">
          <ac:chgData name="Dominique Legault" userId="S::dominique.legault@earley.com::891b380b-0e33-4679-b9ba-ed6b36223d4d" providerId="AD" clId="Web-{94F6E8E7-8549-8DC2-C2B9-9A43957E864F}" dt="2026-02-13T04:30:02.599" v="179"/>
          <ac:spMkLst>
            <pc:docMk/>
            <pc:sldMk cId="0" sldId="261"/>
            <ac:spMk id="43" creationId="{247DF635-C570-A4EE-3A6C-E35A0C74B7E8}"/>
          </ac:spMkLst>
        </pc:spChg>
        <pc:spChg chg="del">
          <ac:chgData name="Dominique Legault" userId="S::dominique.legault@earley.com::891b380b-0e33-4679-b9ba-ed6b36223d4d" providerId="AD" clId="Web-{94F6E8E7-8549-8DC2-C2B9-9A43957E864F}" dt="2026-02-13T04:30:02.599" v="179"/>
          <ac:spMkLst>
            <pc:docMk/>
            <pc:sldMk cId="0" sldId="261"/>
            <ac:spMk id="44" creationId="{ED9996CA-533C-06B7-F3B3-77FB80A80F8A}"/>
          </ac:spMkLst>
        </pc:spChg>
        <pc:spChg chg="add">
          <ac:chgData name="Dominique Legault" userId="S::dominique.legault@earley.com::891b380b-0e33-4679-b9ba-ed6b36223d4d" providerId="AD" clId="Web-{94F6E8E7-8549-8DC2-C2B9-9A43957E864F}" dt="2026-02-13T04:29:12.099" v="150"/>
          <ac:spMkLst>
            <pc:docMk/>
            <pc:sldMk cId="0" sldId="261"/>
            <ac:spMk id="46" creationId="{4C3C14E1-6900-74BC-9641-B4DE1B57BB41}"/>
          </ac:spMkLst>
        </pc:spChg>
        <pc:spChg chg="add del">
          <ac:chgData name="Dominique Legault" userId="S::dominique.legault@earley.com::891b380b-0e33-4679-b9ba-ed6b36223d4d" providerId="AD" clId="Web-{94F6E8E7-8549-8DC2-C2B9-9A43957E864F}" dt="2026-02-13T04:30:02.599" v="179"/>
          <ac:spMkLst>
            <pc:docMk/>
            <pc:sldMk cId="0" sldId="261"/>
            <ac:spMk id="47" creationId="{585D3945-19D5-BFF5-7649-81E60E9A1F41}"/>
          </ac:spMkLst>
        </pc:spChg>
        <pc:spChg chg="del">
          <ac:chgData name="Dominique Legault" userId="S::dominique.legault@earley.com::891b380b-0e33-4679-b9ba-ed6b36223d4d" providerId="AD" clId="Web-{94F6E8E7-8549-8DC2-C2B9-9A43957E864F}" dt="2026-02-13T04:30:02.599" v="179"/>
          <ac:spMkLst>
            <pc:docMk/>
            <pc:sldMk cId="0" sldId="261"/>
            <ac:spMk id="49" creationId="{B5621A03-59C7-E780-E965-49AC55E9E2B5}"/>
          </ac:spMkLst>
        </pc:spChg>
        <pc:spChg chg="add">
          <ac:chgData name="Dominique Legault" userId="S::dominique.legault@earley.com::891b380b-0e33-4679-b9ba-ed6b36223d4d" providerId="AD" clId="Web-{94F6E8E7-8549-8DC2-C2B9-9A43957E864F}" dt="2026-02-13T04:29:12.099" v="150"/>
          <ac:spMkLst>
            <pc:docMk/>
            <pc:sldMk cId="0" sldId="261"/>
            <ac:spMk id="52" creationId="{19C62CAC-1CF3-1B57-D1D9-0EDABFACE174}"/>
          </ac:spMkLst>
        </pc:spChg>
        <pc:spChg chg="add del">
          <ac:chgData name="Dominique Legault" userId="S::dominique.legault@earley.com::891b380b-0e33-4679-b9ba-ed6b36223d4d" providerId="AD" clId="Web-{94F6E8E7-8549-8DC2-C2B9-9A43957E864F}" dt="2026-02-13T04:30:02.599" v="179"/>
          <ac:spMkLst>
            <pc:docMk/>
            <pc:sldMk cId="0" sldId="261"/>
            <ac:spMk id="54" creationId="{45A27C34-00EE-69E5-6A25-4C6C2711D37F}"/>
          </ac:spMkLst>
        </pc:spChg>
        <pc:spChg chg="add del mod">
          <ac:chgData name="Dominique Legault" userId="S::dominique.legault@earley.com::891b380b-0e33-4679-b9ba-ed6b36223d4d" providerId="AD" clId="Web-{94F6E8E7-8549-8DC2-C2B9-9A43957E864F}" dt="2026-02-13T04:32:43.365" v="451"/>
          <ac:spMkLst>
            <pc:docMk/>
            <pc:sldMk cId="0" sldId="261"/>
            <ac:spMk id="55" creationId="{75AD5E3E-E1BC-7F12-A1E8-04E7EFF900B3}"/>
          </ac:spMkLst>
        </pc:spChg>
        <pc:spChg chg="add del mod">
          <ac:chgData name="Dominique Legault" userId="S::dominique.legault@earley.com::891b380b-0e33-4679-b9ba-ed6b36223d4d" providerId="AD" clId="Web-{94F6E8E7-8549-8DC2-C2B9-9A43957E864F}" dt="2026-02-13T04:32:43.365" v="451"/>
          <ac:spMkLst>
            <pc:docMk/>
            <pc:sldMk cId="0" sldId="261"/>
            <ac:spMk id="57" creationId="{DA0F1788-3AE9-B8D0-1E9A-450E7D25C670}"/>
          </ac:spMkLst>
        </pc:spChg>
        <pc:spChg chg="add mod">
          <ac:chgData name="Dominique Legault" userId="S::dominique.legault@earley.com::891b380b-0e33-4679-b9ba-ed6b36223d4d" providerId="AD" clId="Web-{94F6E8E7-8549-8DC2-C2B9-9A43957E864F}" dt="2026-02-13T04:32:42.693" v="447" actId="1076"/>
          <ac:spMkLst>
            <pc:docMk/>
            <pc:sldMk cId="0" sldId="261"/>
            <ac:spMk id="58" creationId="{49E0C9EC-8D6E-BE7E-1ABC-5F122BE12598}"/>
          </ac:spMkLst>
        </pc:spChg>
        <pc:spChg chg="add mod">
          <ac:chgData name="Dominique Legault" userId="S::dominique.legault@earley.com::891b380b-0e33-4679-b9ba-ed6b36223d4d" providerId="AD" clId="Web-{94F6E8E7-8549-8DC2-C2B9-9A43957E864F}" dt="2026-02-13T04:32:42.693" v="446" actId="1076"/>
          <ac:spMkLst>
            <pc:docMk/>
            <pc:sldMk cId="0" sldId="261"/>
            <ac:spMk id="59" creationId="{967E971A-D37B-8E7B-B6C4-6CCF81DF54B9}"/>
          </ac:spMkLst>
        </pc:spChg>
        <pc:spChg chg="add del mod">
          <ac:chgData name="Dominique Legault" userId="S::dominique.legault@earley.com::891b380b-0e33-4679-b9ba-ed6b36223d4d" providerId="AD" clId="Web-{94F6E8E7-8549-8DC2-C2B9-9A43957E864F}" dt="2026-02-13T04:32:43.365" v="451"/>
          <ac:spMkLst>
            <pc:docMk/>
            <pc:sldMk cId="0" sldId="261"/>
            <ac:spMk id="60" creationId="{A14E8B58-74B5-4B24-9C92-D0D31DF011BD}"/>
          </ac:spMkLst>
        </pc:spChg>
        <pc:spChg chg="add del mod">
          <ac:chgData name="Dominique Legault" userId="S::dominique.legault@earley.com::891b380b-0e33-4679-b9ba-ed6b36223d4d" providerId="AD" clId="Web-{94F6E8E7-8549-8DC2-C2B9-9A43957E864F}" dt="2026-02-13T04:32:43.365" v="451"/>
          <ac:spMkLst>
            <pc:docMk/>
            <pc:sldMk cId="0" sldId="261"/>
            <ac:spMk id="61" creationId="{9D521DE6-1DD7-BA1F-4DA8-FC7DB1155E2C}"/>
          </ac:spMkLst>
        </pc:spChg>
        <pc:spChg chg="del mod">
          <ac:chgData name="Dominique Legault" userId="S::dominique.legault@earley.com::891b380b-0e33-4679-b9ba-ed6b36223d4d" providerId="AD" clId="Web-{94F6E8E7-8549-8DC2-C2B9-9A43957E864F}" dt="2026-02-13T04:32:43.365" v="451"/>
          <ac:spMkLst>
            <pc:docMk/>
            <pc:sldMk cId="0" sldId="261"/>
            <ac:spMk id="62" creationId="{2B0D66F1-6182-C61E-E2CF-4975BB160484}"/>
          </ac:spMkLst>
        </pc:spChg>
        <pc:spChg chg="mod">
          <ac:chgData name="Dominique Legault" userId="S::dominique.legault@earley.com::891b380b-0e33-4679-b9ba-ed6b36223d4d" providerId="AD" clId="Web-{94F6E8E7-8549-8DC2-C2B9-9A43957E864F}" dt="2026-02-13T04:32:42.693" v="441" actId="1076"/>
          <ac:spMkLst>
            <pc:docMk/>
            <pc:sldMk cId="0" sldId="261"/>
            <ac:spMk id="64" creationId="{56296AF9-647A-221A-2803-C340CE079334}"/>
          </ac:spMkLst>
        </pc:spChg>
        <pc:spChg chg="add del mod">
          <ac:chgData name="Dominique Legault" userId="S::dominique.legault@earley.com::891b380b-0e33-4679-b9ba-ed6b36223d4d" providerId="AD" clId="Web-{94F6E8E7-8549-8DC2-C2B9-9A43957E864F}" dt="2026-02-13T04:32:43.365" v="451"/>
          <ac:spMkLst>
            <pc:docMk/>
            <pc:sldMk cId="0" sldId="261"/>
            <ac:spMk id="65" creationId="{61A4C752-9B44-588A-9F45-C472C1971916}"/>
          </ac:spMkLst>
        </pc:spChg>
        <pc:spChg chg="mod">
          <ac:chgData name="Dominique Legault" userId="S::dominique.legault@earley.com::891b380b-0e33-4679-b9ba-ed6b36223d4d" providerId="AD" clId="Web-{94F6E8E7-8549-8DC2-C2B9-9A43957E864F}" dt="2026-02-13T04:32:42.693" v="439" actId="1076"/>
          <ac:spMkLst>
            <pc:docMk/>
            <pc:sldMk cId="0" sldId="261"/>
            <ac:spMk id="66" creationId="{243ECAE5-C882-5E4A-020C-14FC338521F4}"/>
          </ac:spMkLst>
        </pc:spChg>
        <pc:spChg chg="add del mod">
          <ac:chgData name="Dominique Legault" userId="S::dominique.legault@earley.com::891b380b-0e33-4679-b9ba-ed6b36223d4d" providerId="AD" clId="Web-{94F6E8E7-8549-8DC2-C2B9-9A43957E864F}" dt="2026-02-13T04:32:43.365" v="451"/>
          <ac:spMkLst>
            <pc:docMk/>
            <pc:sldMk cId="0" sldId="261"/>
            <ac:spMk id="67" creationId="{02CB310E-F16B-B51B-228F-92DF105FBB8E}"/>
          </ac:spMkLst>
        </pc:spChg>
        <pc:spChg chg="mod">
          <ac:chgData name="Dominique Legault" userId="S::dominique.legault@earley.com::891b380b-0e33-4679-b9ba-ed6b36223d4d" providerId="AD" clId="Web-{94F6E8E7-8549-8DC2-C2B9-9A43957E864F}" dt="2026-02-13T04:32:42.693" v="437" actId="1076"/>
          <ac:spMkLst>
            <pc:docMk/>
            <pc:sldMk cId="0" sldId="261"/>
            <ac:spMk id="68" creationId="{9815B09D-729C-9B8B-137A-4D8012217E5A}"/>
          </ac:spMkLst>
        </pc:spChg>
        <pc:spChg chg="mod">
          <ac:chgData name="Dominique Legault" userId="S::dominique.legault@earley.com::891b380b-0e33-4679-b9ba-ed6b36223d4d" providerId="AD" clId="Web-{94F6E8E7-8549-8DC2-C2B9-9A43957E864F}" dt="2026-02-13T04:32:42.693" v="435" actId="1076"/>
          <ac:spMkLst>
            <pc:docMk/>
            <pc:sldMk cId="0" sldId="261"/>
            <ac:spMk id="70" creationId="{3CC65C6E-92BB-DD75-023D-8AF2E5A525E9}"/>
          </ac:spMkLst>
        </pc:spChg>
        <pc:spChg chg="mod">
          <ac:chgData name="Dominique Legault" userId="S::dominique.legault@earley.com::891b380b-0e33-4679-b9ba-ed6b36223d4d" providerId="AD" clId="Web-{94F6E8E7-8549-8DC2-C2B9-9A43957E864F}" dt="2026-02-13T04:32:42.693" v="434" actId="1076"/>
          <ac:spMkLst>
            <pc:docMk/>
            <pc:sldMk cId="0" sldId="261"/>
            <ac:spMk id="71" creationId="{4B3739BD-B8D0-CF96-2935-2C0AF8DF02EF}"/>
          </ac:spMkLst>
        </pc:spChg>
        <pc:spChg chg="mod">
          <ac:chgData name="Dominique Legault" userId="S::dominique.legault@earley.com::891b380b-0e33-4679-b9ba-ed6b36223d4d" providerId="AD" clId="Web-{94F6E8E7-8549-8DC2-C2B9-9A43957E864F}" dt="2026-02-13T04:32:42.693" v="432" actId="1076"/>
          <ac:spMkLst>
            <pc:docMk/>
            <pc:sldMk cId="0" sldId="261"/>
            <ac:spMk id="73" creationId="{EA03536E-FE6B-151C-31ED-021558E925F1}"/>
          </ac:spMkLst>
        </pc:spChg>
        <pc:spChg chg="add del mod">
          <ac:chgData name="Dominique Legault" userId="S::dominique.legault@earley.com::891b380b-0e33-4679-b9ba-ed6b36223d4d" providerId="AD" clId="Web-{94F6E8E7-8549-8DC2-C2B9-9A43957E864F}" dt="2026-02-13T04:32:43.365" v="451"/>
          <ac:spMkLst>
            <pc:docMk/>
            <pc:sldMk cId="0" sldId="261"/>
            <ac:spMk id="74" creationId="{67B0616A-CA96-72A6-78EF-154EF26D83E2}"/>
          </ac:spMkLst>
        </pc:spChg>
        <pc:spChg chg="del mod">
          <ac:chgData name="Dominique Legault" userId="S::dominique.legault@earley.com::891b380b-0e33-4679-b9ba-ed6b36223d4d" providerId="AD" clId="Web-{94F6E8E7-8549-8DC2-C2B9-9A43957E864F}" dt="2026-02-13T04:32:43.365" v="451"/>
          <ac:spMkLst>
            <pc:docMk/>
            <pc:sldMk cId="0" sldId="261"/>
            <ac:spMk id="76" creationId="{FD0AABA5-72DB-B680-B7AE-646D1EA30B51}"/>
          </ac:spMkLst>
        </pc:spChg>
        <pc:spChg chg="del mod">
          <ac:chgData name="Dominique Legault" userId="S::dominique.legault@earley.com::891b380b-0e33-4679-b9ba-ed6b36223d4d" providerId="AD" clId="Web-{94F6E8E7-8549-8DC2-C2B9-9A43957E864F}" dt="2026-02-13T04:32:43.365" v="451"/>
          <ac:spMkLst>
            <pc:docMk/>
            <pc:sldMk cId="0" sldId="261"/>
            <ac:spMk id="77" creationId="{02C8C12E-4956-5939-87EB-9821410D3E82}"/>
          </ac:spMkLst>
        </pc:spChg>
        <pc:spChg chg="mod">
          <ac:chgData name="Dominique Legault" userId="S::dominique.legault@earley.com::891b380b-0e33-4679-b9ba-ed6b36223d4d" providerId="AD" clId="Web-{94F6E8E7-8549-8DC2-C2B9-9A43957E864F}" dt="2026-02-13T04:32:42.693" v="426" actId="1076"/>
          <ac:spMkLst>
            <pc:docMk/>
            <pc:sldMk cId="0" sldId="261"/>
            <ac:spMk id="79" creationId="{8244496A-C388-7096-84CF-3064C2289DC8}"/>
          </ac:spMkLst>
        </pc:spChg>
        <pc:spChg chg="add mod">
          <ac:chgData name="Dominique Legault" userId="S::dominique.legault@earley.com::891b380b-0e33-4679-b9ba-ed6b36223d4d" providerId="AD" clId="Web-{94F6E8E7-8549-8DC2-C2B9-9A43957E864F}" dt="2026-02-13T04:32:42.693" v="425" actId="1076"/>
          <ac:spMkLst>
            <pc:docMk/>
            <pc:sldMk cId="0" sldId="261"/>
            <ac:spMk id="80" creationId="{0760F529-4C99-A5EC-EFBF-E128C6BFE3DA}"/>
          </ac:spMkLst>
        </pc:spChg>
        <pc:spChg chg="mod">
          <ac:chgData name="Dominique Legault" userId="S::dominique.legault@earley.com::891b380b-0e33-4679-b9ba-ed6b36223d4d" providerId="AD" clId="Web-{94F6E8E7-8549-8DC2-C2B9-9A43957E864F}" dt="2026-02-13T04:32:42.693" v="424" actId="1076"/>
          <ac:spMkLst>
            <pc:docMk/>
            <pc:sldMk cId="0" sldId="261"/>
            <ac:spMk id="81" creationId="{D00682E5-8186-066E-1798-FC2CB15A0570}"/>
          </ac:spMkLst>
        </pc:spChg>
        <pc:picChg chg="add del">
          <ac:chgData name="Dominique Legault" userId="S::dominique.legault@earley.com::891b380b-0e33-4679-b9ba-ed6b36223d4d" providerId="AD" clId="Web-{94F6E8E7-8549-8DC2-C2B9-9A43957E864F}" dt="2026-02-13T04:32:43.850" v="453"/>
          <ac:picMkLst>
            <pc:docMk/>
            <pc:sldMk cId="0" sldId="261"/>
            <ac:picMk id="13" creationId="{00000000-0000-0000-0000-000000000000}"/>
          </ac:picMkLst>
        </pc:picChg>
        <pc:picChg chg="add del">
          <ac:chgData name="Dominique Legault" userId="S::dominique.legault@earley.com::891b380b-0e33-4679-b9ba-ed6b36223d4d" providerId="AD" clId="Web-{94F6E8E7-8549-8DC2-C2B9-9A43957E864F}" dt="2026-02-13T04:32:43.850" v="459"/>
          <ac:picMkLst>
            <pc:docMk/>
            <pc:sldMk cId="0" sldId="261"/>
            <ac:picMk id="19" creationId="{00000000-0000-0000-0000-000000000000}"/>
          </ac:picMkLst>
        </pc:picChg>
        <pc:picChg chg="add mod">
          <ac:chgData name="Dominique Legault" userId="S::dominique.legault@earley.com::891b380b-0e33-4679-b9ba-ed6b36223d4d" providerId="AD" clId="Web-{94F6E8E7-8549-8DC2-C2B9-9A43957E864F}" dt="2026-02-13T04:31:39.256" v="350" actId="1076"/>
          <ac:picMkLst>
            <pc:docMk/>
            <pc:sldMk cId="0" sldId="261"/>
            <ac:picMk id="28" creationId="{C2059CC5-81C9-7F7D-E748-572E88F536C8}"/>
          </ac:picMkLst>
        </pc:picChg>
        <pc:picChg chg="mod">
          <ac:chgData name="Dominique Legault" userId="S::dominique.legault@earley.com::891b380b-0e33-4679-b9ba-ed6b36223d4d" providerId="AD" clId="Web-{94F6E8E7-8549-8DC2-C2B9-9A43957E864F}" dt="2026-02-13T04:29:59.177" v="177" actId="14100"/>
          <ac:picMkLst>
            <pc:docMk/>
            <pc:sldMk cId="0" sldId="261"/>
            <ac:picMk id="29" creationId="{A07C8057-7733-7F54-2338-172500C47DF1}"/>
          </ac:picMkLst>
        </pc:picChg>
        <pc:picChg chg="mod">
          <ac:chgData name="Dominique Legault" userId="S::dominique.legault@earley.com::891b380b-0e33-4679-b9ba-ed6b36223d4d" providerId="AD" clId="Web-{94F6E8E7-8549-8DC2-C2B9-9A43957E864F}" dt="2026-02-13T04:29:59.177" v="170" actId="14100"/>
          <ac:picMkLst>
            <pc:docMk/>
            <pc:sldMk cId="0" sldId="261"/>
            <ac:picMk id="36" creationId="{93D0BF19-219A-CDF7-62F3-00918BCC239D}"/>
          </ac:picMkLst>
        </pc:picChg>
        <pc:picChg chg="mod">
          <ac:chgData name="Dominique Legault" userId="S::dominique.legault@earley.com::891b380b-0e33-4679-b9ba-ed6b36223d4d" providerId="AD" clId="Web-{94F6E8E7-8549-8DC2-C2B9-9A43957E864F}" dt="2026-02-13T04:32:42.693" v="449" actId="1076"/>
          <ac:picMkLst>
            <pc:docMk/>
            <pc:sldMk cId="0" sldId="261"/>
            <ac:picMk id="56" creationId="{AABD9CA3-38D9-7F4A-E831-1473B6BCDB16}"/>
          </ac:picMkLst>
        </pc:picChg>
        <pc:picChg chg="mod">
          <ac:chgData name="Dominique Legault" userId="S::dominique.legault@earley.com::891b380b-0e33-4679-b9ba-ed6b36223d4d" providerId="AD" clId="Web-{94F6E8E7-8549-8DC2-C2B9-9A43957E864F}" dt="2026-02-13T04:32:42.693" v="442" actId="1076"/>
          <ac:picMkLst>
            <pc:docMk/>
            <pc:sldMk cId="0" sldId="261"/>
            <ac:picMk id="63" creationId="{04E3C080-7108-A00C-DE30-9237B643BE47}"/>
          </ac:picMkLst>
        </pc:picChg>
        <pc:picChg chg="mod">
          <ac:chgData name="Dominique Legault" userId="S::dominique.legault@earley.com::891b380b-0e33-4679-b9ba-ed6b36223d4d" providerId="AD" clId="Web-{94F6E8E7-8549-8DC2-C2B9-9A43957E864F}" dt="2026-02-13T04:32:42.693" v="436" actId="1076"/>
          <ac:picMkLst>
            <pc:docMk/>
            <pc:sldMk cId="0" sldId="261"/>
            <ac:picMk id="69" creationId="{02ACC41E-368F-AC71-B595-64FDF7738113}"/>
          </ac:picMkLst>
        </pc:picChg>
        <pc:picChg chg="mod">
          <ac:chgData name="Dominique Legault" userId="S::dominique.legault@earley.com::891b380b-0e33-4679-b9ba-ed6b36223d4d" providerId="AD" clId="Web-{94F6E8E7-8549-8DC2-C2B9-9A43957E864F}" dt="2026-02-13T04:32:42.693" v="433" actId="1076"/>
          <ac:picMkLst>
            <pc:docMk/>
            <pc:sldMk cId="0" sldId="261"/>
            <ac:picMk id="72" creationId="{CD326320-EC32-78C9-9033-E4AB39DF0FDA}"/>
          </ac:picMkLst>
        </pc:picChg>
        <pc:picChg chg="mod">
          <ac:chgData name="Dominique Legault" userId="S::dominique.legault@earley.com::891b380b-0e33-4679-b9ba-ed6b36223d4d" providerId="AD" clId="Web-{94F6E8E7-8549-8DC2-C2B9-9A43957E864F}" dt="2026-02-13T04:32:42.693" v="430" actId="1076"/>
          <ac:picMkLst>
            <pc:docMk/>
            <pc:sldMk cId="0" sldId="261"/>
            <ac:picMk id="75" creationId="{75191F09-7A56-FF1D-B4EE-40162483530E}"/>
          </ac:picMkLst>
        </pc:picChg>
        <pc:picChg chg="mod">
          <ac:chgData name="Dominique Legault" userId="S::dominique.legault@earley.com::891b380b-0e33-4679-b9ba-ed6b36223d4d" providerId="AD" clId="Web-{94F6E8E7-8549-8DC2-C2B9-9A43957E864F}" dt="2026-02-13T04:32:42.693" v="427" actId="1076"/>
          <ac:picMkLst>
            <pc:docMk/>
            <pc:sldMk cId="0" sldId="261"/>
            <ac:picMk id="78" creationId="{28EA8BA5-B9E6-6D86-E72B-129C9D8CD9D4}"/>
          </ac:picMkLst>
        </pc:picChg>
      </pc:sldChg>
      <pc:sldChg chg="addSp delSp modSp">
        <pc:chgData name="Dominique Legault" userId="S::dominique.legault@earley.com::891b380b-0e33-4679-b9ba-ed6b36223d4d" providerId="AD" clId="Web-{94F6E8E7-8549-8DC2-C2B9-9A43957E864F}" dt="2026-02-13T04:36:21.057" v="630" actId="20577"/>
        <pc:sldMkLst>
          <pc:docMk/>
          <pc:sldMk cId="0" sldId="262"/>
        </pc:sldMkLst>
        <pc:spChg chg="mod">
          <ac:chgData name="Dominique Legault" userId="S::dominique.legault@earley.com::891b380b-0e33-4679-b9ba-ed6b36223d4d" providerId="AD" clId="Web-{94F6E8E7-8549-8DC2-C2B9-9A43957E864F}" dt="2026-02-13T04:36:21.057" v="630" actId="20577"/>
          <ac:spMkLst>
            <pc:docMk/>
            <pc:sldMk cId="0" sldId="262"/>
            <ac:spMk id="11" creationId="{00000000-0000-0000-0000-000000000000}"/>
          </ac:spMkLst>
        </pc:spChg>
        <pc:spChg chg="mod">
          <ac:chgData name="Dominique Legault" userId="S::dominique.legault@earley.com::891b380b-0e33-4679-b9ba-ed6b36223d4d" providerId="AD" clId="Web-{94F6E8E7-8549-8DC2-C2B9-9A43957E864F}" dt="2026-02-13T03:23:10.624" v="108" actId="20577"/>
          <ac:spMkLst>
            <pc:docMk/>
            <pc:sldMk cId="0" sldId="262"/>
            <ac:spMk id="29" creationId="{00000000-0000-0000-0000-000000000000}"/>
          </ac:spMkLst>
        </pc:spChg>
        <pc:spChg chg="add del">
          <ac:chgData name="Dominique Legault" userId="S::dominique.legault@earley.com::891b380b-0e33-4679-b9ba-ed6b36223d4d" providerId="AD" clId="Web-{94F6E8E7-8549-8DC2-C2B9-9A43957E864F}" dt="2026-02-13T03:32:00.100" v="110"/>
          <ac:spMkLst>
            <pc:docMk/>
            <pc:sldMk cId="0" sldId="262"/>
            <ac:spMk id="43" creationId="{1B873D76-5CC5-FC64-714B-5DC7411314E6}"/>
          </ac:spMkLst>
        </pc:spChg>
        <pc:spChg chg="add mod">
          <ac:chgData name="Dominique Legault" userId="S::dominique.legault@earley.com::891b380b-0e33-4679-b9ba-ed6b36223d4d" providerId="AD" clId="Web-{94F6E8E7-8549-8DC2-C2B9-9A43957E864F}" dt="2026-02-13T01:11:14.592" v="90" actId="20577"/>
          <ac:spMkLst>
            <pc:docMk/>
            <pc:sldMk cId="0" sldId="262"/>
            <ac:spMk id="45" creationId="{CFD46186-0FB0-B1BD-55E0-E1DF04E126C7}"/>
          </ac:spMkLst>
        </pc:spChg>
        <pc:spChg chg="add mod">
          <ac:chgData name="Dominique Legault" userId="S::dominique.legault@earley.com::891b380b-0e33-4679-b9ba-ed6b36223d4d" providerId="AD" clId="Web-{94F6E8E7-8549-8DC2-C2B9-9A43957E864F}" dt="2026-02-13T03:50:49.345" v="130" actId="1076"/>
          <ac:spMkLst>
            <pc:docMk/>
            <pc:sldMk cId="0" sldId="262"/>
            <ac:spMk id="46" creationId="{EA6FFC11-8B94-2C96-6BEF-5638018B8021}"/>
          </ac:spMkLst>
        </pc:spChg>
        <pc:spChg chg="add mod">
          <ac:chgData name="Dominique Legault" userId="S::dominique.legault@earley.com::891b380b-0e33-4679-b9ba-ed6b36223d4d" providerId="AD" clId="Web-{94F6E8E7-8549-8DC2-C2B9-9A43957E864F}" dt="2026-02-13T03:50:55.407" v="131" actId="1076"/>
          <ac:spMkLst>
            <pc:docMk/>
            <pc:sldMk cId="0" sldId="262"/>
            <ac:spMk id="47" creationId="{705473F7-3E93-C7FE-F3E7-CF8055E48B6C}"/>
          </ac:spMkLst>
        </pc:spChg>
        <pc:spChg chg="add mod">
          <ac:chgData name="Dominique Legault" userId="S::dominique.legault@earley.com::891b380b-0e33-4679-b9ba-ed6b36223d4d" providerId="AD" clId="Web-{94F6E8E7-8549-8DC2-C2B9-9A43957E864F}" dt="2026-02-13T03:51:05.657" v="132" actId="1076"/>
          <ac:spMkLst>
            <pc:docMk/>
            <pc:sldMk cId="0" sldId="262"/>
            <ac:spMk id="48" creationId="{5C98E86D-0675-967E-5AAC-52873B352237}"/>
          </ac:spMkLst>
        </pc:spChg>
        <pc:spChg chg="add del mod">
          <ac:chgData name="Dominique Legault" userId="S::dominique.legault@earley.com::891b380b-0e33-4679-b9ba-ed6b36223d4d" providerId="AD" clId="Web-{94F6E8E7-8549-8DC2-C2B9-9A43957E864F}" dt="2026-02-13T03:34:36.367" v="114"/>
          <ac:spMkLst>
            <pc:docMk/>
            <pc:sldMk cId="0" sldId="262"/>
            <ac:spMk id="49" creationId="{46CCFA9E-B127-5F41-E82E-5258BD008DF0}"/>
          </ac:spMkLst>
        </pc:spChg>
        <pc:spChg chg="add mod">
          <ac:chgData name="Dominique Legault" userId="S::dominique.legault@earley.com::891b380b-0e33-4679-b9ba-ed6b36223d4d" providerId="AD" clId="Web-{94F6E8E7-8549-8DC2-C2B9-9A43957E864F}" dt="2026-02-13T03:51:10.642" v="133" actId="1076"/>
          <ac:spMkLst>
            <pc:docMk/>
            <pc:sldMk cId="0" sldId="262"/>
            <ac:spMk id="50" creationId="{417E3B9B-8EDF-E17C-DF89-E5B159966287}"/>
          </ac:spMkLst>
        </pc:spChg>
        <pc:spChg chg="add mod">
          <ac:chgData name="Dominique Legault" userId="S::dominique.legault@earley.com::891b380b-0e33-4679-b9ba-ed6b36223d4d" providerId="AD" clId="Web-{94F6E8E7-8549-8DC2-C2B9-9A43957E864F}" dt="2026-02-13T03:51:17.110" v="134" actId="1076"/>
          <ac:spMkLst>
            <pc:docMk/>
            <pc:sldMk cId="0" sldId="262"/>
            <ac:spMk id="51" creationId="{501572E0-D001-9675-ED9A-44B1139877C6}"/>
          </ac:spMkLst>
        </pc:spChg>
        <pc:picChg chg="add">
          <ac:chgData name="Dominique Legault" userId="S::dominique.legault@earley.com::891b380b-0e33-4679-b9ba-ed6b36223d4d" providerId="AD" clId="Web-{94F6E8E7-8549-8DC2-C2B9-9A43957E864F}" dt="2026-02-13T01:00:12.950" v="36"/>
          <ac:picMkLst>
            <pc:docMk/>
            <pc:sldMk cId="0" sldId="262"/>
            <ac:picMk id="44" creationId="{91FE18EA-CE22-484A-E42E-77076AEECA3E}"/>
          </ac:picMkLst>
        </pc:picChg>
      </pc:sldChg>
      <pc:sldChg chg="addSp modSp">
        <pc:chgData name="Dominique Legault" userId="S::dominique.legault@earley.com::891b380b-0e33-4679-b9ba-ed6b36223d4d" providerId="AD" clId="Web-{94F6E8E7-8549-8DC2-C2B9-9A43957E864F}" dt="2026-02-13T04:36:26.682" v="633" actId="20577"/>
        <pc:sldMkLst>
          <pc:docMk/>
          <pc:sldMk cId="0" sldId="263"/>
        </pc:sldMkLst>
        <pc:spChg chg="mod">
          <ac:chgData name="Dominique Legault" userId="S::dominique.legault@earley.com::891b380b-0e33-4679-b9ba-ed6b36223d4d" providerId="AD" clId="Web-{94F6E8E7-8549-8DC2-C2B9-9A43957E864F}" dt="2026-02-13T04:36:26.682" v="633" actId="20577"/>
          <ac:spMkLst>
            <pc:docMk/>
            <pc:sldMk cId="0" sldId="263"/>
            <ac:spMk id="11" creationId="{00000000-0000-0000-0000-000000000000}"/>
          </ac:spMkLst>
        </pc:spChg>
        <pc:picChg chg="add">
          <ac:chgData name="Dominique Legault" userId="S::dominique.legault@earley.com::891b380b-0e33-4679-b9ba-ed6b36223d4d" providerId="AD" clId="Web-{94F6E8E7-8549-8DC2-C2B9-9A43957E864F}" dt="2026-02-13T01:00:14.934" v="37"/>
          <ac:picMkLst>
            <pc:docMk/>
            <pc:sldMk cId="0" sldId="263"/>
            <ac:picMk id="53" creationId="{12CE8888-550D-6BBE-3DB3-4B52821A54FF}"/>
          </ac:picMkLst>
        </pc:picChg>
      </pc:sldChg>
      <pc:sldChg chg="addSp modSp">
        <pc:chgData name="Dominique Legault" userId="S::dominique.legault@earley.com::891b380b-0e33-4679-b9ba-ed6b36223d4d" providerId="AD" clId="Web-{94F6E8E7-8549-8DC2-C2B9-9A43957E864F}" dt="2026-02-13T04:36:30.370" v="636" actId="20577"/>
        <pc:sldMkLst>
          <pc:docMk/>
          <pc:sldMk cId="0" sldId="264"/>
        </pc:sldMkLst>
        <pc:spChg chg="mod">
          <ac:chgData name="Dominique Legault" userId="S::dominique.legault@earley.com::891b380b-0e33-4679-b9ba-ed6b36223d4d" providerId="AD" clId="Web-{94F6E8E7-8549-8DC2-C2B9-9A43957E864F}" dt="2026-02-13T04:36:30.370" v="636" actId="20577"/>
          <ac:spMkLst>
            <pc:docMk/>
            <pc:sldMk cId="0" sldId="264"/>
            <ac:spMk id="11" creationId="{00000000-0000-0000-0000-000000000000}"/>
          </ac:spMkLst>
        </pc:spChg>
        <pc:picChg chg="add">
          <ac:chgData name="Dominique Legault" userId="S::dominique.legault@earley.com::891b380b-0e33-4679-b9ba-ed6b36223d4d" providerId="AD" clId="Web-{94F6E8E7-8549-8DC2-C2B9-9A43957E864F}" dt="2026-02-13T01:00:19.075" v="38"/>
          <ac:picMkLst>
            <pc:docMk/>
            <pc:sldMk cId="0" sldId="264"/>
            <ac:picMk id="47" creationId="{6F22E624-4963-AA23-E6E3-D8738F9D9243}"/>
          </ac:picMkLst>
        </pc:picChg>
      </pc:sldChg>
      <pc:sldChg chg="addSp modSp">
        <pc:chgData name="Dominique Legault" userId="S::dominique.legault@earley.com::891b380b-0e33-4679-b9ba-ed6b36223d4d" providerId="AD" clId="Web-{94F6E8E7-8549-8DC2-C2B9-9A43957E864F}" dt="2026-02-13T04:36:35.260" v="637" actId="20577"/>
        <pc:sldMkLst>
          <pc:docMk/>
          <pc:sldMk cId="0" sldId="265"/>
        </pc:sldMkLst>
        <pc:spChg chg="mod">
          <ac:chgData name="Dominique Legault" userId="S::dominique.legault@earley.com::891b380b-0e33-4679-b9ba-ed6b36223d4d" providerId="AD" clId="Web-{94F6E8E7-8549-8DC2-C2B9-9A43957E864F}" dt="2026-02-13T04:36:35.260" v="637" actId="20577"/>
          <ac:spMkLst>
            <pc:docMk/>
            <pc:sldMk cId="0" sldId="265"/>
            <ac:spMk id="11" creationId="{00000000-0000-0000-0000-000000000000}"/>
          </ac:spMkLst>
        </pc:spChg>
        <pc:picChg chg="add">
          <ac:chgData name="Dominique Legault" userId="S::dominique.legault@earley.com::891b380b-0e33-4679-b9ba-ed6b36223d4d" providerId="AD" clId="Web-{94F6E8E7-8549-8DC2-C2B9-9A43957E864F}" dt="2026-02-13T01:00:21.216" v="39"/>
          <ac:picMkLst>
            <pc:docMk/>
            <pc:sldMk cId="0" sldId="265"/>
            <ac:picMk id="31" creationId="{6E5DED1E-578C-A13B-A8E3-1635C8A78E9C}"/>
          </ac:picMkLst>
        </pc:picChg>
      </pc:sldChg>
      <pc:sldChg chg="addSp modSp">
        <pc:chgData name="Dominique Legault" userId="S::dominique.legault@earley.com::891b380b-0e33-4679-b9ba-ed6b36223d4d" providerId="AD" clId="Web-{94F6E8E7-8549-8DC2-C2B9-9A43957E864F}" dt="2026-02-13T04:36:42.292" v="638" actId="20577"/>
        <pc:sldMkLst>
          <pc:docMk/>
          <pc:sldMk cId="0" sldId="266"/>
        </pc:sldMkLst>
        <pc:spChg chg="mod">
          <ac:chgData name="Dominique Legault" userId="S::dominique.legault@earley.com::891b380b-0e33-4679-b9ba-ed6b36223d4d" providerId="AD" clId="Web-{94F6E8E7-8549-8DC2-C2B9-9A43957E864F}" dt="2026-02-13T04:36:42.292" v="638" actId="20577"/>
          <ac:spMkLst>
            <pc:docMk/>
            <pc:sldMk cId="0" sldId="266"/>
            <ac:spMk id="11" creationId="{00000000-0000-0000-0000-000000000000}"/>
          </ac:spMkLst>
        </pc:spChg>
        <pc:picChg chg="add">
          <ac:chgData name="Dominique Legault" userId="S::dominique.legault@earley.com::891b380b-0e33-4679-b9ba-ed6b36223d4d" providerId="AD" clId="Web-{94F6E8E7-8549-8DC2-C2B9-9A43957E864F}" dt="2026-02-13T01:00:28.575" v="40"/>
          <ac:picMkLst>
            <pc:docMk/>
            <pc:sldMk cId="0" sldId="266"/>
            <ac:picMk id="43" creationId="{335BB516-C595-9AD7-D4F5-201171EED15A}"/>
          </ac:picMkLst>
        </pc:picChg>
      </pc:sldChg>
      <pc:sldChg chg="addSp modSp">
        <pc:chgData name="Dominique Legault" userId="S::dominique.legault@earley.com::891b380b-0e33-4679-b9ba-ed6b36223d4d" providerId="AD" clId="Web-{94F6E8E7-8549-8DC2-C2B9-9A43957E864F}" dt="2026-02-13T04:36:46.432" v="639" actId="20577"/>
        <pc:sldMkLst>
          <pc:docMk/>
          <pc:sldMk cId="0" sldId="267"/>
        </pc:sldMkLst>
        <pc:spChg chg="mod">
          <ac:chgData name="Dominique Legault" userId="S::dominique.legault@earley.com::891b380b-0e33-4679-b9ba-ed6b36223d4d" providerId="AD" clId="Web-{94F6E8E7-8549-8DC2-C2B9-9A43957E864F}" dt="2026-02-13T04:36:46.432" v="639" actId="20577"/>
          <ac:spMkLst>
            <pc:docMk/>
            <pc:sldMk cId="0" sldId="267"/>
            <ac:spMk id="11" creationId="{00000000-0000-0000-0000-000000000000}"/>
          </ac:spMkLst>
        </pc:spChg>
        <pc:picChg chg="add">
          <ac:chgData name="Dominique Legault" userId="S::dominique.legault@earley.com::891b380b-0e33-4679-b9ba-ed6b36223d4d" providerId="AD" clId="Web-{94F6E8E7-8549-8DC2-C2B9-9A43957E864F}" dt="2026-02-13T01:00:30.341" v="41"/>
          <ac:picMkLst>
            <pc:docMk/>
            <pc:sldMk cId="0" sldId="267"/>
            <ac:picMk id="35" creationId="{584CF2F4-B309-82E0-A76F-79976CE46476}"/>
          </ac:picMkLst>
        </pc:picChg>
      </pc:sldChg>
      <pc:sldChg chg="addSp delSp modSp">
        <pc:chgData name="Dominique Legault" userId="S::dominique.legault@earley.com::891b380b-0e33-4679-b9ba-ed6b36223d4d" providerId="AD" clId="Web-{94F6E8E7-8549-8DC2-C2B9-9A43957E864F}" dt="2026-02-13T04:43:09.076" v="686" actId="1076"/>
        <pc:sldMkLst>
          <pc:docMk/>
          <pc:sldMk cId="0" sldId="268"/>
        </pc:sldMkLst>
        <pc:spChg chg="mod">
          <ac:chgData name="Dominique Legault" userId="S::dominique.legault@earley.com::891b380b-0e33-4679-b9ba-ed6b36223d4d" providerId="AD" clId="Web-{94F6E8E7-8549-8DC2-C2B9-9A43957E864F}" dt="2026-02-13T00:57:23.904" v="10" actId="20577"/>
          <ac:spMkLst>
            <pc:docMk/>
            <pc:sldMk cId="0" sldId="268"/>
            <ac:spMk id="2" creationId="{00000000-0000-0000-0000-000000000000}"/>
          </ac:spMkLst>
        </pc:spChg>
        <pc:spChg chg="del mod">
          <ac:chgData name="Dominique Legault" userId="S::dominique.legault@earley.com::891b380b-0e33-4679-b9ba-ed6b36223d4d" providerId="AD" clId="Web-{94F6E8E7-8549-8DC2-C2B9-9A43957E864F}" dt="2026-02-13T00:57:44.810" v="17"/>
          <ac:spMkLst>
            <pc:docMk/>
            <pc:sldMk cId="0" sldId="268"/>
            <ac:spMk id="3" creationId="{00000000-0000-0000-0000-000000000000}"/>
          </ac:spMkLst>
        </pc:spChg>
        <pc:spChg chg="mod">
          <ac:chgData name="Dominique Legault" userId="S::dominique.legault@earley.com::891b380b-0e33-4679-b9ba-ed6b36223d4d" providerId="AD" clId="Web-{94F6E8E7-8549-8DC2-C2B9-9A43957E864F}" dt="2026-02-13T00:57:37.513" v="14" actId="20577"/>
          <ac:spMkLst>
            <pc:docMk/>
            <pc:sldMk cId="0" sldId="268"/>
            <ac:spMk id="7" creationId="{00000000-0000-0000-0000-000000000000}"/>
          </ac:spMkLst>
        </pc:spChg>
        <pc:spChg chg="del mod">
          <ac:chgData name="Dominique Legault" userId="S::dominique.legault@earley.com::891b380b-0e33-4679-b9ba-ed6b36223d4d" providerId="AD" clId="Web-{94F6E8E7-8549-8DC2-C2B9-9A43957E864F}" dt="2026-02-13T00:57:43.013" v="16"/>
          <ac:spMkLst>
            <pc:docMk/>
            <pc:sldMk cId="0" sldId="268"/>
            <ac:spMk id="9" creationId="{00000000-0000-0000-0000-000000000000}"/>
          </ac:spMkLst>
        </pc:spChg>
        <pc:spChg chg="del mod">
          <ac:chgData name="Dominique Legault" userId="S::dominique.legault@earley.com::891b380b-0e33-4679-b9ba-ed6b36223d4d" providerId="AD" clId="Web-{94F6E8E7-8549-8DC2-C2B9-9A43957E864F}" dt="2026-02-13T00:57:41.169" v="15"/>
          <ac:spMkLst>
            <pc:docMk/>
            <pc:sldMk cId="0" sldId="268"/>
            <ac:spMk id="10" creationId="{00000000-0000-0000-0000-000000000000}"/>
          </ac:spMkLst>
        </pc:spChg>
        <pc:picChg chg="add mod">
          <ac:chgData name="Dominique Legault" userId="S::dominique.legault@earley.com::891b380b-0e33-4679-b9ba-ed6b36223d4d" providerId="AD" clId="Web-{94F6E8E7-8549-8DC2-C2B9-9A43957E864F}" dt="2026-02-13T04:43:09.076" v="686" actId="1076"/>
          <ac:picMkLst>
            <pc:docMk/>
            <pc:sldMk cId="0" sldId="268"/>
            <ac:picMk id="3" creationId="{BCD1D6C2-6AF1-A9B6-D90A-71090BE35138}"/>
          </ac:picMkLst>
        </pc:picChg>
        <pc:picChg chg="add mod ord">
          <ac:chgData name="Dominique Legault" userId="S::dominique.legault@earley.com::891b380b-0e33-4679-b9ba-ed6b36223d4d" providerId="AD" clId="Web-{94F6E8E7-8549-8DC2-C2B9-9A43957E864F}" dt="2026-02-13T00:58:03.982" v="19"/>
          <ac:picMkLst>
            <pc:docMk/>
            <pc:sldMk cId="0" sldId="268"/>
            <ac:picMk id="11" creationId="{A66B318D-001A-2CCA-8944-73C563699BB0}"/>
          </ac:picMkLst>
        </pc:picChg>
      </pc:sldChg>
      <pc:sldChg chg="new del">
        <pc:chgData name="Dominique Legault" userId="S::dominique.legault@earley.com::891b380b-0e33-4679-b9ba-ed6b36223d4d" providerId="AD" clId="Web-{94F6E8E7-8549-8DC2-C2B9-9A43957E864F}" dt="2026-02-13T04:32:39.443" v="423"/>
        <pc:sldMkLst>
          <pc:docMk/>
          <pc:sldMk cId="240527484" sldId="269"/>
        </pc:sldMkLst>
      </pc:sldChg>
      <pc:sldChg chg="addSp delSp modSp new">
        <pc:chgData name="Dominique Legault" userId="S::dominique.legault@earley.com::891b380b-0e33-4679-b9ba-ed6b36223d4d" providerId="AD" clId="Web-{94F6E8E7-8549-8DC2-C2B9-9A43957E864F}" dt="2026-02-13T04:36:14.651" v="628" actId="20577"/>
        <pc:sldMkLst>
          <pc:docMk/>
          <pc:sldMk cId="3823247927" sldId="269"/>
        </pc:sldMkLst>
        <pc:spChg chg="add del">
          <ac:chgData name="Dominique Legault" userId="S::dominique.legault@earley.com::891b380b-0e33-4679-b9ba-ed6b36223d4d" providerId="AD" clId="Web-{94F6E8E7-8549-8DC2-C2B9-9A43957E864F}" dt="2026-02-13T04:33:24.648" v="480"/>
          <ac:spMkLst>
            <pc:docMk/>
            <pc:sldMk cId="3823247927" sldId="269"/>
            <ac:spMk id="2" creationId="{E9029188-02AB-E6DC-77D0-559294B37473}"/>
          </ac:spMkLst>
        </pc:spChg>
        <pc:spChg chg="add del">
          <ac:chgData name="Dominique Legault" userId="S::dominique.legault@earley.com::891b380b-0e33-4679-b9ba-ed6b36223d4d" providerId="AD" clId="Web-{94F6E8E7-8549-8DC2-C2B9-9A43957E864F}" dt="2026-02-13T04:33:24.648" v="478"/>
          <ac:spMkLst>
            <pc:docMk/>
            <pc:sldMk cId="3823247927" sldId="269"/>
            <ac:spMk id="4" creationId="{04A5E1FB-41CF-3AE1-6B59-E4F423179768}"/>
          </ac:spMkLst>
        </pc:spChg>
        <pc:spChg chg="del">
          <ac:chgData name="Dominique Legault" userId="S::dominique.legault@earley.com::891b380b-0e33-4679-b9ba-ed6b36223d4d" providerId="AD" clId="Web-{94F6E8E7-8549-8DC2-C2B9-9A43957E864F}" dt="2026-02-13T04:33:24.648" v="477"/>
          <ac:spMkLst>
            <pc:docMk/>
            <pc:sldMk cId="3823247927" sldId="269"/>
            <ac:spMk id="5" creationId="{FC34B13C-E538-2883-D223-EDE0E6BD07C3}"/>
          </ac:spMkLst>
        </pc:spChg>
        <pc:spChg chg="del">
          <ac:chgData name="Dominique Legault" userId="S::dominique.legault@earley.com::891b380b-0e33-4679-b9ba-ed6b36223d4d" providerId="AD" clId="Web-{94F6E8E7-8549-8DC2-C2B9-9A43957E864F}" dt="2026-02-13T04:33:24.648" v="476"/>
          <ac:spMkLst>
            <pc:docMk/>
            <pc:sldMk cId="3823247927" sldId="269"/>
            <ac:spMk id="6" creationId="{632275BB-2087-6DA2-43D0-854CBC7E6BC5}"/>
          </ac:spMkLst>
        </pc:spChg>
        <pc:spChg chg="del">
          <ac:chgData name="Dominique Legault" userId="S::dominique.legault@earley.com::891b380b-0e33-4679-b9ba-ed6b36223d4d" providerId="AD" clId="Web-{94F6E8E7-8549-8DC2-C2B9-9A43957E864F}" dt="2026-02-13T04:33:24.648" v="475"/>
          <ac:spMkLst>
            <pc:docMk/>
            <pc:sldMk cId="3823247927" sldId="269"/>
            <ac:spMk id="7" creationId="{F5271C00-A7E1-BE8D-7F59-0CC9E0682F9D}"/>
          </ac:spMkLst>
        </pc:spChg>
        <pc:spChg chg="add del">
          <ac:chgData name="Dominique Legault" userId="S::dominique.legault@earley.com::891b380b-0e33-4679-b9ba-ed6b36223d4d" providerId="AD" clId="Web-{94F6E8E7-8549-8DC2-C2B9-9A43957E864F}" dt="2026-02-13T04:33:24.648" v="474"/>
          <ac:spMkLst>
            <pc:docMk/>
            <pc:sldMk cId="3823247927" sldId="269"/>
            <ac:spMk id="8" creationId="{C8C1184F-D144-B748-590A-4C7B66955EEF}"/>
          </ac:spMkLst>
        </pc:spChg>
        <pc:spChg chg="del">
          <ac:chgData name="Dominique Legault" userId="S::dominique.legault@earley.com::891b380b-0e33-4679-b9ba-ed6b36223d4d" providerId="AD" clId="Web-{94F6E8E7-8549-8DC2-C2B9-9A43957E864F}" dt="2026-02-13T04:33:24.648" v="473"/>
          <ac:spMkLst>
            <pc:docMk/>
            <pc:sldMk cId="3823247927" sldId="269"/>
            <ac:spMk id="9" creationId="{D2CDA880-A21E-C701-5125-8A052F227D10}"/>
          </ac:spMkLst>
        </pc:spChg>
        <pc:spChg chg="del">
          <ac:chgData name="Dominique Legault" userId="S::dominique.legault@earley.com::891b380b-0e33-4679-b9ba-ed6b36223d4d" providerId="AD" clId="Web-{94F6E8E7-8549-8DC2-C2B9-9A43957E864F}" dt="2026-02-13T04:33:24.648" v="471"/>
          <ac:spMkLst>
            <pc:docMk/>
            <pc:sldMk cId="3823247927" sldId="269"/>
            <ac:spMk id="11" creationId="{B7B22237-B4BC-F835-F503-E2A2F3025529}"/>
          </ac:spMkLst>
        </pc:spChg>
        <pc:spChg chg="del">
          <ac:chgData name="Dominique Legault" userId="S::dominique.legault@earley.com::891b380b-0e33-4679-b9ba-ed6b36223d4d" providerId="AD" clId="Web-{94F6E8E7-8549-8DC2-C2B9-9A43957E864F}" dt="2026-02-13T04:33:24.648" v="470"/>
          <ac:spMkLst>
            <pc:docMk/>
            <pc:sldMk cId="3823247927" sldId="269"/>
            <ac:spMk id="12" creationId="{E3E236C0-AB29-567D-6640-068874684182}"/>
          </ac:spMkLst>
        </pc:spChg>
        <pc:spChg chg="add del">
          <ac:chgData name="Dominique Legault" userId="S::dominique.legault@earley.com::891b380b-0e33-4679-b9ba-ed6b36223d4d" providerId="AD" clId="Web-{94F6E8E7-8549-8DC2-C2B9-9A43957E864F}" dt="2026-02-13T04:33:24.648" v="469"/>
          <ac:spMkLst>
            <pc:docMk/>
            <pc:sldMk cId="3823247927" sldId="269"/>
            <ac:spMk id="13" creationId="{3D99D0E6-ACCD-B3D9-7909-6E2A2F919B34}"/>
          </ac:spMkLst>
        </pc:spChg>
        <pc:spChg chg="add del">
          <ac:chgData name="Dominique Legault" userId="S::dominique.legault@earley.com::891b380b-0e33-4679-b9ba-ed6b36223d4d" providerId="AD" clId="Web-{94F6E8E7-8549-8DC2-C2B9-9A43957E864F}" dt="2026-02-13T04:33:28.804" v="481"/>
          <ac:spMkLst>
            <pc:docMk/>
            <pc:sldMk cId="3823247927" sldId="269"/>
            <ac:spMk id="14" creationId="{6F64932E-7C41-C57D-CA81-60CDC9317DB6}"/>
          </ac:spMkLst>
        </pc:spChg>
        <pc:spChg chg="add mod">
          <ac:chgData name="Dominique Legault" userId="S::dominique.legault@earley.com::891b380b-0e33-4679-b9ba-ed6b36223d4d" providerId="AD" clId="Web-{94F6E8E7-8549-8DC2-C2B9-9A43957E864F}" dt="2026-02-13T04:35:11.931" v="602" actId="1076"/>
          <ac:spMkLst>
            <pc:docMk/>
            <pc:sldMk cId="3823247927" sldId="269"/>
            <ac:spMk id="15" creationId="{5FD4FD99-7EE8-2B87-11C1-FB901E9076B2}"/>
          </ac:spMkLst>
        </pc:spChg>
        <pc:spChg chg="add mod">
          <ac:chgData name="Dominique Legault" userId="S::dominique.legault@earley.com::891b380b-0e33-4679-b9ba-ed6b36223d4d" providerId="AD" clId="Web-{94F6E8E7-8549-8DC2-C2B9-9A43957E864F}" dt="2026-02-13T04:35:11.962" v="604" actId="1076"/>
          <ac:spMkLst>
            <pc:docMk/>
            <pc:sldMk cId="3823247927" sldId="269"/>
            <ac:spMk id="17" creationId="{D759207B-1C8A-5047-49CC-12AB23956F73}"/>
          </ac:spMkLst>
        </pc:spChg>
        <pc:spChg chg="mod">
          <ac:chgData name="Dominique Legault" userId="S::dominique.legault@earley.com::891b380b-0e33-4679-b9ba-ed6b36223d4d" providerId="AD" clId="Web-{94F6E8E7-8549-8DC2-C2B9-9A43957E864F}" dt="2026-02-13T04:35:11.978" v="605" actId="1076"/>
          <ac:spMkLst>
            <pc:docMk/>
            <pc:sldMk cId="3823247927" sldId="269"/>
            <ac:spMk id="18" creationId="{BF5CFDF8-E118-1758-DE10-6E575A84A3DD}"/>
          </ac:spMkLst>
        </pc:spChg>
        <pc:spChg chg="mod">
          <ac:chgData name="Dominique Legault" userId="S::dominique.legault@earley.com::891b380b-0e33-4679-b9ba-ed6b36223d4d" providerId="AD" clId="Web-{94F6E8E7-8549-8DC2-C2B9-9A43957E864F}" dt="2026-02-13T04:35:11.993" v="607" actId="1076"/>
          <ac:spMkLst>
            <pc:docMk/>
            <pc:sldMk cId="3823247927" sldId="269"/>
            <ac:spMk id="20" creationId="{6F2A75C5-E5A7-7953-0D09-F90846ACD08E}"/>
          </ac:spMkLst>
        </pc:spChg>
        <pc:spChg chg="mod">
          <ac:chgData name="Dominique Legault" userId="S::dominique.legault@earley.com::891b380b-0e33-4679-b9ba-ed6b36223d4d" providerId="AD" clId="Web-{94F6E8E7-8549-8DC2-C2B9-9A43957E864F}" dt="2026-02-13T04:35:12.009" v="608" actId="1076"/>
          <ac:spMkLst>
            <pc:docMk/>
            <pc:sldMk cId="3823247927" sldId="269"/>
            <ac:spMk id="21" creationId="{01891C1A-5C18-5E1B-782A-96D2F11E0D28}"/>
          </ac:spMkLst>
        </pc:spChg>
        <pc:spChg chg="mod">
          <ac:chgData name="Dominique Legault" userId="S::dominique.legault@earley.com::891b380b-0e33-4679-b9ba-ed6b36223d4d" providerId="AD" clId="Web-{94F6E8E7-8549-8DC2-C2B9-9A43957E864F}" dt="2026-02-13T04:35:12.040" v="610" actId="1076"/>
          <ac:spMkLst>
            <pc:docMk/>
            <pc:sldMk cId="3823247927" sldId="269"/>
            <ac:spMk id="23" creationId="{1D653096-72D1-D8A4-3594-F95F39EFCEBA}"/>
          </ac:spMkLst>
        </pc:spChg>
        <pc:spChg chg="add mod">
          <ac:chgData name="Dominique Legault" userId="S::dominique.legault@earley.com::891b380b-0e33-4679-b9ba-ed6b36223d4d" providerId="AD" clId="Web-{94F6E8E7-8549-8DC2-C2B9-9A43957E864F}" dt="2026-02-13T04:35:12.056" v="611" actId="1076"/>
          <ac:spMkLst>
            <pc:docMk/>
            <pc:sldMk cId="3823247927" sldId="269"/>
            <ac:spMk id="24" creationId="{7C9481BB-FAA2-DBA6-A18B-1D58B1DE5DED}"/>
          </ac:spMkLst>
        </pc:spChg>
        <pc:spChg chg="add mod">
          <ac:chgData name="Dominique Legault" userId="S::dominique.legault@earley.com::891b380b-0e33-4679-b9ba-ed6b36223d4d" providerId="AD" clId="Web-{94F6E8E7-8549-8DC2-C2B9-9A43957E864F}" dt="2026-02-13T04:35:12.087" v="613" actId="1076"/>
          <ac:spMkLst>
            <pc:docMk/>
            <pc:sldMk cId="3823247927" sldId="269"/>
            <ac:spMk id="26" creationId="{C3BC797C-7600-3B99-961E-B149720299AF}"/>
          </ac:spMkLst>
        </pc:spChg>
        <pc:spChg chg="mod">
          <ac:chgData name="Dominique Legault" userId="S::dominique.legault@earley.com::891b380b-0e33-4679-b9ba-ed6b36223d4d" providerId="AD" clId="Web-{94F6E8E7-8549-8DC2-C2B9-9A43957E864F}" dt="2026-02-13T04:35:12.103" v="614" actId="1076"/>
          <ac:spMkLst>
            <pc:docMk/>
            <pc:sldMk cId="3823247927" sldId="269"/>
            <ac:spMk id="27" creationId="{CCCC4161-BB64-A79E-199F-3D88C38270DD}"/>
          </ac:spMkLst>
        </pc:spChg>
        <pc:spChg chg="add mod">
          <ac:chgData name="Dominique Legault" userId="S::dominique.legault@earley.com::891b380b-0e33-4679-b9ba-ed6b36223d4d" providerId="AD" clId="Web-{94F6E8E7-8549-8DC2-C2B9-9A43957E864F}" dt="2026-02-13T04:35:12.119" v="615" actId="1076"/>
          <ac:spMkLst>
            <pc:docMk/>
            <pc:sldMk cId="3823247927" sldId="269"/>
            <ac:spMk id="28" creationId="{059E673C-ED69-E8C1-7452-633655CC6A98}"/>
          </ac:spMkLst>
        </pc:spChg>
        <pc:spChg chg="add del">
          <ac:chgData name="Dominique Legault" userId="S::dominique.legault@earley.com::891b380b-0e33-4679-b9ba-ed6b36223d4d" providerId="AD" clId="Web-{94F6E8E7-8549-8DC2-C2B9-9A43957E864F}" dt="2026-02-13T04:34:35.805" v="527"/>
          <ac:spMkLst>
            <pc:docMk/>
            <pc:sldMk cId="3823247927" sldId="269"/>
            <ac:spMk id="30" creationId="{9720411D-7A04-1E4C-F61E-BC033DBF2D4D}"/>
          </ac:spMkLst>
        </pc:spChg>
        <pc:spChg chg="add del">
          <ac:chgData name="Dominique Legault" userId="S::dominique.legault@earley.com::891b380b-0e33-4679-b9ba-ed6b36223d4d" providerId="AD" clId="Web-{94F6E8E7-8549-8DC2-C2B9-9A43957E864F}" dt="2026-02-13T04:34:35.805" v="526"/>
          <ac:spMkLst>
            <pc:docMk/>
            <pc:sldMk cId="3823247927" sldId="269"/>
            <ac:spMk id="32" creationId="{75897B65-55C9-8690-BEFA-1640D5B34D14}"/>
          </ac:spMkLst>
        </pc:spChg>
        <pc:spChg chg="add del">
          <ac:chgData name="Dominique Legault" userId="S::dominique.legault@earley.com::891b380b-0e33-4679-b9ba-ed6b36223d4d" providerId="AD" clId="Web-{94F6E8E7-8549-8DC2-C2B9-9A43957E864F}" dt="2026-02-13T04:34:35.805" v="525"/>
          <ac:spMkLst>
            <pc:docMk/>
            <pc:sldMk cId="3823247927" sldId="269"/>
            <ac:spMk id="34" creationId="{5B3C88E8-E500-6D3A-0E2A-52CB75437DF4}"/>
          </ac:spMkLst>
        </pc:spChg>
        <pc:spChg chg="add del">
          <ac:chgData name="Dominique Legault" userId="S::dominique.legault@earley.com::891b380b-0e33-4679-b9ba-ed6b36223d4d" providerId="AD" clId="Web-{94F6E8E7-8549-8DC2-C2B9-9A43957E864F}" dt="2026-02-13T04:34:35.805" v="524"/>
          <ac:spMkLst>
            <pc:docMk/>
            <pc:sldMk cId="3823247927" sldId="269"/>
            <ac:spMk id="36" creationId="{C617A976-9432-1501-D1E7-DA7D84143F5C}"/>
          </ac:spMkLst>
        </pc:spChg>
        <pc:spChg chg="add del">
          <ac:chgData name="Dominique Legault" userId="S::dominique.legault@earley.com::891b380b-0e33-4679-b9ba-ed6b36223d4d" providerId="AD" clId="Web-{94F6E8E7-8549-8DC2-C2B9-9A43957E864F}" dt="2026-02-13T04:34:35.805" v="523"/>
          <ac:spMkLst>
            <pc:docMk/>
            <pc:sldMk cId="3823247927" sldId="269"/>
            <ac:spMk id="38" creationId="{9B3FF26A-AB4F-AF56-CECC-570BC904115E}"/>
          </ac:spMkLst>
        </pc:spChg>
        <pc:spChg chg="add del">
          <ac:chgData name="Dominique Legault" userId="S::dominique.legault@earley.com::891b380b-0e33-4679-b9ba-ed6b36223d4d" providerId="AD" clId="Web-{94F6E8E7-8549-8DC2-C2B9-9A43957E864F}" dt="2026-02-13T04:34:35.805" v="522"/>
          <ac:spMkLst>
            <pc:docMk/>
            <pc:sldMk cId="3823247927" sldId="269"/>
            <ac:spMk id="40" creationId="{8CAEDB88-C5B0-A82A-9560-B91EAAF09197}"/>
          </ac:spMkLst>
        </pc:spChg>
        <pc:spChg chg="add del">
          <ac:chgData name="Dominique Legault" userId="S::dominique.legault@earley.com::891b380b-0e33-4679-b9ba-ed6b36223d4d" providerId="AD" clId="Web-{94F6E8E7-8549-8DC2-C2B9-9A43957E864F}" dt="2026-02-13T04:34:35.805" v="521"/>
          <ac:spMkLst>
            <pc:docMk/>
            <pc:sldMk cId="3823247927" sldId="269"/>
            <ac:spMk id="42" creationId="{70B7911B-AF79-8BEB-5086-7ED27645F434}"/>
          </ac:spMkLst>
        </pc:spChg>
        <pc:spChg chg="add del">
          <ac:chgData name="Dominique Legault" userId="S::dominique.legault@earley.com::891b380b-0e33-4679-b9ba-ed6b36223d4d" providerId="AD" clId="Web-{94F6E8E7-8549-8DC2-C2B9-9A43957E864F}" dt="2026-02-13T04:34:25.680" v="519"/>
          <ac:spMkLst>
            <pc:docMk/>
            <pc:sldMk cId="3823247927" sldId="269"/>
            <ac:spMk id="46" creationId="{67A11512-4F2B-16FC-DE86-29482C8DA2B5}"/>
          </ac:spMkLst>
        </pc:spChg>
        <pc:spChg chg="add del">
          <ac:chgData name="Dominique Legault" userId="S::dominique.legault@earley.com::891b380b-0e33-4679-b9ba-ed6b36223d4d" providerId="AD" clId="Web-{94F6E8E7-8549-8DC2-C2B9-9A43957E864F}" dt="2026-02-13T04:34:25.680" v="518"/>
          <ac:spMkLst>
            <pc:docMk/>
            <pc:sldMk cId="3823247927" sldId="269"/>
            <ac:spMk id="48" creationId="{E656E777-20BF-032B-35CB-ACEB0BB2CA33}"/>
          </ac:spMkLst>
        </pc:spChg>
        <pc:spChg chg="add del">
          <ac:chgData name="Dominique Legault" userId="S::dominique.legault@earley.com::891b380b-0e33-4679-b9ba-ed6b36223d4d" providerId="AD" clId="Web-{94F6E8E7-8549-8DC2-C2B9-9A43957E864F}" dt="2026-02-13T04:34:25.664" v="517"/>
          <ac:spMkLst>
            <pc:docMk/>
            <pc:sldMk cId="3823247927" sldId="269"/>
            <ac:spMk id="50" creationId="{24840E6E-DCE5-6686-A873-1D612BC1F74B}"/>
          </ac:spMkLst>
        </pc:spChg>
        <pc:spChg chg="add del">
          <ac:chgData name="Dominique Legault" userId="S::dominique.legault@earley.com::891b380b-0e33-4679-b9ba-ed6b36223d4d" providerId="AD" clId="Web-{94F6E8E7-8549-8DC2-C2B9-9A43957E864F}" dt="2026-02-13T04:34:25.664" v="516"/>
          <ac:spMkLst>
            <pc:docMk/>
            <pc:sldMk cId="3823247927" sldId="269"/>
            <ac:spMk id="52" creationId="{33372B30-8123-D8EB-582D-27021FC0763B}"/>
          </ac:spMkLst>
        </pc:spChg>
        <pc:spChg chg="add del">
          <ac:chgData name="Dominique Legault" userId="S::dominique.legault@earley.com::891b380b-0e33-4679-b9ba-ed6b36223d4d" providerId="AD" clId="Web-{94F6E8E7-8549-8DC2-C2B9-9A43957E864F}" dt="2026-02-13T04:34:25.664" v="515"/>
          <ac:spMkLst>
            <pc:docMk/>
            <pc:sldMk cId="3823247927" sldId="269"/>
            <ac:spMk id="54" creationId="{7F14DA23-7B20-70B1-6D38-3273C4CFECC7}"/>
          </ac:spMkLst>
        </pc:spChg>
        <pc:spChg chg="add del">
          <ac:chgData name="Dominique Legault" userId="S::dominique.legault@earley.com::891b380b-0e33-4679-b9ba-ed6b36223d4d" providerId="AD" clId="Web-{94F6E8E7-8549-8DC2-C2B9-9A43957E864F}" dt="2026-02-13T04:34:25.664" v="514"/>
          <ac:spMkLst>
            <pc:docMk/>
            <pc:sldMk cId="3823247927" sldId="269"/>
            <ac:spMk id="56" creationId="{D23AB820-C87C-013A-A0F3-A82B9FB193E8}"/>
          </ac:spMkLst>
        </pc:spChg>
        <pc:spChg chg="add del">
          <ac:chgData name="Dominique Legault" userId="S::dominique.legault@earley.com::891b380b-0e33-4679-b9ba-ed6b36223d4d" providerId="AD" clId="Web-{94F6E8E7-8549-8DC2-C2B9-9A43957E864F}" dt="2026-02-13T04:34:25.664" v="513"/>
          <ac:spMkLst>
            <pc:docMk/>
            <pc:sldMk cId="3823247927" sldId="269"/>
            <ac:spMk id="58" creationId="{EEBE05A7-61EC-0E36-7F3F-60F8ECC979E6}"/>
          </ac:spMkLst>
        </pc:spChg>
        <pc:spChg chg="add">
          <ac:chgData name="Dominique Legault" userId="S::dominique.legault@earley.com::891b380b-0e33-4679-b9ba-ed6b36223d4d" providerId="AD" clId="Web-{94F6E8E7-8549-8DC2-C2B9-9A43957E864F}" dt="2026-02-13T04:35:52.447" v="616"/>
          <ac:spMkLst>
            <pc:docMk/>
            <pc:sldMk cId="3823247927" sldId="269"/>
            <ac:spMk id="62" creationId="{BBE776DA-5CE3-7016-B0F7-4FCD2BE901B9}"/>
          </ac:spMkLst>
        </pc:spChg>
        <pc:spChg chg="add">
          <ac:chgData name="Dominique Legault" userId="S::dominique.legault@earley.com::891b380b-0e33-4679-b9ba-ed6b36223d4d" providerId="AD" clId="Web-{94F6E8E7-8549-8DC2-C2B9-9A43957E864F}" dt="2026-02-13T04:35:52.463" v="617"/>
          <ac:spMkLst>
            <pc:docMk/>
            <pc:sldMk cId="3823247927" sldId="269"/>
            <ac:spMk id="64" creationId="{897756F9-6542-96A9-16D8-FA963C420B87}"/>
          </ac:spMkLst>
        </pc:spChg>
        <pc:spChg chg="add">
          <ac:chgData name="Dominique Legault" userId="S::dominique.legault@earley.com::891b380b-0e33-4679-b9ba-ed6b36223d4d" providerId="AD" clId="Web-{94F6E8E7-8549-8DC2-C2B9-9A43957E864F}" dt="2026-02-13T04:35:52.494" v="618"/>
          <ac:spMkLst>
            <pc:docMk/>
            <pc:sldMk cId="3823247927" sldId="269"/>
            <ac:spMk id="66" creationId="{F26AE188-EF27-87E4-2047-55801540C11C}"/>
          </ac:spMkLst>
        </pc:spChg>
        <pc:spChg chg="add">
          <ac:chgData name="Dominique Legault" userId="S::dominique.legault@earley.com::891b380b-0e33-4679-b9ba-ed6b36223d4d" providerId="AD" clId="Web-{94F6E8E7-8549-8DC2-C2B9-9A43957E864F}" dt="2026-02-13T04:35:52.510" v="619"/>
          <ac:spMkLst>
            <pc:docMk/>
            <pc:sldMk cId="3823247927" sldId="269"/>
            <ac:spMk id="68" creationId="{A59B0986-8E56-64BC-A075-65100F24186F}"/>
          </ac:spMkLst>
        </pc:spChg>
        <pc:spChg chg="add">
          <ac:chgData name="Dominique Legault" userId="S::dominique.legault@earley.com::891b380b-0e33-4679-b9ba-ed6b36223d4d" providerId="AD" clId="Web-{94F6E8E7-8549-8DC2-C2B9-9A43957E864F}" dt="2026-02-13T04:35:52.525" v="620"/>
          <ac:spMkLst>
            <pc:docMk/>
            <pc:sldMk cId="3823247927" sldId="269"/>
            <ac:spMk id="70" creationId="{22B54ED3-D560-2F17-1C72-52EEB3C77666}"/>
          </ac:spMkLst>
        </pc:spChg>
        <pc:spChg chg="add">
          <ac:chgData name="Dominique Legault" userId="S::dominique.legault@earley.com::891b380b-0e33-4679-b9ba-ed6b36223d4d" providerId="AD" clId="Web-{94F6E8E7-8549-8DC2-C2B9-9A43957E864F}" dt="2026-02-13T04:35:52.541" v="621"/>
          <ac:spMkLst>
            <pc:docMk/>
            <pc:sldMk cId="3823247927" sldId="269"/>
            <ac:spMk id="72" creationId="{89605A17-1C78-7069-D0B1-BBBF1F73711C}"/>
          </ac:spMkLst>
        </pc:spChg>
        <pc:spChg chg="add">
          <ac:chgData name="Dominique Legault" userId="S::dominique.legault@earley.com::891b380b-0e33-4679-b9ba-ed6b36223d4d" providerId="AD" clId="Web-{94F6E8E7-8549-8DC2-C2B9-9A43957E864F}" dt="2026-02-13T04:35:52.557" v="622"/>
          <ac:spMkLst>
            <pc:docMk/>
            <pc:sldMk cId="3823247927" sldId="269"/>
            <ac:spMk id="74" creationId="{8BCF0B11-53FD-42D8-89C7-DA9E2B06455A}"/>
          </ac:spMkLst>
        </pc:spChg>
        <pc:spChg chg="add">
          <ac:chgData name="Dominique Legault" userId="S::dominique.legault@earley.com::891b380b-0e33-4679-b9ba-ed6b36223d4d" providerId="AD" clId="Web-{94F6E8E7-8549-8DC2-C2B9-9A43957E864F}" dt="2026-02-13T04:35:52.572" v="623"/>
          <ac:spMkLst>
            <pc:docMk/>
            <pc:sldMk cId="3823247927" sldId="269"/>
            <ac:spMk id="76" creationId="{BA30939D-AC77-CBE2-3C11-1428962BC69F}"/>
          </ac:spMkLst>
        </pc:spChg>
        <pc:spChg chg="add mod">
          <ac:chgData name="Dominique Legault" userId="S::dominique.legault@earley.com::891b380b-0e33-4679-b9ba-ed6b36223d4d" providerId="AD" clId="Web-{94F6E8E7-8549-8DC2-C2B9-9A43957E864F}" dt="2026-02-13T04:36:14.651" v="628" actId="20577"/>
          <ac:spMkLst>
            <pc:docMk/>
            <pc:sldMk cId="3823247927" sldId="269"/>
            <ac:spMk id="78" creationId="{A1C25031-F4CE-2429-F93A-E1986AC135DE}"/>
          </ac:spMkLst>
        </pc:spChg>
        <pc:picChg chg="del">
          <ac:chgData name="Dominique Legault" userId="S::dominique.legault@earley.com::891b380b-0e33-4679-b9ba-ed6b36223d4d" providerId="AD" clId="Web-{94F6E8E7-8549-8DC2-C2B9-9A43957E864F}" dt="2026-02-13T04:33:24.648" v="479"/>
          <ac:picMkLst>
            <pc:docMk/>
            <pc:sldMk cId="3823247927" sldId="269"/>
            <ac:picMk id="3" creationId="{A98A4E6A-D64F-9D99-4792-102676A072C5}"/>
          </ac:picMkLst>
        </pc:picChg>
        <pc:picChg chg="del">
          <ac:chgData name="Dominique Legault" userId="S::dominique.legault@earley.com::891b380b-0e33-4679-b9ba-ed6b36223d4d" providerId="AD" clId="Web-{94F6E8E7-8549-8DC2-C2B9-9A43957E864F}" dt="2026-02-13T04:33:24.648" v="472"/>
          <ac:picMkLst>
            <pc:docMk/>
            <pc:sldMk cId="3823247927" sldId="269"/>
            <ac:picMk id="10" creationId="{0DC3E7A8-EBD1-F672-9A01-3B24B495829F}"/>
          </ac:picMkLst>
        </pc:picChg>
        <pc:picChg chg="mod">
          <ac:chgData name="Dominique Legault" userId="S::dominique.legault@earley.com::891b380b-0e33-4679-b9ba-ed6b36223d4d" providerId="AD" clId="Web-{94F6E8E7-8549-8DC2-C2B9-9A43957E864F}" dt="2026-02-13T04:35:11.947" v="603" actId="1076"/>
          <ac:picMkLst>
            <pc:docMk/>
            <pc:sldMk cId="3823247927" sldId="269"/>
            <ac:picMk id="16" creationId="{C404E6E0-F72A-DC66-DD45-6437C303A0AB}"/>
          </ac:picMkLst>
        </pc:picChg>
        <pc:picChg chg="mod">
          <ac:chgData name="Dominique Legault" userId="S::dominique.legault@earley.com::891b380b-0e33-4679-b9ba-ed6b36223d4d" providerId="AD" clId="Web-{94F6E8E7-8549-8DC2-C2B9-9A43957E864F}" dt="2026-02-13T04:35:11.978" v="606" actId="1076"/>
          <ac:picMkLst>
            <pc:docMk/>
            <pc:sldMk cId="3823247927" sldId="269"/>
            <ac:picMk id="19" creationId="{D9676882-7CDE-54A8-0C0C-C0CB25402F01}"/>
          </ac:picMkLst>
        </pc:picChg>
        <pc:picChg chg="mod">
          <ac:chgData name="Dominique Legault" userId="S::dominique.legault@earley.com::891b380b-0e33-4679-b9ba-ed6b36223d4d" providerId="AD" clId="Web-{94F6E8E7-8549-8DC2-C2B9-9A43957E864F}" dt="2026-02-13T04:35:12.025" v="609" actId="1076"/>
          <ac:picMkLst>
            <pc:docMk/>
            <pc:sldMk cId="3823247927" sldId="269"/>
            <ac:picMk id="22" creationId="{E87A99BD-90D3-6B3A-7EBC-347254F1599A}"/>
          </ac:picMkLst>
        </pc:picChg>
        <pc:picChg chg="mod">
          <ac:chgData name="Dominique Legault" userId="S::dominique.legault@earley.com::891b380b-0e33-4679-b9ba-ed6b36223d4d" providerId="AD" clId="Web-{94F6E8E7-8549-8DC2-C2B9-9A43957E864F}" dt="2026-02-13T04:35:12.072" v="612" actId="1076"/>
          <ac:picMkLst>
            <pc:docMk/>
            <pc:sldMk cId="3823247927" sldId="269"/>
            <ac:picMk id="25" creationId="{B9F64F80-5FA5-3E2B-BBC3-35168DAB5540}"/>
          </ac:picMkLst>
        </pc:picChg>
        <pc:picChg chg="add del">
          <ac:chgData name="Dominique Legault" userId="S::dominique.legault@earley.com::891b380b-0e33-4679-b9ba-ed6b36223d4d" providerId="AD" clId="Web-{94F6E8E7-8549-8DC2-C2B9-9A43957E864F}" dt="2026-02-13T04:34:35.805" v="520"/>
          <ac:picMkLst>
            <pc:docMk/>
            <pc:sldMk cId="3823247927" sldId="269"/>
            <ac:picMk id="44" creationId="{E42B3FBB-3C01-C8A1-14AC-E71E8A875BEA}"/>
          </ac:picMkLst>
        </pc:picChg>
        <pc:picChg chg="add del">
          <ac:chgData name="Dominique Legault" userId="S::dominique.legault@earley.com::891b380b-0e33-4679-b9ba-ed6b36223d4d" providerId="AD" clId="Web-{94F6E8E7-8549-8DC2-C2B9-9A43957E864F}" dt="2026-02-13T04:34:25.664" v="512"/>
          <ac:picMkLst>
            <pc:docMk/>
            <pc:sldMk cId="3823247927" sldId="269"/>
            <ac:picMk id="60" creationId="{D5EFE88D-7452-531C-2DBD-F16CB87DFFB2}"/>
          </ac:picMkLst>
        </pc:picChg>
        <pc:picChg chg="add">
          <ac:chgData name="Dominique Legault" userId="S::dominique.legault@earley.com::891b380b-0e33-4679-b9ba-ed6b36223d4d" providerId="AD" clId="Web-{94F6E8E7-8549-8DC2-C2B9-9A43957E864F}" dt="2026-02-13T04:35:52.619" v="625"/>
          <ac:picMkLst>
            <pc:docMk/>
            <pc:sldMk cId="3823247927" sldId="269"/>
            <ac:picMk id="80" creationId="{86E9B79C-265A-C473-B335-B4274E282AC2}"/>
          </ac:picMkLst>
        </pc:picChg>
      </pc:sldChg>
      <pc:sldChg chg="addSp delSp modSp add">
        <pc:chgData name="Dominique Legault" userId="S::dominique.legault@earley.com::891b380b-0e33-4679-b9ba-ed6b36223d4d" providerId="AD" clId="Web-{94F6E8E7-8549-8DC2-C2B9-9A43957E864F}" dt="2026-02-13T04:42:00.685" v="681" actId="20577"/>
        <pc:sldMkLst>
          <pc:docMk/>
          <pc:sldMk cId="3888867110" sldId="2147376100"/>
        </pc:sldMkLst>
        <pc:spChg chg="mod">
          <ac:chgData name="Dominique Legault" userId="S::dominique.legault@earley.com::891b380b-0e33-4679-b9ba-ed6b36223d4d" providerId="AD" clId="Web-{94F6E8E7-8549-8DC2-C2B9-9A43957E864F}" dt="2026-02-13T04:41:12.606" v="678" actId="1076"/>
          <ac:spMkLst>
            <pc:docMk/>
            <pc:sldMk cId="3888867110" sldId="2147376100"/>
            <ac:spMk id="5" creationId="{948F7A89-8AD2-E261-7C32-915D71C1A5EC}"/>
          </ac:spMkLst>
        </pc:spChg>
        <pc:spChg chg="mod">
          <ac:chgData name="Dominique Legault" userId="S::dominique.legault@earley.com::891b380b-0e33-4679-b9ba-ed6b36223d4d" providerId="AD" clId="Web-{94F6E8E7-8549-8DC2-C2B9-9A43957E864F}" dt="2026-02-13T04:42:00.685" v="681" actId="20577"/>
          <ac:spMkLst>
            <pc:docMk/>
            <pc:sldMk cId="3888867110" sldId="2147376100"/>
            <ac:spMk id="7" creationId="{EF6F5481-86A4-4B60-EB24-3E4AC75F6C66}"/>
          </ac:spMkLst>
        </pc:spChg>
        <pc:spChg chg="add del mod">
          <ac:chgData name="Dominique Legault" userId="S::dominique.legault@earley.com::891b380b-0e33-4679-b9ba-ed6b36223d4d" providerId="AD" clId="Web-{94F6E8E7-8549-8DC2-C2B9-9A43957E864F}" dt="2026-02-13T04:38:46.902" v="656"/>
          <ac:spMkLst>
            <pc:docMk/>
            <pc:sldMk cId="3888867110" sldId="2147376100"/>
            <ac:spMk id="9" creationId="{306531CE-18F6-574E-4D96-8F795E7D0C71}"/>
          </ac:spMkLst>
        </pc:spChg>
        <pc:spChg chg="add del">
          <ac:chgData name="Dominique Legault" userId="S::dominique.legault@earley.com::891b380b-0e33-4679-b9ba-ed6b36223d4d" providerId="AD" clId="Web-{94F6E8E7-8549-8DC2-C2B9-9A43957E864F}" dt="2026-02-13T04:38:46.902" v="655"/>
          <ac:spMkLst>
            <pc:docMk/>
            <pc:sldMk cId="3888867110" sldId="2147376100"/>
            <ac:spMk id="11" creationId="{532261CC-E8BD-2D23-FB1A-CD533DC41C71}"/>
          </ac:spMkLst>
        </pc:spChg>
        <pc:spChg chg="add del">
          <ac:chgData name="Dominique Legault" userId="S::dominique.legault@earley.com::891b380b-0e33-4679-b9ba-ed6b36223d4d" providerId="AD" clId="Web-{94F6E8E7-8549-8DC2-C2B9-9A43957E864F}" dt="2026-02-13T04:38:46.902" v="654"/>
          <ac:spMkLst>
            <pc:docMk/>
            <pc:sldMk cId="3888867110" sldId="2147376100"/>
            <ac:spMk id="14" creationId="{9E140CA0-102A-6904-865F-DB7FDBB18B78}"/>
          </ac:spMkLst>
        </pc:spChg>
      </pc:sldChg>
      <pc:sldMasterChg chg="addSldLayout">
        <pc:chgData name="Dominique Legault" userId="S::dominique.legault@earley.com::891b380b-0e33-4679-b9ba-ed6b36223d4d" providerId="AD" clId="Web-{94F6E8E7-8549-8DC2-C2B9-9A43957E864F}" dt="2026-02-13T04:37:31.261" v="642"/>
        <pc:sldMasterMkLst>
          <pc:docMk/>
          <pc:sldMasterMk cId="0" sldId="2147483648"/>
        </pc:sldMasterMkLst>
        <pc:sldLayoutChg chg="add">
          <pc:chgData name="Dominique Legault" userId="S::dominique.legault@earley.com::891b380b-0e33-4679-b9ba-ed6b36223d4d" providerId="AD" clId="Web-{94F6E8E7-8549-8DC2-C2B9-9A43957E864F}" dt="2026-02-13T04:37:31.261" v="642"/>
          <pc:sldLayoutMkLst>
            <pc:docMk/>
            <pc:sldMasterMk cId="0" sldId="2147483648"/>
            <pc:sldLayoutMk cId="2492410132" sldId="2147483650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02D0F4-CE33-49E3-BDF0-F24371B9B7AD}" type="datetimeFigureOut">
              <a:t>2/12/2026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0ABDA3-231C-4908-9078-C7C4A8956D0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9680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9E0291-2E83-A314-CBF4-FB9BEE1C5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082084-110E-3A2A-0041-90FFA04C35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9231EF-96D3-DFAA-4428-00A758710B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3771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0CC2603-1D97-BF47-85CB-7AB423FC21F7}"/>
              </a:ext>
            </a:extLst>
          </p:cNvPr>
          <p:cNvPicPr>
            <a:picLocks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255"/>
          <a:stretch/>
        </p:blipFill>
        <p:spPr>
          <a:xfrm>
            <a:off x="-23275" y="11060"/>
            <a:ext cx="9167275" cy="51435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A0B8211-E477-3846-88DD-E660E474E004}"/>
              </a:ext>
            </a:extLst>
          </p:cNvPr>
          <p:cNvSpPr>
            <a:spLocks/>
          </p:cNvSpPr>
          <p:nvPr/>
        </p:nvSpPr>
        <p:spPr>
          <a:xfrm rot="10800000">
            <a:off x="0" y="3115"/>
            <a:ext cx="9143999" cy="5143500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0" scaled="0"/>
          </a:gra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4253" tIns="34253" rIns="34253" bIns="34253" numCol="1" spcCol="38100" rtlCol="0" anchor="ctr">
            <a:noAutofit/>
          </a:bodyPr>
          <a:lstStyle/>
          <a:p>
            <a:pPr marL="0" marR="0" indent="0" algn="l" defTabSz="68511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349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651F526-8B4A-634B-A35B-9F78BF1E6A1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4123" y="2244234"/>
            <a:ext cx="2202458" cy="883636"/>
          </a:xfrm>
          <a:prstGeom prst="rect">
            <a:avLst/>
          </a:prstGeom>
        </p:spPr>
      </p:pic>
      <p:sp>
        <p:nvSpPr>
          <p:cNvPr id="27" name="Rectangle 45">
            <a:extLst>
              <a:ext uri="{FF2B5EF4-FFF2-40B4-BE49-F238E27FC236}">
                <a16:creationId xmlns:a16="http://schemas.microsoft.com/office/drawing/2014/main" id="{26E1ED27-EDE9-FB46-BFE9-E705E3F4E2AF}"/>
              </a:ext>
            </a:extLst>
          </p:cNvPr>
          <p:cNvSpPr/>
          <p:nvPr/>
        </p:nvSpPr>
        <p:spPr>
          <a:xfrm rot="817502">
            <a:off x="3758720" y="-499227"/>
            <a:ext cx="5872217" cy="6425846"/>
          </a:xfrm>
          <a:custGeom>
            <a:avLst/>
            <a:gdLst>
              <a:gd name="connsiteX0" fmla="*/ 0 w 8614253"/>
              <a:gd name="connsiteY0" fmla="*/ 0 h 11082883"/>
              <a:gd name="connsiteX1" fmla="*/ 8614253 w 8614253"/>
              <a:gd name="connsiteY1" fmla="*/ 0 h 11082883"/>
              <a:gd name="connsiteX2" fmla="*/ 8614253 w 8614253"/>
              <a:gd name="connsiteY2" fmla="*/ 11082883 h 11082883"/>
              <a:gd name="connsiteX3" fmla="*/ 0 w 8614253"/>
              <a:gd name="connsiteY3" fmla="*/ 11082883 h 11082883"/>
              <a:gd name="connsiteX4" fmla="*/ 0 w 8614253"/>
              <a:gd name="connsiteY4" fmla="*/ 0 h 11082883"/>
              <a:gd name="connsiteX0" fmla="*/ 277202 w 8614253"/>
              <a:gd name="connsiteY0" fmla="*/ 2006227 h 11082883"/>
              <a:gd name="connsiteX1" fmla="*/ 8614253 w 8614253"/>
              <a:gd name="connsiteY1" fmla="*/ 0 h 11082883"/>
              <a:gd name="connsiteX2" fmla="*/ 8614253 w 8614253"/>
              <a:gd name="connsiteY2" fmla="*/ 11082883 h 11082883"/>
              <a:gd name="connsiteX3" fmla="*/ 0 w 8614253"/>
              <a:gd name="connsiteY3" fmla="*/ 11082883 h 11082883"/>
              <a:gd name="connsiteX4" fmla="*/ 277202 w 8614253"/>
              <a:gd name="connsiteY4" fmla="*/ 2006227 h 11082883"/>
              <a:gd name="connsiteX0" fmla="*/ 277202 w 8614253"/>
              <a:gd name="connsiteY0" fmla="*/ 1411375 h 10488031"/>
              <a:gd name="connsiteX1" fmla="*/ 6232006 w 8614253"/>
              <a:gd name="connsiteY1" fmla="*/ 0 h 10488031"/>
              <a:gd name="connsiteX2" fmla="*/ 8614253 w 8614253"/>
              <a:gd name="connsiteY2" fmla="*/ 10488031 h 10488031"/>
              <a:gd name="connsiteX3" fmla="*/ 0 w 8614253"/>
              <a:gd name="connsiteY3" fmla="*/ 10488031 h 10488031"/>
              <a:gd name="connsiteX4" fmla="*/ 277202 w 8614253"/>
              <a:gd name="connsiteY4" fmla="*/ 1411375 h 10488031"/>
              <a:gd name="connsiteX0" fmla="*/ 277202 w 8614253"/>
              <a:gd name="connsiteY0" fmla="*/ 1436311 h 10512967"/>
              <a:gd name="connsiteX1" fmla="*/ 6191115 w 8614253"/>
              <a:gd name="connsiteY1" fmla="*/ 0 h 10512967"/>
              <a:gd name="connsiteX2" fmla="*/ 8614253 w 8614253"/>
              <a:gd name="connsiteY2" fmla="*/ 10512967 h 10512967"/>
              <a:gd name="connsiteX3" fmla="*/ 0 w 8614253"/>
              <a:gd name="connsiteY3" fmla="*/ 10512967 h 10512967"/>
              <a:gd name="connsiteX4" fmla="*/ 277202 w 8614253"/>
              <a:gd name="connsiteY4" fmla="*/ 1436311 h 10512967"/>
              <a:gd name="connsiteX0" fmla="*/ 277202 w 7759139"/>
              <a:gd name="connsiteY0" fmla="*/ 1436311 h 10512967"/>
              <a:gd name="connsiteX1" fmla="*/ 6191115 w 7759139"/>
              <a:gd name="connsiteY1" fmla="*/ 0 h 10512967"/>
              <a:gd name="connsiteX2" fmla="*/ 7759139 w 7759139"/>
              <a:gd name="connsiteY2" fmla="*/ 6625675 h 10512967"/>
              <a:gd name="connsiteX3" fmla="*/ 0 w 7759139"/>
              <a:gd name="connsiteY3" fmla="*/ 10512967 h 10512967"/>
              <a:gd name="connsiteX4" fmla="*/ 277202 w 7759139"/>
              <a:gd name="connsiteY4" fmla="*/ 1436311 h 10512967"/>
              <a:gd name="connsiteX0" fmla="*/ 320521 w 7802458"/>
              <a:gd name="connsiteY0" fmla="*/ 1436311 h 8537169"/>
              <a:gd name="connsiteX1" fmla="*/ 6234434 w 7802458"/>
              <a:gd name="connsiteY1" fmla="*/ 0 h 8537169"/>
              <a:gd name="connsiteX2" fmla="*/ 7802458 w 7802458"/>
              <a:gd name="connsiteY2" fmla="*/ 6625675 h 8537169"/>
              <a:gd name="connsiteX3" fmla="*/ 0 w 7802458"/>
              <a:gd name="connsiteY3" fmla="*/ 8537169 h 8537169"/>
              <a:gd name="connsiteX4" fmla="*/ 320521 w 7802458"/>
              <a:gd name="connsiteY4" fmla="*/ 1436311 h 8537169"/>
              <a:gd name="connsiteX0" fmla="*/ 32276 w 7802458"/>
              <a:gd name="connsiteY0" fmla="*/ 1541024 h 8537169"/>
              <a:gd name="connsiteX1" fmla="*/ 6234434 w 7802458"/>
              <a:gd name="connsiteY1" fmla="*/ 0 h 8537169"/>
              <a:gd name="connsiteX2" fmla="*/ 7802458 w 7802458"/>
              <a:gd name="connsiteY2" fmla="*/ 6625675 h 8537169"/>
              <a:gd name="connsiteX3" fmla="*/ 0 w 7802458"/>
              <a:gd name="connsiteY3" fmla="*/ 8537169 h 8537169"/>
              <a:gd name="connsiteX4" fmla="*/ 32276 w 7802458"/>
              <a:gd name="connsiteY4" fmla="*/ 1541024 h 8537169"/>
              <a:gd name="connsiteX0" fmla="*/ 32700 w 7802458"/>
              <a:gd name="connsiteY0" fmla="*/ 1481886 h 8537169"/>
              <a:gd name="connsiteX1" fmla="*/ 6234434 w 7802458"/>
              <a:gd name="connsiteY1" fmla="*/ 0 h 8537169"/>
              <a:gd name="connsiteX2" fmla="*/ 7802458 w 7802458"/>
              <a:gd name="connsiteY2" fmla="*/ 6625675 h 8537169"/>
              <a:gd name="connsiteX3" fmla="*/ 0 w 7802458"/>
              <a:gd name="connsiteY3" fmla="*/ 8537169 h 8537169"/>
              <a:gd name="connsiteX4" fmla="*/ 32700 w 7802458"/>
              <a:gd name="connsiteY4" fmla="*/ 1481886 h 8537169"/>
              <a:gd name="connsiteX0" fmla="*/ 32700 w 7802458"/>
              <a:gd name="connsiteY0" fmla="*/ 1501211 h 8556494"/>
              <a:gd name="connsiteX1" fmla="*/ 6207611 w 7802458"/>
              <a:gd name="connsiteY1" fmla="*/ 0 h 8556494"/>
              <a:gd name="connsiteX2" fmla="*/ 7802458 w 7802458"/>
              <a:gd name="connsiteY2" fmla="*/ 6645000 h 8556494"/>
              <a:gd name="connsiteX3" fmla="*/ 0 w 7802458"/>
              <a:gd name="connsiteY3" fmla="*/ 8556494 h 8556494"/>
              <a:gd name="connsiteX4" fmla="*/ 32700 w 7802458"/>
              <a:gd name="connsiteY4" fmla="*/ 1501211 h 8556494"/>
              <a:gd name="connsiteX0" fmla="*/ 32700 w 7820515"/>
              <a:gd name="connsiteY0" fmla="*/ 1501211 h 8556494"/>
              <a:gd name="connsiteX1" fmla="*/ 6207611 w 7820515"/>
              <a:gd name="connsiteY1" fmla="*/ 0 h 8556494"/>
              <a:gd name="connsiteX2" fmla="*/ 7820515 w 7820515"/>
              <a:gd name="connsiteY2" fmla="*/ 6673831 h 8556494"/>
              <a:gd name="connsiteX3" fmla="*/ 0 w 7820515"/>
              <a:gd name="connsiteY3" fmla="*/ 8556494 h 8556494"/>
              <a:gd name="connsiteX4" fmla="*/ 32700 w 7820515"/>
              <a:gd name="connsiteY4" fmla="*/ 1501211 h 8556494"/>
              <a:gd name="connsiteX0" fmla="*/ 33651 w 7821466"/>
              <a:gd name="connsiteY0" fmla="*/ 1501211 h 8567794"/>
              <a:gd name="connsiteX1" fmla="*/ 6208562 w 7821466"/>
              <a:gd name="connsiteY1" fmla="*/ 0 h 8567794"/>
              <a:gd name="connsiteX2" fmla="*/ 7821466 w 7821466"/>
              <a:gd name="connsiteY2" fmla="*/ 6673831 h 8567794"/>
              <a:gd name="connsiteX3" fmla="*/ 0 w 7821466"/>
              <a:gd name="connsiteY3" fmla="*/ 8567794 h 8567794"/>
              <a:gd name="connsiteX4" fmla="*/ 33651 w 7821466"/>
              <a:gd name="connsiteY4" fmla="*/ 1501211 h 8567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21466" h="8567794">
                <a:moveTo>
                  <a:pt x="33651" y="1501211"/>
                </a:moveTo>
                <a:lnTo>
                  <a:pt x="6208562" y="0"/>
                </a:lnTo>
                <a:lnTo>
                  <a:pt x="7821466" y="6673831"/>
                </a:lnTo>
                <a:lnTo>
                  <a:pt x="0" y="8567794"/>
                </a:lnTo>
                <a:lnTo>
                  <a:pt x="33651" y="1501211"/>
                </a:lnTo>
                <a:close/>
              </a:path>
            </a:pathLst>
          </a:custGeom>
          <a:solidFill>
            <a:schemeClr val="tx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4253" tIns="34253" rIns="34253" bIns="34253" numCol="1" spcCol="38100" rtlCol="0" anchor="ctr">
            <a:noAutofit/>
          </a:bodyPr>
          <a:lstStyle/>
          <a:p>
            <a:pPr marL="0" marR="0" indent="0" algn="l" defTabSz="68511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349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2079E7E-A85E-C047-B8D1-4620089A3369}"/>
              </a:ext>
            </a:extLst>
          </p:cNvPr>
          <p:cNvSpPr/>
          <p:nvPr/>
        </p:nvSpPr>
        <p:spPr>
          <a:xfrm>
            <a:off x="4572000" y="2650290"/>
            <a:ext cx="686515" cy="68580"/>
          </a:xfrm>
          <a:prstGeom prst="rect">
            <a:avLst/>
          </a:prstGeom>
          <a:solidFill>
            <a:srgbClr val="13518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4253" tIns="34253" rIns="34253" bIns="34253" numCol="1" spcCol="38100" rtlCol="0" anchor="ctr">
            <a:noAutofit/>
          </a:bodyPr>
          <a:lstStyle/>
          <a:p>
            <a:pPr marL="0" marR="0" indent="0" algn="l" defTabSz="68511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349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2B683F2-4BBD-47C8-894F-EE9C27F61E3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6707" y="2900020"/>
            <a:ext cx="3988046" cy="635794"/>
          </a:xfrm>
        </p:spPr>
        <p:txBody>
          <a:bodyPr>
            <a:noAutofit/>
          </a:bodyPr>
          <a:lstStyle>
            <a:lvl1pPr marL="0" marR="0" indent="0" algn="l" defTabSz="684430" rtl="0" eaLnBrk="1" fontAlgn="auto" latinLnBrk="0" hangingPunct="1">
              <a:lnSpc>
                <a:spcPct val="100000"/>
              </a:lnSpc>
              <a:spcBef>
                <a:spcPts val="899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499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"/>
              </a:defRPr>
            </a:lvl1pPr>
            <a:lvl2pPr marL="0" marR="0" indent="0" algn="l" defTabSz="684430" rtl="0" eaLnBrk="1" fontAlgn="auto" latinLnBrk="0" hangingPunct="1">
              <a:lnSpc>
                <a:spcPct val="100000"/>
              </a:lnSpc>
              <a:spcBef>
                <a:spcPts val="899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499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2pPr>
            <a:lvl3pPr marL="0" marR="0" indent="0" algn="l" defTabSz="684430" rtl="0" eaLnBrk="1" fontAlgn="auto" latinLnBrk="0" hangingPunct="1">
              <a:lnSpc>
                <a:spcPct val="100000"/>
              </a:lnSpc>
              <a:spcBef>
                <a:spcPts val="899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499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3pPr>
            <a:lvl4pPr marL="0" marR="0" indent="0" algn="l" defTabSz="684430" rtl="0" eaLnBrk="1" fontAlgn="auto" latinLnBrk="0" hangingPunct="1">
              <a:lnSpc>
                <a:spcPct val="100000"/>
              </a:lnSpc>
              <a:spcBef>
                <a:spcPts val="899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499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4pPr>
            <a:lvl5pPr marL="0" marR="0" indent="0" algn="l" defTabSz="684430" rtl="0" eaLnBrk="1" fontAlgn="auto" latinLnBrk="0" hangingPunct="1">
              <a:lnSpc>
                <a:spcPct val="100000"/>
              </a:lnSpc>
              <a:spcBef>
                <a:spcPts val="899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499" b="0" i="0" u="none" strike="noStrike" cap="all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5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A3DB315-4FE4-4AB7-AC70-05542D09E9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60363" y="871538"/>
            <a:ext cx="3988045" cy="1653999"/>
          </a:xfrm>
        </p:spPr>
        <p:txBody>
          <a:bodyPr>
            <a:normAutofit/>
          </a:bodyPr>
          <a:lstStyle>
            <a:lvl1pPr marL="0" marR="0" indent="0" algn="l" defTabSz="684430" rtl="0" eaLnBrk="1" fontAlgn="auto" latinLnBrk="0" hangingPunct="1">
              <a:lnSpc>
                <a:spcPct val="100000"/>
              </a:lnSpc>
              <a:spcBef>
                <a:spcPts val="899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2697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"/>
              </a:defRPr>
            </a:lvl1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B534A6-0E8D-7D41-AE7B-4A5A9032A93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01" y="3898109"/>
            <a:ext cx="3992753" cy="798910"/>
          </a:xfrm>
        </p:spPr>
        <p:txBody>
          <a:bodyPr>
            <a:normAutofit/>
          </a:bodyPr>
          <a:lstStyle>
            <a:lvl1pPr>
              <a:defRPr sz="1199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Author Name</a:t>
            </a:r>
          </a:p>
          <a:p>
            <a:pPr lvl="0"/>
            <a:r>
              <a:rPr lang="en-US"/>
              <a:t>Date</a:t>
            </a:r>
          </a:p>
          <a:p>
            <a:pPr lvl="0"/>
            <a:r>
              <a:rPr lang="en-US"/>
              <a:t>Client</a:t>
            </a:r>
          </a:p>
        </p:txBody>
      </p:sp>
    </p:spTree>
    <p:extLst>
      <p:ext uri="{BB962C8B-B14F-4D97-AF65-F5344CB8AC3E}">
        <p14:creationId xmlns:p14="http://schemas.microsoft.com/office/powerpoint/2010/main" val="2492410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B5EBDA-B188-05FE-5246-C729700E2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8F7A89-8AD2-E261-7C32-915D71C1A5E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65394" y="1095084"/>
            <a:ext cx="3460232" cy="2115220"/>
          </a:xfrm>
        </p:spPr>
        <p:txBody>
          <a:bodyPr lIns="34289" tIns="34290" rIns="34289" bIns="34290" anchor="t">
            <a:normAutofit/>
          </a:bodyPr>
          <a:lstStyle>
            <a:defPPr marL="0" marR="0" indent="0" algn="l" defTabSz="6858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5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685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50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342900" algn="l" defTabSz="685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50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685800" algn="l" defTabSz="685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50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1028700" algn="l" defTabSz="685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50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1371600" algn="l" defTabSz="685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50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1714500" algn="l" defTabSz="685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50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2057400" algn="l" defTabSz="685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50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2400300" algn="l" defTabSz="685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50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2743200" algn="l" defTabSz="685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50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r>
              <a:rPr lang="en-US" sz="265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STELLANTIS Financial Services US</a:t>
            </a:r>
            <a:endParaRPr lang="en-US" dirty="0">
              <a:solidFill>
                <a:schemeClr val="bg1"/>
              </a:solidFill>
              <a:latin typeface="Calibri"/>
              <a:cs typeface="Calibri"/>
            </a:endParaRPr>
          </a:p>
          <a:p>
            <a:pPr algn="ctr"/>
            <a:r>
              <a:rPr lang="en-US" sz="2200" dirty="0">
                <a:solidFill>
                  <a:srgbClr val="93C5FD"/>
                </a:solidFill>
                <a:latin typeface="Calibri"/>
                <a:ea typeface="Calibri"/>
                <a:cs typeface="Calibri"/>
              </a:rPr>
              <a:t>Solutions Testing Team</a:t>
            </a:r>
            <a:br>
              <a:rPr lang="en-US" sz="2200" dirty="0">
                <a:solidFill>
                  <a:srgbClr val="93C5FD"/>
                </a:solidFill>
                <a:latin typeface="Calibri"/>
                <a:ea typeface="Calibri"/>
                <a:cs typeface="Calibri"/>
              </a:rPr>
            </a:br>
            <a:r>
              <a:rPr lang="en-US" sz="1500" dirty="0">
                <a:solidFill>
                  <a:srgbClr val="BFDBFE"/>
                </a:solidFill>
                <a:latin typeface="Calibri"/>
                <a:ea typeface="Calibri"/>
                <a:cs typeface="Calibri"/>
              </a:rPr>
              <a:t>AI Optimization Assessment</a:t>
            </a:r>
            <a:endParaRPr lang="en-US" sz="15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algn="ctr"/>
            <a:endParaRPr lang="en-US" sz="2200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endParaRPr lang="en-US" sz="2650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F6F5481-86A4-4B60-EB24-3E4AC75F6C6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94987" y="333831"/>
            <a:ext cx="2364695" cy="216755"/>
          </a:xfrm>
        </p:spPr>
        <p:txBody>
          <a:bodyPr lIns="34289" tIns="34290" rIns="34289" bIns="34290" anchor="t">
            <a:noAutofit/>
          </a:bodyPr>
          <a:lstStyle>
            <a:defPPr marL="0" marR="0" indent="0" algn="l" defTabSz="6858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5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685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50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342900" algn="l" defTabSz="685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50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685800" algn="l" defTabSz="685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50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1028700" algn="l" defTabSz="685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50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1371600" algn="l" defTabSz="685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50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1714500" algn="l" defTabSz="685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50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2057400" algn="l" defTabSz="685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50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2400300" algn="l" defTabSz="685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50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2743200" algn="l" defTabSz="685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50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algn="r"/>
            <a:r>
              <a:rPr lang="en-US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February 13</a:t>
            </a:r>
            <a:r>
              <a:rPr lang="en-US" sz="135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, 2026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05F0DA1-B02C-4937-5D2C-38C2EF81C7E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793958" y="4925616"/>
            <a:ext cx="345281" cy="179784"/>
          </a:xfrm>
        </p:spPr>
        <p:txBody>
          <a:bodyPr/>
          <a:lstStyle>
            <a:defPPr marL="0" marR="0" indent="0" algn="l" defTabSz="51435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1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143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13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257175" algn="l" defTabSz="5143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13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514350" algn="l" defTabSz="5143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13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771525" algn="l" defTabSz="5143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13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1028700" algn="l" defTabSz="5143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13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1285875" algn="l" defTabSz="5143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13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1543050" algn="l" defTabSz="5143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13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1800225" algn="l" defTabSz="5143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13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2057400" algn="l" defTabSz="5143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13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marL="0" marR="0" lvl="0" indent="0" algn="l" defTabSz="6858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lang="en-US" sz="675" b="0" i="0" u="none" strike="noStrike" kern="0" cap="none" spc="0" normalizeH="0" baseline="0" noProof="0" smtClean="0">
                <a:ln>
                  <a:noFill/>
                </a:ln>
                <a:solidFill>
                  <a:srgbClr val="072941"/>
                </a:solidFill>
                <a:effectLst/>
                <a:uLnTx/>
                <a:uFillTx/>
                <a:cs typeface="Calibri" panose="020F0502020204030204" pitchFamily="34" charset="0"/>
                <a:sym typeface="Helvetica Neue"/>
              </a:rPr>
              <a:pPr marL="0" marR="0" lvl="0" indent="0" algn="l" defTabSz="6858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675" b="0" i="0" u="none" strike="noStrike" kern="0" cap="none" spc="0" normalizeH="0" baseline="0" noProof="0">
              <a:ln>
                <a:noFill/>
              </a:ln>
              <a:solidFill>
                <a:srgbClr val="072941"/>
              </a:solidFill>
              <a:effectLst/>
              <a:uLnTx/>
              <a:uFillTx/>
              <a:cs typeface="Calibri" panose="020F0502020204030204" pitchFamily="34" charset="0"/>
              <a:sym typeface="Helvetica Neue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05C590A-FB85-1F47-62B0-4B7C2BCC876C}"/>
              </a:ext>
            </a:extLst>
          </p:cNvPr>
          <p:cNvGrpSpPr/>
          <p:nvPr/>
        </p:nvGrpSpPr>
        <p:grpSpPr>
          <a:xfrm>
            <a:off x="6583688" y="4528047"/>
            <a:ext cx="2531265" cy="615453"/>
            <a:chOff x="7072486" y="5797683"/>
            <a:chExt cx="3375020" cy="820604"/>
          </a:xfrm>
        </p:grpSpPr>
        <p:sp>
          <p:nvSpPr>
            <p:cNvPr id="3" name="Right Triangle 2">
              <a:extLst>
                <a:ext uri="{FF2B5EF4-FFF2-40B4-BE49-F238E27FC236}">
                  <a16:creationId xmlns:a16="http://schemas.microsoft.com/office/drawing/2014/main" id="{92AFD564-24E3-0CF6-A53A-6B920C490179}"/>
                </a:ext>
              </a:extLst>
            </p:cNvPr>
            <p:cNvSpPr/>
            <p:nvPr/>
          </p:nvSpPr>
          <p:spPr>
            <a:xfrm rot="16200000">
              <a:off x="7109418" y="5760752"/>
              <a:ext cx="820603" cy="894467"/>
            </a:xfrm>
            <a:prstGeom prst="rtTriangle">
              <a:avLst/>
            </a:prstGeom>
            <a:solidFill>
              <a:schemeClr val="bg1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34289" tIns="34289" rIns="34289" bIns="34289" numCol="1" spcCol="38100" rtlCol="0" anchor="ctr">
              <a:spAutoFit/>
            </a:bodyPr>
            <a:lstStyle>
              <a:defPPr marL="0" marR="0" indent="0" algn="l" defTabSz="6858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35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l" defTabSz="6858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350" b="0" i="0" u="none" strike="noStrike" cap="none" spc="0" normalizeH="0" baseline="0">
                  <a:ln>
                    <a:noFill/>
                  </a:ln>
                  <a:solidFill>
                    <a:srgbClr val="072941"/>
                  </a:solidFill>
                  <a:effectLst/>
                  <a:uFillTx/>
                  <a:latin typeface="+mj-lt"/>
                  <a:ea typeface="+mj-ea"/>
                  <a:cs typeface="+mj-cs"/>
                  <a:sym typeface="Calibri"/>
                </a:defRPr>
              </a:lvl1pPr>
              <a:lvl2pPr marL="0" marR="0" indent="342900" algn="l" defTabSz="6858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350" b="0" i="0" u="none" strike="noStrike" cap="none" spc="0" normalizeH="0" baseline="0">
                  <a:ln>
                    <a:noFill/>
                  </a:ln>
                  <a:solidFill>
                    <a:srgbClr val="072941"/>
                  </a:solidFill>
                  <a:effectLst/>
                  <a:uFillTx/>
                  <a:latin typeface="+mj-lt"/>
                  <a:ea typeface="+mj-ea"/>
                  <a:cs typeface="+mj-cs"/>
                  <a:sym typeface="Calibri"/>
                </a:defRPr>
              </a:lvl2pPr>
              <a:lvl3pPr marL="0" marR="0" indent="685800" algn="l" defTabSz="6858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350" b="0" i="0" u="none" strike="noStrike" cap="none" spc="0" normalizeH="0" baseline="0">
                  <a:ln>
                    <a:noFill/>
                  </a:ln>
                  <a:solidFill>
                    <a:srgbClr val="072941"/>
                  </a:solidFill>
                  <a:effectLst/>
                  <a:uFillTx/>
                  <a:latin typeface="+mj-lt"/>
                  <a:ea typeface="+mj-ea"/>
                  <a:cs typeface="+mj-cs"/>
                  <a:sym typeface="Calibri"/>
                </a:defRPr>
              </a:lvl3pPr>
              <a:lvl4pPr marL="0" marR="0" indent="1028700" algn="l" defTabSz="6858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350" b="0" i="0" u="none" strike="noStrike" cap="none" spc="0" normalizeH="0" baseline="0">
                  <a:ln>
                    <a:noFill/>
                  </a:ln>
                  <a:solidFill>
                    <a:srgbClr val="072941"/>
                  </a:solidFill>
                  <a:effectLst/>
                  <a:uFillTx/>
                  <a:latin typeface="+mj-lt"/>
                  <a:ea typeface="+mj-ea"/>
                  <a:cs typeface="+mj-cs"/>
                  <a:sym typeface="Calibri"/>
                </a:defRPr>
              </a:lvl4pPr>
              <a:lvl5pPr marL="0" marR="0" indent="1371600" algn="l" defTabSz="6858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350" b="0" i="0" u="none" strike="noStrike" cap="none" spc="0" normalizeH="0" baseline="0">
                  <a:ln>
                    <a:noFill/>
                  </a:ln>
                  <a:solidFill>
                    <a:srgbClr val="072941"/>
                  </a:solidFill>
                  <a:effectLst/>
                  <a:uFillTx/>
                  <a:latin typeface="+mj-lt"/>
                  <a:ea typeface="+mj-ea"/>
                  <a:cs typeface="+mj-cs"/>
                  <a:sym typeface="Calibri"/>
                </a:defRPr>
              </a:lvl5pPr>
              <a:lvl6pPr marL="0" marR="0" indent="1714500" algn="l" defTabSz="6858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350" b="0" i="0" u="none" strike="noStrike" cap="none" spc="0" normalizeH="0" baseline="0">
                  <a:ln>
                    <a:noFill/>
                  </a:ln>
                  <a:solidFill>
                    <a:srgbClr val="072941"/>
                  </a:solidFill>
                  <a:effectLst/>
                  <a:uFillTx/>
                  <a:latin typeface="+mj-lt"/>
                  <a:ea typeface="+mj-ea"/>
                  <a:cs typeface="+mj-cs"/>
                  <a:sym typeface="Calibri"/>
                </a:defRPr>
              </a:lvl6pPr>
              <a:lvl7pPr marL="0" marR="0" indent="2057400" algn="l" defTabSz="6858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350" b="0" i="0" u="none" strike="noStrike" cap="none" spc="0" normalizeH="0" baseline="0">
                  <a:ln>
                    <a:noFill/>
                  </a:ln>
                  <a:solidFill>
                    <a:srgbClr val="072941"/>
                  </a:solidFill>
                  <a:effectLst/>
                  <a:uFillTx/>
                  <a:latin typeface="+mj-lt"/>
                  <a:ea typeface="+mj-ea"/>
                  <a:cs typeface="+mj-cs"/>
                  <a:sym typeface="Calibri"/>
                </a:defRPr>
              </a:lvl7pPr>
              <a:lvl8pPr marL="0" marR="0" indent="2400300" algn="l" defTabSz="6858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350" b="0" i="0" u="none" strike="noStrike" cap="none" spc="0" normalizeH="0" baseline="0">
                  <a:ln>
                    <a:noFill/>
                  </a:ln>
                  <a:solidFill>
                    <a:srgbClr val="072941"/>
                  </a:solidFill>
                  <a:effectLst/>
                  <a:uFillTx/>
                  <a:latin typeface="+mj-lt"/>
                  <a:ea typeface="+mj-ea"/>
                  <a:cs typeface="+mj-cs"/>
                  <a:sym typeface="Calibri"/>
                </a:defRPr>
              </a:lvl8pPr>
              <a:lvl9pPr marL="0" marR="0" indent="2743200" algn="l" defTabSz="6858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350" b="0" i="0" u="none" strike="noStrike" cap="none" spc="0" normalizeH="0" baseline="0">
                  <a:ln>
                    <a:noFill/>
                  </a:ln>
                  <a:solidFill>
                    <a:srgbClr val="072941"/>
                  </a:solidFill>
                  <a:effectLst/>
                  <a:uFillTx/>
                  <a:latin typeface="+mj-lt"/>
                  <a:ea typeface="+mj-ea"/>
                  <a:cs typeface="+mj-cs"/>
                  <a:sym typeface="Calibri"/>
                </a:defRPr>
              </a:lvl9pPr>
            </a:lstStyle>
            <a:p>
              <a:pPr marL="0" marR="0" indent="0" algn="l" defTabSz="6858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350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CEE25AD-4DE1-FAB0-4DA7-CC3D9C7CEC7F}"/>
                </a:ext>
              </a:extLst>
            </p:cNvPr>
            <p:cNvSpPr/>
            <p:nvPr/>
          </p:nvSpPr>
          <p:spPr>
            <a:xfrm>
              <a:off x="7966953" y="5797683"/>
              <a:ext cx="2480553" cy="820604"/>
            </a:xfrm>
            <a:prstGeom prst="rect">
              <a:avLst/>
            </a:prstGeom>
            <a:solidFill>
              <a:schemeClr val="bg1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34289" tIns="34289" rIns="34289" bIns="34289" numCol="1" spcCol="38100" rtlCol="0" anchor="ctr">
              <a:noAutofit/>
            </a:bodyPr>
            <a:lstStyle>
              <a:defPPr marL="0" marR="0" indent="0" algn="l" defTabSz="6858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35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l" defTabSz="6858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350" b="0" i="0" u="none" strike="noStrike" cap="none" spc="0" normalizeH="0" baseline="0">
                  <a:ln>
                    <a:noFill/>
                  </a:ln>
                  <a:solidFill>
                    <a:srgbClr val="072941"/>
                  </a:solidFill>
                  <a:effectLst/>
                  <a:uFillTx/>
                  <a:latin typeface="+mj-lt"/>
                  <a:ea typeface="+mj-ea"/>
                  <a:cs typeface="+mj-cs"/>
                  <a:sym typeface="Calibri"/>
                </a:defRPr>
              </a:lvl1pPr>
              <a:lvl2pPr marL="0" marR="0" indent="342900" algn="l" defTabSz="6858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350" b="0" i="0" u="none" strike="noStrike" cap="none" spc="0" normalizeH="0" baseline="0">
                  <a:ln>
                    <a:noFill/>
                  </a:ln>
                  <a:solidFill>
                    <a:srgbClr val="072941"/>
                  </a:solidFill>
                  <a:effectLst/>
                  <a:uFillTx/>
                  <a:latin typeface="+mj-lt"/>
                  <a:ea typeface="+mj-ea"/>
                  <a:cs typeface="+mj-cs"/>
                  <a:sym typeface="Calibri"/>
                </a:defRPr>
              </a:lvl2pPr>
              <a:lvl3pPr marL="0" marR="0" indent="685800" algn="l" defTabSz="6858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350" b="0" i="0" u="none" strike="noStrike" cap="none" spc="0" normalizeH="0" baseline="0">
                  <a:ln>
                    <a:noFill/>
                  </a:ln>
                  <a:solidFill>
                    <a:srgbClr val="072941"/>
                  </a:solidFill>
                  <a:effectLst/>
                  <a:uFillTx/>
                  <a:latin typeface="+mj-lt"/>
                  <a:ea typeface="+mj-ea"/>
                  <a:cs typeface="+mj-cs"/>
                  <a:sym typeface="Calibri"/>
                </a:defRPr>
              </a:lvl3pPr>
              <a:lvl4pPr marL="0" marR="0" indent="1028700" algn="l" defTabSz="6858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350" b="0" i="0" u="none" strike="noStrike" cap="none" spc="0" normalizeH="0" baseline="0">
                  <a:ln>
                    <a:noFill/>
                  </a:ln>
                  <a:solidFill>
                    <a:srgbClr val="072941"/>
                  </a:solidFill>
                  <a:effectLst/>
                  <a:uFillTx/>
                  <a:latin typeface="+mj-lt"/>
                  <a:ea typeface="+mj-ea"/>
                  <a:cs typeface="+mj-cs"/>
                  <a:sym typeface="Calibri"/>
                </a:defRPr>
              </a:lvl4pPr>
              <a:lvl5pPr marL="0" marR="0" indent="1371600" algn="l" defTabSz="6858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350" b="0" i="0" u="none" strike="noStrike" cap="none" spc="0" normalizeH="0" baseline="0">
                  <a:ln>
                    <a:noFill/>
                  </a:ln>
                  <a:solidFill>
                    <a:srgbClr val="072941"/>
                  </a:solidFill>
                  <a:effectLst/>
                  <a:uFillTx/>
                  <a:latin typeface="+mj-lt"/>
                  <a:ea typeface="+mj-ea"/>
                  <a:cs typeface="+mj-cs"/>
                  <a:sym typeface="Calibri"/>
                </a:defRPr>
              </a:lvl5pPr>
              <a:lvl6pPr marL="0" marR="0" indent="1714500" algn="l" defTabSz="6858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350" b="0" i="0" u="none" strike="noStrike" cap="none" spc="0" normalizeH="0" baseline="0">
                  <a:ln>
                    <a:noFill/>
                  </a:ln>
                  <a:solidFill>
                    <a:srgbClr val="072941"/>
                  </a:solidFill>
                  <a:effectLst/>
                  <a:uFillTx/>
                  <a:latin typeface="+mj-lt"/>
                  <a:ea typeface="+mj-ea"/>
                  <a:cs typeface="+mj-cs"/>
                  <a:sym typeface="Calibri"/>
                </a:defRPr>
              </a:lvl6pPr>
              <a:lvl7pPr marL="0" marR="0" indent="2057400" algn="l" defTabSz="6858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350" b="0" i="0" u="none" strike="noStrike" cap="none" spc="0" normalizeH="0" baseline="0">
                  <a:ln>
                    <a:noFill/>
                  </a:ln>
                  <a:solidFill>
                    <a:srgbClr val="072941"/>
                  </a:solidFill>
                  <a:effectLst/>
                  <a:uFillTx/>
                  <a:latin typeface="+mj-lt"/>
                  <a:ea typeface="+mj-ea"/>
                  <a:cs typeface="+mj-cs"/>
                  <a:sym typeface="Calibri"/>
                </a:defRPr>
              </a:lvl7pPr>
              <a:lvl8pPr marL="0" marR="0" indent="2400300" algn="l" defTabSz="6858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350" b="0" i="0" u="none" strike="noStrike" cap="none" spc="0" normalizeH="0" baseline="0">
                  <a:ln>
                    <a:noFill/>
                  </a:ln>
                  <a:solidFill>
                    <a:srgbClr val="072941"/>
                  </a:solidFill>
                  <a:effectLst/>
                  <a:uFillTx/>
                  <a:latin typeface="+mj-lt"/>
                  <a:ea typeface="+mj-ea"/>
                  <a:cs typeface="+mj-cs"/>
                  <a:sym typeface="Calibri"/>
                </a:defRPr>
              </a:lvl8pPr>
              <a:lvl9pPr marL="0" marR="0" indent="2743200" algn="l" defTabSz="6858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350" b="0" i="0" u="none" strike="noStrike" cap="none" spc="0" normalizeH="0" baseline="0">
                  <a:ln>
                    <a:noFill/>
                  </a:ln>
                  <a:solidFill>
                    <a:srgbClr val="072941"/>
                  </a:solidFill>
                  <a:effectLst/>
                  <a:uFillTx/>
                  <a:latin typeface="+mj-lt"/>
                  <a:ea typeface="+mj-ea"/>
                  <a:cs typeface="+mj-cs"/>
                  <a:sym typeface="Calibri"/>
                </a:defRPr>
              </a:lvl9pPr>
            </a:lstStyle>
            <a:p>
              <a:pPr marL="0" marR="0" indent="0" algn="l" defTabSz="6858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050" b="0" i="1" u="none" strike="noStrike" cap="none" spc="0" normalizeH="0" baseline="0">
                  <a:ln>
                    <a:noFill/>
                  </a:ln>
                  <a:solidFill>
                    <a:srgbClr val="072941"/>
                  </a:solidFill>
                  <a:effectLst/>
                  <a:uFillTx/>
                  <a:latin typeface="+mj-lt"/>
                  <a:ea typeface="+mj-ea"/>
                  <a:cs typeface="+mj-cs"/>
                  <a:sym typeface="Calibri"/>
                </a:rPr>
                <a:t>Prepared</a:t>
              </a:r>
            </a:p>
            <a:p>
              <a:pPr marL="0" marR="0" indent="0" algn="l" defTabSz="6858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050" b="0" i="1" u="none" strike="noStrike" cap="none" spc="0" normalizeH="0" baseline="0">
                  <a:ln>
                    <a:noFill/>
                  </a:ln>
                  <a:solidFill>
                    <a:srgbClr val="072941"/>
                  </a:solidFill>
                  <a:effectLst/>
                  <a:uFillTx/>
                  <a:latin typeface="+mj-lt"/>
                  <a:ea typeface="+mj-ea"/>
                  <a:cs typeface="+mj-cs"/>
                  <a:sym typeface="Calibri"/>
                </a:rPr>
                <a:t>exclusively for:</a:t>
              </a:r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0FAE527A-6B09-4295-290A-CAC0746C1F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5328" y="4642503"/>
            <a:ext cx="1021768" cy="386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88671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2064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82F6"/>
                </a:solidFill>
              </a:rPr>
              <a:t>▶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0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Agenda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745736"/>
            <a:ext cx="91440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4745736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b="1" dirty="0">
              <a:solidFill>
                <a:srgbClr val="1A365D"/>
              </a:solidFill>
              <a:ea typeface="Calibri"/>
              <a:cs typeface="Calibri"/>
            </a:endParaRPr>
          </a:p>
        </p:txBody>
      </p:sp>
      <p:sp>
        <p:nvSpPr>
          <p:cNvPr id="7" name="Text 5"/>
          <p:cNvSpPr/>
          <p:nvPr/>
        </p:nvSpPr>
        <p:spPr>
          <a:xfrm>
            <a:off x="2286000" y="4745736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B7280"/>
                </a:solidFill>
              </a:rPr>
              <a:t>© 2026 Earley Information Science, Inc. All rights reserved.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6858000" y="4745736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7280"/>
                </a:solidFill>
              </a:rPr>
              <a:t>CONFIDENTIAL   www.earley.com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9070848" y="512064"/>
            <a:ext cx="73152" cy="423367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0" name="Shape 8"/>
          <p:cNvSpPr/>
          <p:nvPr/>
        </p:nvSpPr>
        <p:spPr>
          <a:xfrm>
            <a:off x="8851392" y="4453128"/>
            <a:ext cx="292608" cy="29260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1" name="Text 9"/>
          <p:cNvSpPr/>
          <p:nvPr/>
        </p:nvSpPr>
        <p:spPr>
          <a:xfrm>
            <a:off x="8851392" y="44531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0981769"/>
              </p:ext>
            </p:extLst>
          </p:nvPr>
        </p:nvGraphicFramePr>
        <p:xfrm>
          <a:off x="548640" y="777240"/>
          <a:ext cx="7772400" cy="3456432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Time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Topic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Presenter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365D"/>
                          </a:solidFill>
                        </a:rPr>
                        <a:t>1:00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365D"/>
                          </a:solidFill>
                        </a:rPr>
                        <a:t>1.0 Executive Summary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365D"/>
                          </a:solidFill>
                        </a:rPr>
                        <a:t>Dominique</a:t>
                      </a: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300" dirty="0">
                          <a:solidFill>
                            <a:srgbClr val="1A365D"/>
                          </a:solidFill>
                        </a:rPr>
                        <a:t>2:00</a:t>
                      </a:r>
                      <a:endParaRPr lang="en-US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365D"/>
                          </a:solidFill>
                        </a:rPr>
                        <a:t>1.1 Current State Analysis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300" b="0" i="0" u="none" strike="noStrike" noProof="0" dirty="0">
                          <a:solidFill>
                            <a:srgbClr val="1A365D"/>
                          </a:solidFill>
                          <a:latin typeface="Calibri"/>
                        </a:rPr>
                        <a:t>Dominique</a:t>
                      </a:r>
                      <a:endParaRPr lang="en-US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300" dirty="0">
                          <a:solidFill>
                            <a:srgbClr val="1A365D"/>
                          </a:solidFill>
                        </a:rPr>
                        <a:t>3:00</a:t>
                      </a:r>
                      <a:endParaRPr lang="en-US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365D"/>
                          </a:solidFill>
                        </a:rPr>
                        <a:t>1.2 Critical Pain Points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365D"/>
                          </a:solidFill>
                        </a:rPr>
                        <a:t>Dominique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300" dirty="0">
                          <a:solidFill>
                            <a:srgbClr val="1A365D"/>
                          </a:solidFill>
                        </a:rPr>
                        <a:t>4:00</a:t>
                      </a:r>
                      <a:endParaRPr lang="en-US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365D"/>
                          </a:solidFill>
                        </a:rPr>
                        <a:t>1.3 AI Usage Assessment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300" b="0" i="0" u="none" strike="noStrike" noProof="0" dirty="0">
                          <a:solidFill>
                            <a:srgbClr val="1A365D"/>
                          </a:solidFill>
                          <a:latin typeface="Calibri"/>
                        </a:rPr>
                        <a:t>Dominique</a:t>
                      </a:r>
                      <a:endParaRPr lang="en-US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365D"/>
                          </a:solidFill>
                        </a:rPr>
                        <a:t>5:00</a:t>
                      </a: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365D"/>
                          </a:solidFill>
                        </a:rPr>
                        <a:t>1.4 Prompt Analysis &amp; Improvements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365D"/>
                          </a:solidFill>
                        </a:rPr>
                        <a:t>Dominique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365D"/>
                          </a:solidFill>
                        </a:rPr>
                        <a:t>6:00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365D"/>
                          </a:solidFill>
                        </a:rPr>
                        <a:t>1.5 AI Opportunities Roadmap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300" b="0" i="0" u="none" strike="noStrike" noProof="0" dirty="0">
                          <a:solidFill>
                            <a:srgbClr val="1A365D"/>
                          </a:solidFill>
                          <a:latin typeface="Calibri"/>
                        </a:rPr>
                        <a:t>Dominique</a:t>
                      </a:r>
                      <a:endParaRPr lang="en-US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365D"/>
                          </a:solidFill>
                        </a:rPr>
                        <a:t>7:00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365D"/>
                          </a:solidFill>
                        </a:rPr>
                        <a:t>1.6 Recommendations &amp; Next Steps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300" b="0" i="0" u="none" strike="noStrike" noProof="0" dirty="0">
                          <a:solidFill>
                            <a:srgbClr val="1A365D"/>
                          </a:solidFill>
                          <a:latin typeface="Calibri"/>
                        </a:rPr>
                        <a:t>Dominique</a:t>
                      </a:r>
                      <a:endParaRPr lang="en-US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365D"/>
                          </a:solidFill>
                        </a:rPr>
                        <a:t>8:00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365D"/>
                          </a:solidFill>
                        </a:rPr>
                        <a:t>Q&amp;A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300" b="0" i="0" u="none" strike="noStrike" noProof="0" dirty="0">
                          <a:solidFill>
                            <a:srgbClr val="1A365D"/>
                          </a:solidFill>
                          <a:latin typeface="Calibri"/>
                        </a:rPr>
                        <a:t>Dominique</a:t>
                      </a:r>
                      <a:endParaRPr lang="en-US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13" name="Picture 12" descr="A close-up of a logo&#10;&#10;AI-generated content may be incorrect.">
            <a:extLst>
              <a:ext uri="{FF2B5EF4-FFF2-40B4-BE49-F238E27FC236}">
                <a16:creationId xmlns:a16="http://schemas.microsoft.com/office/drawing/2014/main" id="{6E94868B-0744-5F5E-1C57-99AEF10CA0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035" y="4744434"/>
            <a:ext cx="1269125" cy="40005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2064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82F6"/>
                </a:solidFill>
              </a:rPr>
              <a:t>▶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0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Executive Summary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745736"/>
            <a:ext cx="91440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4745736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b="1" dirty="0">
              <a:solidFill>
                <a:srgbClr val="1A365D"/>
              </a:solidFill>
              <a:ea typeface="Calibri"/>
              <a:cs typeface="Calibri"/>
            </a:endParaRPr>
          </a:p>
        </p:txBody>
      </p:sp>
      <p:sp>
        <p:nvSpPr>
          <p:cNvPr id="7" name="Text 5"/>
          <p:cNvSpPr/>
          <p:nvPr/>
        </p:nvSpPr>
        <p:spPr>
          <a:xfrm>
            <a:off x="2286000" y="4745736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B7280"/>
                </a:solidFill>
              </a:rPr>
              <a:t>© 2026 Earley Information Science, Inc. All rights reserved.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6858000" y="4745736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7280"/>
                </a:solidFill>
              </a:rPr>
              <a:t>CONFIDENTIAL   www.earley.com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9070848" y="512064"/>
            <a:ext cx="73152" cy="423367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0" name="Shape 8"/>
          <p:cNvSpPr/>
          <p:nvPr/>
        </p:nvSpPr>
        <p:spPr>
          <a:xfrm>
            <a:off x="8851392" y="4453128"/>
            <a:ext cx="292608" cy="29260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1" name="Text 9"/>
          <p:cNvSpPr/>
          <p:nvPr/>
        </p:nvSpPr>
        <p:spPr>
          <a:xfrm>
            <a:off x="8851392" y="44531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11480" y="685800"/>
            <a:ext cx="3840480" cy="178308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11480" y="685800"/>
            <a:ext cx="54864" cy="17830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77724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65D"/>
                </a:solidFill>
              </a:rPr>
              <a:t>Team Structure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4360" y="1069848"/>
            <a:ext cx="3520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B5563"/>
                </a:solidFill>
              </a:rPr>
              <a:t>40 manual testers + 9 automation engineers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B5563"/>
                </a:solidFill>
              </a:rPr>
              <a:t>75% contractors, 25% FTEs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B5563"/>
                </a:solidFill>
              </a:rPr>
              <a:t>Automation team grew from 3 to 9 in past year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2606040"/>
            <a:ext cx="3840480" cy="178308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" y="2606040"/>
            <a:ext cx="54864" cy="1783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269748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65D"/>
                </a:solidFill>
              </a:rPr>
              <a:t>Key Challenge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94360" y="2990088"/>
            <a:ext cx="3520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B5563"/>
                </a:solidFill>
              </a:rPr>
              <a:t>Two-week sprint cycles with immediate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B5563"/>
                </a:solidFill>
              </a:rPr>
              <a:t>production deployment create severe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B5563"/>
                </a:solidFill>
              </a:rPr>
              <a:t>pressure on testing capacity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434840" y="685800"/>
            <a:ext cx="3840480" cy="178308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434840" y="685800"/>
            <a:ext cx="54864" cy="17830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2" name="Text 20"/>
          <p:cNvSpPr/>
          <p:nvPr/>
        </p:nvSpPr>
        <p:spPr>
          <a:xfrm>
            <a:off x="4617720" y="77724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65D"/>
                </a:solidFill>
              </a:rPr>
              <a:t>Current AI Usage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617720" y="1069848"/>
            <a:ext cx="3520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B5563"/>
                </a:solidFill>
              </a:rPr>
              <a:t>Team proactively adopted Microsoft Copilot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B5563"/>
                </a:solidFill>
              </a:rPr>
              <a:t>for Gherkin test case generation with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B5563"/>
                </a:solidFill>
              </a:rPr>
              <a:t>custom prompt template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434840" y="2606040"/>
            <a:ext cx="3840480" cy="178308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434840" y="2606040"/>
            <a:ext cx="54864" cy="1783080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26" name="Text 24"/>
          <p:cNvSpPr/>
          <p:nvPr/>
        </p:nvSpPr>
        <p:spPr>
          <a:xfrm>
            <a:off x="4617720" y="269748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65D"/>
                </a:solidFill>
              </a:rPr>
              <a:t>Top Opportunity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17720" y="2990088"/>
            <a:ext cx="3520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B5563"/>
                </a:solidFill>
              </a:rPr>
              <a:t>AI-driven test impact analysis to enable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B5563"/>
                </a:solidFill>
              </a:rPr>
              <a:t>risk-based regression testing and reduce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B5563"/>
                </a:solidFill>
              </a:rPr>
              <a:t>5-day regression window</a:t>
            </a:r>
            <a:endParaRPr lang="en-US" sz="1100" dirty="0"/>
          </a:p>
        </p:txBody>
      </p:sp>
      <p:pic>
        <p:nvPicPr>
          <p:cNvPr id="30" name="Picture 29" descr="A close-up of a logo&#10;&#10;AI-generated content may be incorrect.">
            <a:extLst>
              <a:ext uri="{FF2B5EF4-FFF2-40B4-BE49-F238E27FC236}">
                <a16:creationId xmlns:a16="http://schemas.microsoft.com/office/drawing/2014/main" id="{3F0B2A79-FBAF-5E44-03A0-EA93344F62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035" y="4744434"/>
            <a:ext cx="1269125" cy="40005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2064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82F6"/>
                </a:solidFill>
              </a:rPr>
              <a:t>▶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0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Current State Analysis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745736"/>
            <a:ext cx="91440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4745736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365D"/>
                </a:solidFill>
              </a:rPr>
              <a:t>EARLEY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286000" y="4745736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B7280"/>
                </a:solidFill>
              </a:rPr>
              <a:t>© 2026 Earley Information Science, Inc. All rights reserved.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6858000" y="4745736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7280"/>
                </a:solidFill>
              </a:rPr>
              <a:t>CONFIDENTIAL   www.earley.com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9070848" y="512064"/>
            <a:ext cx="73152" cy="423367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0" name="Shape 8"/>
          <p:cNvSpPr/>
          <p:nvPr/>
        </p:nvSpPr>
        <p:spPr>
          <a:xfrm>
            <a:off x="8851392" y="4453128"/>
            <a:ext cx="292608" cy="29260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1" name="Text 9"/>
          <p:cNvSpPr/>
          <p:nvPr/>
        </p:nvSpPr>
        <p:spPr>
          <a:xfrm>
            <a:off x="8851392" y="44531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640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65D"/>
                </a:solidFill>
              </a:rPr>
              <a:t>Organizational Structure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1480" y="896112"/>
            <a:ext cx="3931920" cy="18288"/>
          </a:xfrm>
          <a:prstGeom prst="rect">
            <a:avLst/>
          </a:prstGeom>
          <a:solidFill>
            <a:srgbClr val="E5E7EB"/>
          </a:solidFill>
          <a:ln/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3931920" cy="109728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Team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Size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Leadership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</a:rPr>
                        <a:t>Manual Testing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</a:rPr>
                        <a:t>40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</a:rPr>
                        <a:t>Corinne Anderson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</a:rPr>
                        <a:t>Automation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</a:rPr>
                        <a:t>9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</a:rPr>
                        <a:t>Stephen Kinnison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</a:rPr>
                        <a:t>49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</a:rPr>
                        <a:t>Swarupa Kota (Dir.)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411480" y="23317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65D"/>
                </a:solidFill>
              </a:rPr>
              <a:t>Coverage Metrics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11480" y="2587752"/>
            <a:ext cx="3931920" cy="18288"/>
          </a:xfrm>
          <a:prstGeom prst="rect">
            <a:avLst/>
          </a:prstGeom>
          <a:solidFill>
            <a:srgbClr val="E5E7EB"/>
          </a:solidFill>
          <a:ln/>
        </p:spPr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2463849"/>
              </p:ext>
            </p:extLst>
          </p:nvPr>
        </p:nvGraphicFramePr>
        <p:xfrm>
          <a:off x="411480" y="2697480"/>
          <a:ext cx="3931920" cy="109728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Application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Coverage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 err="1">
                          <a:solidFill>
                            <a:srgbClr val="1A365D"/>
                          </a:solidFill>
                        </a:rPr>
                        <a:t>MySFS</a:t>
                      </a:r>
                      <a:endParaRPr lang="en-US" sz="1000" dirty="0" err="1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</a:rPr>
                        <a:t>41%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</a:rPr>
                        <a:t>Overall average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</a:rPr>
                        <a:t>25-30%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</a:rPr>
                        <a:t>Testing focus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</a:rPr>
                        <a:t>80-85% UI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" name="Text 14"/>
          <p:cNvSpPr/>
          <p:nvPr/>
        </p:nvSpPr>
        <p:spPr>
          <a:xfrm>
            <a:off x="4663440" y="640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65D"/>
                </a:solidFill>
              </a:rPr>
              <a:t>Tools &amp; Technology Stack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4663440" y="896112"/>
            <a:ext cx="3931920" cy="18288"/>
          </a:xfrm>
          <a:prstGeom prst="rect">
            <a:avLst/>
          </a:prstGeom>
          <a:solidFill>
            <a:srgbClr val="E5E7EB"/>
          </a:solidFill>
          <a:ln/>
        </p:spPr>
      </p:sp>
      <p:graphicFrame>
        <p:nvGraphicFramePr>
          <p:cNvPr id="2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005840"/>
          <a:ext cx="3931920" cy="192024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Tools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</a:rPr>
                        <a:t>UI Automation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</a:rPr>
                        <a:t>Behave, Playwright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</a:rPr>
                        <a:t>API Testing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</a:rPr>
                        <a:t>Pytest, Requests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</a:rPr>
                        <a:t>CI/CD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</a:rPr>
                        <a:t>Jenkins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</a:rPr>
                        <a:t>Test Management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</a:rPr>
                        <a:t>Spira Test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</a:rPr>
                        <a:t>Version Control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</a:rPr>
                        <a:t>Azure DevOps, Git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</a:rPr>
                        <a:t>AI Tools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</a:rPr>
                        <a:t>Microsoft Copilot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22" name="Picture 21" descr="A close-up of a logo&#10;&#10;AI-generated content may be incorrect.">
            <a:extLst>
              <a:ext uri="{FF2B5EF4-FFF2-40B4-BE49-F238E27FC236}">
                <a16:creationId xmlns:a16="http://schemas.microsoft.com/office/drawing/2014/main" id="{09BD390A-D330-8256-2154-0BE3639960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035" y="4744434"/>
            <a:ext cx="1269125" cy="40005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2064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82F6"/>
                </a:solidFill>
              </a:rPr>
              <a:t>▶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0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Critical Pain Points Identified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745736"/>
            <a:ext cx="91440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4745736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365D"/>
                </a:solidFill>
              </a:rPr>
              <a:t>EARLEY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286000" y="4745736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B7280"/>
                </a:solidFill>
              </a:rPr>
              <a:t>© 2026 Earley Information Science, Inc. All rights reserved.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6858000" y="4745736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7280"/>
                </a:solidFill>
              </a:rPr>
              <a:t>CONFIDENTIAL   www.earley.com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9070848" y="512064"/>
            <a:ext cx="73152" cy="423367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0" name="Shape 8"/>
          <p:cNvSpPr/>
          <p:nvPr/>
        </p:nvSpPr>
        <p:spPr>
          <a:xfrm>
            <a:off x="8851392" y="4453128"/>
            <a:ext cx="292608" cy="29260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1" name="Text 9"/>
          <p:cNvSpPr/>
          <p:nvPr/>
        </p:nvSpPr>
        <p:spPr>
          <a:xfrm>
            <a:off x="8851392" y="44531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11480" y="685800"/>
            <a:ext cx="3840480" cy="178308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11480" y="685800"/>
            <a:ext cx="54864" cy="17830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77724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65D"/>
                </a:solidFill>
              </a:rPr>
              <a:t>Locator Management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4360" y="1069848"/>
            <a:ext cx="3520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B5563"/>
                </a:solidFill>
              </a:rPr>
              <a:t>"Automation engineers spend considerable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B5563"/>
                </a:solidFill>
              </a:rPr>
              <a:t>daily effort identifying failed tests, finding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B5563"/>
                </a:solidFill>
              </a:rPr>
              <a:t>new working locators for changed elements."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219456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00" b="1" dirty="0">
                <a:solidFill>
                  <a:srgbClr val="DC2626"/>
                </a:solidFill>
              </a:rPr>
              <a:t>~50% of automation time spent on maintenance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11480" y="2606040"/>
            <a:ext cx="3840480" cy="178308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11480" y="2606040"/>
            <a:ext cx="54864" cy="1783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269748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65D"/>
                </a:solidFill>
              </a:rPr>
              <a:t>Vague User Stories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94360" y="2990088"/>
            <a:ext cx="3520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B5563"/>
                </a:solidFill>
              </a:rPr>
              <a:t>"They're not as defined as we need them to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B5563"/>
                </a:solidFill>
              </a:rPr>
              <a:t>be... we have to dig a lot deeper and ask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B5563"/>
                </a:solidFill>
              </a:rPr>
              <a:t>a ton of questions."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4360" y="411480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</a:rPr>
              <a:t>Quality in = Quality out for AI generation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434840" y="685800"/>
            <a:ext cx="3840480" cy="178308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434840" y="685800"/>
            <a:ext cx="54864" cy="1783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4617720" y="77724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65D"/>
                </a:solidFill>
              </a:rPr>
              <a:t>Compressed Timeline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617720" y="1069848"/>
            <a:ext cx="3520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B5563"/>
                </a:solidFill>
              </a:rPr>
              <a:t>"The team must 'pray' that bug fixes don't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B5563"/>
                </a:solidFill>
              </a:rPr>
              <a:t>introduce new issues, as there's no time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B5563"/>
                </a:solidFill>
              </a:rPr>
              <a:t>for additional regression cycles."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617720" y="219456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</a:rPr>
              <a:t>No comprehensive regression in QA environment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434840" y="2606040"/>
            <a:ext cx="3840480" cy="178308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434840" y="2606040"/>
            <a:ext cx="54864" cy="1783080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29" name="Text 27"/>
          <p:cNvSpPr/>
          <p:nvPr/>
        </p:nvSpPr>
        <p:spPr>
          <a:xfrm>
            <a:off x="4617720" y="269748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65D"/>
                </a:solidFill>
              </a:rPr>
              <a:t>No Impact Analysis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617720" y="2990088"/>
            <a:ext cx="3520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B5563"/>
                </a:solidFill>
              </a:rPr>
              <a:t>"The team lacks systematic impact analysis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B5563"/>
                </a:solidFill>
              </a:rPr>
              <a:t>tools to identify which test cases should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B5563"/>
                </a:solidFill>
              </a:rPr>
              <a:t>execute based on code changes."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617720" y="411480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00" b="1" dirty="0">
                <a:solidFill>
                  <a:srgbClr val="9333EA"/>
                </a:solidFill>
              </a:rPr>
              <a:t>Manual coordination doesn't scale</a:t>
            </a:r>
            <a:endParaRPr lang="en-US" sz="900" dirty="0"/>
          </a:p>
        </p:txBody>
      </p:sp>
      <p:pic>
        <p:nvPicPr>
          <p:cNvPr id="33" name="Picture 32" descr="A close-up of a logo&#10;&#10;AI-generated content may be incorrect.">
            <a:extLst>
              <a:ext uri="{FF2B5EF4-FFF2-40B4-BE49-F238E27FC236}">
                <a16:creationId xmlns:a16="http://schemas.microsoft.com/office/drawing/2014/main" id="{B8FFC9E6-99C7-3EC5-299F-FD9035CC8F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035" y="4744434"/>
            <a:ext cx="1269125" cy="40005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2064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82F6"/>
                </a:solidFill>
              </a:rPr>
              <a:t>▶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0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Testing Effort Imbalance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745736"/>
            <a:ext cx="91440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4745736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365D"/>
                </a:solidFill>
              </a:rPr>
              <a:t>EARLEY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286000" y="4745736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B7280"/>
                </a:solidFill>
              </a:rPr>
              <a:t>© 2026 Earley Information Science, Inc. All rights reserved.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6858000" y="4745736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7280"/>
                </a:solidFill>
              </a:rPr>
              <a:t>CONFIDENTIAL   www.earley.com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9070848" y="512064"/>
            <a:ext cx="73152" cy="423367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0" name="Shape 8"/>
          <p:cNvSpPr/>
          <p:nvPr/>
        </p:nvSpPr>
        <p:spPr>
          <a:xfrm>
            <a:off x="8851392" y="4453128"/>
            <a:ext cx="292608" cy="29260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1" name="Text 9"/>
          <p:cNvSpPr/>
          <p:nvPr/>
        </p:nvSpPr>
        <p:spPr>
          <a:xfrm>
            <a:off x="8851392" y="44531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31520" y="731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B7280"/>
                </a:solidFill>
              </a:rPr>
              <a:t>Current State</a:t>
            </a:r>
            <a:endParaRPr lang="en-US" sz="16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1097280"/>
            <a:ext cx="1920240" cy="192024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1280160" y="3154680"/>
            <a:ext cx="137160" cy="1371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5" name="Text 12"/>
          <p:cNvSpPr/>
          <p:nvPr/>
        </p:nvSpPr>
        <p:spPr>
          <a:xfrm>
            <a:off x="1463040" y="31272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365D"/>
                </a:solidFill>
              </a:rPr>
              <a:t>Execution 60%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2651760" y="3154680"/>
            <a:ext cx="137160" cy="1371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7" name="Text 14"/>
          <p:cNvSpPr/>
          <p:nvPr/>
        </p:nvSpPr>
        <p:spPr>
          <a:xfrm>
            <a:off x="2834640" y="31272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365D"/>
                </a:solidFill>
              </a:rPr>
              <a:t>Planning 40%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754880" y="731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A34A"/>
                </a:solidFill>
              </a:rPr>
              <a:t>Target State</a:t>
            </a:r>
            <a:endParaRPr lang="en-US" sz="160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1097280"/>
            <a:ext cx="1920240" cy="1920240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5303520" y="3154680"/>
            <a:ext cx="137160" cy="13716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1" name="Text 17"/>
          <p:cNvSpPr/>
          <p:nvPr/>
        </p:nvSpPr>
        <p:spPr>
          <a:xfrm>
            <a:off x="5486400" y="31272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365D"/>
                </a:solidFill>
              </a:rPr>
              <a:t>Execution 30%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6675120" y="3154680"/>
            <a:ext cx="137160" cy="1371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23" name="Text 19"/>
          <p:cNvSpPr/>
          <p:nvPr/>
        </p:nvSpPr>
        <p:spPr>
          <a:xfrm>
            <a:off x="6858000" y="31272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365D"/>
                </a:solidFill>
              </a:rPr>
              <a:t>Planning 70%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548640" y="3566160"/>
            <a:ext cx="7955280" cy="7315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5" name="Shape 21"/>
          <p:cNvSpPr/>
          <p:nvPr/>
        </p:nvSpPr>
        <p:spPr>
          <a:xfrm>
            <a:off x="548640" y="3566160"/>
            <a:ext cx="45720" cy="7315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6" name="Text 22"/>
          <p:cNvSpPr/>
          <p:nvPr/>
        </p:nvSpPr>
        <p:spPr>
          <a:xfrm>
            <a:off x="731520" y="356616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B5563"/>
                </a:solidFill>
              </a:rPr>
              <a:t>Root cause: Extensive bug retesting cycles and insufficient automation coverage drive execution-heavy imbalance.</a:t>
            </a:r>
            <a:endParaRPr lang="en-US" sz="1200" dirty="0"/>
          </a:p>
        </p:txBody>
      </p:sp>
      <p:pic>
        <p:nvPicPr>
          <p:cNvPr id="28" name="Picture 27" descr="A close-up of a logo&#10;&#10;AI-generated content may be incorrect.">
            <a:extLst>
              <a:ext uri="{FF2B5EF4-FFF2-40B4-BE49-F238E27FC236}">
                <a16:creationId xmlns:a16="http://schemas.microsoft.com/office/drawing/2014/main" id="{C2059CC5-81C9-7F7D-E748-572E88F536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035" y="4744434"/>
            <a:ext cx="1269125" cy="40005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19">
            <a:extLst>
              <a:ext uri="{FF2B5EF4-FFF2-40B4-BE49-F238E27FC236}">
                <a16:creationId xmlns:a16="http://schemas.microsoft.com/office/drawing/2014/main" id="{5FD4FD99-7EE8-2B87-11C1-FB901E9076B2}"/>
              </a:ext>
            </a:extLst>
          </p:cNvPr>
          <p:cNvSpPr/>
          <p:nvPr/>
        </p:nvSpPr>
        <p:spPr>
          <a:xfrm>
            <a:off x="457200" y="885463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 b="1" dirty="0">
                <a:solidFill>
                  <a:srgbClr val="1A3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Is Execution So High? Four Compounding Drivers</a:t>
            </a:r>
            <a:endParaRPr lang="en-US" sz="1500" dirty="0"/>
          </a:p>
        </p:txBody>
      </p:sp>
      <p:pic>
        <p:nvPicPr>
          <p:cNvPr id="16" name="Image 2">
            <a:extLst>
              <a:ext uri="{FF2B5EF4-FFF2-40B4-BE49-F238E27FC236}">
                <a16:creationId xmlns:a16="http://schemas.microsoft.com/office/drawing/2014/main" id="{C404E6E0-F72A-DC66-DD45-6437C303A0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34103"/>
            <a:ext cx="292608" cy="292608"/>
          </a:xfrm>
          <a:prstGeom prst="rect">
            <a:avLst/>
          </a:prstGeom>
        </p:spPr>
      </p:pic>
      <p:sp>
        <p:nvSpPr>
          <p:cNvPr id="17" name="Text 22">
            <a:extLst>
              <a:ext uri="{FF2B5EF4-FFF2-40B4-BE49-F238E27FC236}">
                <a16:creationId xmlns:a16="http://schemas.microsoft.com/office/drawing/2014/main" id="{D759207B-1C8A-5047-49CC-12AB23956F73}"/>
              </a:ext>
            </a:extLst>
          </p:cNvPr>
          <p:cNvSpPr/>
          <p:nvPr/>
        </p:nvSpPr>
        <p:spPr>
          <a:xfrm>
            <a:off x="1005840" y="1388383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b="1" dirty="0">
                <a:solidFill>
                  <a:srgbClr val="1A3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Repeated Bug Retesting Cycles</a:t>
            </a:r>
            <a:endParaRPr lang="en-US" sz="1100" dirty="0"/>
          </a:p>
        </p:txBody>
      </p:sp>
      <p:sp>
        <p:nvSpPr>
          <p:cNvPr id="18" name="Text 23">
            <a:extLst>
              <a:ext uri="{FF2B5EF4-FFF2-40B4-BE49-F238E27FC236}">
                <a16:creationId xmlns:a16="http://schemas.microsoft.com/office/drawing/2014/main" id="{BF5CFDF8-E118-1758-DE10-6E575A84A3DD}"/>
              </a:ext>
            </a:extLst>
          </p:cNvPr>
          <p:cNvSpPr/>
          <p:nvPr/>
        </p:nvSpPr>
        <p:spPr>
          <a:xfrm>
            <a:off x="1005840" y="1662703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Bug fixes within a sprint must be re-verified, often multiple times, consuming execution hours that crowd out planning and design.</a:t>
            </a:r>
            <a:endParaRPr lang="en-US" sz="1000" dirty="0"/>
          </a:p>
        </p:txBody>
      </p:sp>
      <p:pic>
        <p:nvPicPr>
          <p:cNvPr id="19" name="Image 3">
            <a:extLst>
              <a:ext uri="{FF2B5EF4-FFF2-40B4-BE49-F238E27FC236}">
                <a16:creationId xmlns:a16="http://schemas.microsoft.com/office/drawing/2014/main" id="{D9676882-7CDE-54A8-0C0C-C0CB25402F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1434103"/>
            <a:ext cx="292608" cy="292608"/>
          </a:xfrm>
          <a:prstGeom prst="rect">
            <a:avLst/>
          </a:prstGeom>
        </p:spPr>
      </p:pic>
      <p:sp>
        <p:nvSpPr>
          <p:cNvPr id="20" name="Text 26">
            <a:extLst>
              <a:ext uri="{FF2B5EF4-FFF2-40B4-BE49-F238E27FC236}">
                <a16:creationId xmlns:a16="http://schemas.microsoft.com/office/drawing/2014/main" id="{6F2A75C5-E5A7-7953-0D09-F90846ACD08E}"/>
              </a:ext>
            </a:extLst>
          </p:cNvPr>
          <p:cNvSpPr/>
          <p:nvPr/>
        </p:nvSpPr>
        <p:spPr>
          <a:xfrm>
            <a:off x="4983480" y="1388383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b="1" dirty="0">
                <a:solidFill>
                  <a:srgbClr val="1A3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Risk-Based Regression</a:t>
            </a:r>
            <a:endParaRPr lang="en-US" sz="1100" dirty="0"/>
          </a:p>
        </p:txBody>
      </p:sp>
      <p:sp>
        <p:nvSpPr>
          <p:cNvPr id="21" name="Text 27">
            <a:extLst>
              <a:ext uri="{FF2B5EF4-FFF2-40B4-BE49-F238E27FC236}">
                <a16:creationId xmlns:a16="http://schemas.microsoft.com/office/drawing/2014/main" id="{01891C1A-5C18-5E1B-782A-96D2F11E0D28}"/>
              </a:ext>
            </a:extLst>
          </p:cNvPr>
          <p:cNvSpPr/>
          <p:nvPr/>
        </p:nvSpPr>
        <p:spPr>
          <a:xfrm>
            <a:off x="4983480" y="1662703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Without impact analysis, the team runs broad regression passes rather than targeted suites — 5 full days of execution per release.</a:t>
            </a:r>
            <a:endParaRPr lang="en-US" sz="1000" dirty="0"/>
          </a:p>
        </p:txBody>
      </p:sp>
      <p:pic>
        <p:nvPicPr>
          <p:cNvPr id="22" name="Image 4">
            <a:extLst>
              <a:ext uri="{FF2B5EF4-FFF2-40B4-BE49-F238E27FC236}">
                <a16:creationId xmlns:a16="http://schemas.microsoft.com/office/drawing/2014/main" id="{E87A99BD-90D3-6B3A-7EBC-347254F159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531383"/>
            <a:ext cx="292608" cy="292608"/>
          </a:xfrm>
          <a:prstGeom prst="rect">
            <a:avLst/>
          </a:prstGeom>
        </p:spPr>
      </p:pic>
      <p:sp>
        <p:nvSpPr>
          <p:cNvPr id="23" name="Text 30">
            <a:extLst>
              <a:ext uri="{FF2B5EF4-FFF2-40B4-BE49-F238E27FC236}">
                <a16:creationId xmlns:a16="http://schemas.microsoft.com/office/drawing/2014/main" id="{1D653096-72D1-D8A4-3594-F95F39EFCEBA}"/>
              </a:ext>
            </a:extLst>
          </p:cNvPr>
          <p:cNvSpPr/>
          <p:nvPr/>
        </p:nvSpPr>
        <p:spPr>
          <a:xfrm>
            <a:off x="1005840" y="2485663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b="1" dirty="0">
                <a:solidFill>
                  <a:srgbClr val="1A3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 Automation Coverage (25-30%)</a:t>
            </a:r>
            <a:endParaRPr lang="en-US" sz="1100" dirty="0"/>
          </a:p>
        </p:txBody>
      </p:sp>
      <p:sp>
        <p:nvSpPr>
          <p:cNvPr id="24" name="Text 31">
            <a:extLst>
              <a:ext uri="{FF2B5EF4-FFF2-40B4-BE49-F238E27FC236}">
                <a16:creationId xmlns:a16="http://schemas.microsoft.com/office/drawing/2014/main" id="{7C9481BB-FAA2-DBA6-A18B-1D58B1DE5DED}"/>
              </a:ext>
            </a:extLst>
          </p:cNvPr>
          <p:cNvSpPr/>
          <p:nvPr/>
        </p:nvSpPr>
        <p:spPr>
          <a:xfrm>
            <a:off x="1005840" y="2759983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Most regression is still executed manually. The 9-person automation team spends ~50% of their time on locator maintenance, not new coverage.</a:t>
            </a:r>
            <a:endParaRPr lang="en-US" sz="1000" dirty="0"/>
          </a:p>
        </p:txBody>
      </p:sp>
      <p:pic>
        <p:nvPicPr>
          <p:cNvPr id="25" name="Image 5">
            <a:extLst>
              <a:ext uri="{FF2B5EF4-FFF2-40B4-BE49-F238E27FC236}">
                <a16:creationId xmlns:a16="http://schemas.microsoft.com/office/drawing/2014/main" id="{B9F64F80-5FA5-3E2B-BBC3-35168DAB55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7720" y="2531383"/>
            <a:ext cx="292608" cy="292608"/>
          </a:xfrm>
          <a:prstGeom prst="rect">
            <a:avLst/>
          </a:prstGeom>
        </p:spPr>
      </p:pic>
      <p:sp>
        <p:nvSpPr>
          <p:cNvPr id="26" name="Text 34">
            <a:extLst>
              <a:ext uri="{FF2B5EF4-FFF2-40B4-BE49-F238E27FC236}">
                <a16:creationId xmlns:a16="http://schemas.microsoft.com/office/drawing/2014/main" id="{C3BC797C-7600-3B99-961E-B149720299AF}"/>
              </a:ext>
            </a:extLst>
          </p:cNvPr>
          <p:cNvSpPr/>
          <p:nvPr/>
        </p:nvSpPr>
        <p:spPr>
          <a:xfrm>
            <a:off x="4983480" y="2485663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b="1" dirty="0">
                <a:solidFill>
                  <a:srgbClr val="1A3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Staging as Second Test Pass</a:t>
            </a:r>
            <a:endParaRPr lang="en-US" sz="1100" dirty="0"/>
          </a:p>
        </p:txBody>
      </p:sp>
      <p:sp>
        <p:nvSpPr>
          <p:cNvPr id="27" name="Text 35">
            <a:extLst>
              <a:ext uri="{FF2B5EF4-FFF2-40B4-BE49-F238E27FC236}">
                <a16:creationId xmlns:a16="http://schemas.microsoft.com/office/drawing/2014/main" id="{CCCC4161-BB64-A79E-199F-3D88C38270DD}"/>
              </a:ext>
            </a:extLst>
          </p:cNvPr>
          <p:cNvSpPr/>
          <p:nvPr/>
        </p:nvSpPr>
        <p:spPr>
          <a:xfrm>
            <a:off x="4983480" y="2759983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Bandwidth constraints prevent a full second pass in QA, so staging becomes de facto retesting — adding another execution cycle.</a:t>
            </a:r>
            <a:endParaRPr lang="en-US" sz="1000" dirty="0"/>
          </a:p>
        </p:txBody>
      </p:sp>
      <p:sp>
        <p:nvSpPr>
          <p:cNvPr id="28" name="Text 37">
            <a:extLst>
              <a:ext uri="{FF2B5EF4-FFF2-40B4-BE49-F238E27FC236}">
                <a16:creationId xmlns:a16="http://schemas.microsoft.com/office/drawing/2014/main" id="{059E673C-ED69-E8C1-7452-633655CC6A98}"/>
              </a:ext>
            </a:extLst>
          </p:cNvPr>
          <p:cNvSpPr/>
          <p:nvPr/>
        </p:nvSpPr>
        <p:spPr>
          <a:xfrm>
            <a:off x="548640" y="3500647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1A3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do these numbers come from? </a:t>
            </a: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60/40 split was reported by the manual testing team during the Dec 18 optimization session. Industry benchmark for mature testing orgs targets a 30/70 execution-to-planning ratio (ISTQB, Capgemini World Quality Report). Closing the gap requires reducing manual re-execution through automation, smarter regression selection, and fewer retesting loops.</a:t>
            </a:r>
            <a:endParaRPr lang="en-US" sz="850" dirty="0"/>
          </a:p>
        </p:txBody>
      </p:sp>
      <p:sp>
        <p:nvSpPr>
          <p:cNvPr id="62" name="Shape 0">
            <a:extLst>
              <a:ext uri="{FF2B5EF4-FFF2-40B4-BE49-F238E27FC236}">
                <a16:creationId xmlns:a16="http://schemas.microsoft.com/office/drawing/2014/main" id="{BBE776DA-5CE3-7016-B0F7-4FCD2BE901B9}"/>
              </a:ext>
            </a:extLst>
          </p:cNvPr>
          <p:cNvSpPr/>
          <p:nvPr/>
        </p:nvSpPr>
        <p:spPr>
          <a:xfrm>
            <a:off x="0" y="0"/>
            <a:ext cx="9144000" cy="512064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64" name="Text 1">
            <a:extLst>
              <a:ext uri="{FF2B5EF4-FFF2-40B4-BE49-F238E27FC236}">
                <a16:creationId xmlns:a16="http://schemas.microsoft.com/office/drawing/2014/main" id="{897756F9-6542-96A9-16D8-FA963C420B87}"/>
              </a:ext>
            </a:extLst>
          </p:cNvPr>
          <p:cNvSpPr/>
          <p:nvPr/>
        </p:nvSpPr>
        <p:spPr>
          <a:xfrm>
            <a:off x="274320" y="0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82F6"/>
                </a:solidFill>
              </a:rPr>
              <a:t>▶</a:t>
            </a:r>
            <a:endParaRPr lang="en-US" sz="1400" dirty="0"/>
          </a:p>
        </p:txBody>
      </p:sp>
      <p:sp>
        <p:nvSpPr>
          <p:cNvPr id="66" name="Text 2">
            <a:extLst>
              <a:ext uri="{FF2B5EF4-FFF2-40B4-BE49-F238E27FC236}">
                <a16:creationId xmlns:a16="http://schemas.microsoft.com/office/drawing/2014/main" id="{F26AE188-EF27-87E4-2047-55801540C11C}"/>
              </a:ext>
            </a:extLst>
          </p:cNvPr>
          <p:cNvSpPr/>
          <p:nvPr/>
        </p:nvSpPr>
        <p:spPr>
          <a:xfrm>
            <a:off x="594360" y="0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Testing Effort Imbalance</a:t>
            </a:r>
            <a:endParaRPr lang="en-US" sz="2000" dirty="0"/>
          </a:p>
        </p:txBody>
      </p:sp>
      <p:sp>
        <p:nvSpPr>
          <p:cNvPr id="68" name="Shape 3">
            <a:extLst>
              <a:ext uri="{FF2B5EF4-FFF2-40B4-BE49-F238E27FC236}">
                <a16:creationId xmlns:a16="http://schemas.microsoft.com/office/drawing/2014/main" id="{A59B0986-8E56-64BC-A075-65100F24186F}"/>
              </a:ext>
            </a:extLst>
          </p:cNvPr>
          <p:cNvSpPr/>
          <p:nvPr/>
        </p:nvSpPr>
        <p:spPr>
          <a:xfrm>
            <a:off x="0" y="4745736"/>
            <a:ext cx="91440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70" name="Text 5">
            <a:extLst>
              <a:ext uri="{FF2B5EF4-FFF2-40B4-BE49-F238E27FC236}">
                <a16:creationId xmlns:a16="http://schemas.microsoft.com/office/drawing/2014/main" id="{22B54ED3-D560-2F17-1C72-52EEB3C77666}"/>
              </a:ext>
            </a:extLst>
          </p:cNvPr>
          <p:cNvSpPr/>
          <p:nvPr/>
        </p:nvSpPr>
        <p:spPr>
          <a:xfrm>
            <a:off x="2286000" y="4745736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B7280"/>
                </a:solidFill>
              </a:rPr>
              <a:t>© 2026 Earley Information Science, Inc. All rights reserved.</a:t>
            </a:r>
            <a:endParaRPr lang="en-US" sz="700" dirty="0"/>
          </a:p>
        </p:txBody>
      </p:sp>
      <p:sp>
        <p:nvSpPr>
          <p:cNvPr id="72" name="Text 6">
            <a:extLst>
              <a:ext uri="{FF2B5EF4-FFF2-40B4-BE49-F238E27FC236}">
                <a16:creationId xmlns:a16="http://schemas.microsoft.com/office/drawing/2014/main" id="{89605A17-1C78-7069-D0B1-BBBF1F73711C}"/>
              </a:ext>
            </a:extLst>
          </p:cNvPr>
          <p:cNvSpPr/>
          <p:nvPr/>
        </p:nvSpPr>
        <p:spPr>
          <a:xfrm>
            <a:off x="6858000" y="4745736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7280"/>
                </a:solidFill>
              </a:rPr>
              <a:t>CONFIDENTIAL   www.earley.com</a:t>
            </a:r>
            <a:endParaRPr lang="en-US" sz="700" dirty="0"/>
          </a:p>
        </p:txBody>
      </p:sp>
      <p:sp>
        <p:nvSpPr>
          <p:cNvPr id="74" name="Shape 7">
            <a:extLst>
              <a:ext uri="{FF2B5EF4-FFF2-40B4-BE49-F238E27FC236}">
                <a16:creationId xmlns:a16="http://schemas.microsoft.com/office/drawing/2014/main" id="{8BCF0B11-53FD-42D8-89C7-DA9E2B06455A}"/>
              </a:ext>
            </a:extLst>
          </p:cNvPr>
          <p:cNvSpPr/>
          <p:nvPr/>
        </p:nvSpPr>
        <p:spPr>
          <a:xfrm>
            <a:off x="9070848" y="512064"/>
            <a:ext cx="73152" cy="423367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76" name="Shape 8">
            <a:extLst>
              <a:ext uri="{FF2B5EF4-FFF2-40B4-BE49-F238E27FC236}">
                <a16:creationId xmlns:a16="http://schemas.microsoft.com/office/drawing/2014/main" id="{BA30939D-AC77-CBE2-3C11-1428962BC69F}"/>
              </a:ext>
            </a:extLst>
          </p:cNvPr>
          <p:cNvSpPr/>
          <p:nvPr/>
        </p:nvSpPr>
        <p:spPr>
          <a:xfrm>
            <a:off x="8851392" y="4453128"/>
            <a:ext cx="292608" cy="29260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78" name="Text 9">
            <a:extLst>
              <a:ext uri="{FF2B5EF4-FFF2-40B4-BE49-F238E27FC236}">
                <a16:creationId xmlns:a16="http://schemas.microsoft.com/office/drawing/2014/main" id="{A1C25031-F4CE-2429-F93A-E1986AC135DE}"/>
              </a:ext>
            </a:extLst>
          </p:cNvPr>
          <p:cNvSpPr/>
          <p:nvPr/>
        </p:nvSpPr>
        <p:spPr>
          <a:xfrm>
            <a:off x="8851874" y="445361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ea typeface="Calibri"/>
                <a:cs typeface="Calibri"/>
              </a:rPr>
              <a:t>7</a:t>
            </a:r>
          </a:p>
        </p:txBody>
      </p:sp>
      <p:pic>
        <p:nvPicPr>
          <p:cNvPr id="80" name="Picture 79" descr="A close-up of a logo&#10;&#10;AI-generated content may be incorrect.">
            <a:extLst>
              <a:ext uri="{FF2B5EF4-FFF2-40B4-BE49-F238E27FC236}">
                <a16:creationId xmlns:a16="http://schemas.microsoft.com/office/drawing/2014/main" id="{86E9B79C-265A-C473-B335-B4274E282AC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035" y="4744434"/>
            <a:ext cx="1269125" cy="400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2479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2064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82F6"/>
                </a:solidFill>
              </a:rPr>
              <a:t>▶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0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Current AI Workflow: Copilot for Test Generation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745736"/>
            <a:ext cx="91440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4745736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365D"/>
                </a:solidFill>
              </a:rPr>
              <a:t>EARLEY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286000" y="4745736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B7280"/>
                </a:solidFill>
              </a:rPr>
              <a:t>© 2026 Earley Information Science, Inc. All rights reserved.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6858000" y="4745736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7280"/>
                </a:solidFill>
              </a:rPr>
              <a:t>CONFIDENTIAL   www.earley.com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9070848" y="512064"/>
            <a:ext cx="73152" cy="423367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0" name="Shape 8"/>
          <p:cNvSpPr/>
          <p:nvPr/>
        </p:nvSpPr>
        <p:spPr>
          <a:xfrm>
            <a:off x="8851392" y="4453128"/>
            <a:ext cx="292608" cy="29260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1" name="Text 9"/>
          <p:cNvSpPr/>
          <p:nvPr/>
        </p:nvSpPr>
        <p:spPr>
          <a:xfrm>
            <a:off x="8851392" y="44531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ea typeface="Calibri"/>
                <a:cs typeface="Calibri"/>
              </a:rPr>
              <a:t>8</a:t>
            </a:r>
          </a:p>
        </p:txBody>
      </p:sp>
      <p:sp>
        <p:nvSpPr>
          <p:cNvPr id="12" name="Shape 10"/>
          <p:cNvSpPr/>
          <p:nvPr/>
        </p:nvSpPr>
        <p:spPr>
          <a:xfrm>
            <a:off x="548640" y="731520"/>
            <a:ext cx="475488" cy="475488"/>
          </a:xfrm>
          <a:prstGeom prst="line">
            <a:avLst/>
          </a:prstGeom>
          <a:solidFill>
            <a:srgbClr val="1A365D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7315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" y="1280160"/>
            <a:ext cx="841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B5563"/>
                </a:solidFill>
              </a:rPr>
              <a:t>Jira User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B5563"/>
                </a:solidFill>
              </a:rPr>
              <a:t>Story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" y="731520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280"/>
                </a:solidFill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572768" y="731520"/>
            <a:ext cx="475488" cy="475488"/>
          </a:xfrm>
          <a:prstGeom prst="line">
            <a:avLst/>
          </a:prstGeom>
          <a:solidFill>
            <a:srgbClr val="1A365D"/>
          </a:solidFill>
          <a:ln/>
        </p:spPr>
      </p:sp>
      <p:sp>
        <p:nvSpPr>
          <p:cNvPr id="17" name="Text 15"/>
          <p:cNvSpPr/>
          <p:nvPr/>
        </p:nvSpPr>
        <p:spPr>
          <a:xfrm>
            <a:off x="1572768" y="7315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89888" y="1280160"/>
            <a:ext cx="841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B5563"/>
                </a:solidFill>
              </a:rPr>
              <a:t>Copy to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B5563"/>
                </a:solidFill>
              </a:rPr>
              <a:t>Copilot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157984" y="731520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280"/>
                </a:solidFill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596896" y="731520"/>
            <a:ext cx="475488" cy="475488"/>
          </a:xfrm>
          <a:prstGeom prst="line">
            <a:avLst/>
          </a:prstGeom>
          <a:solidFill>
            <a:srgbClr val="1A365D"/>
          </a:solidFill>
          <a:ln/>
        </p:spPr>
      </p:sp>
      <p:sp>
        <p:nvSpPr>
          <p:cNvPr id="21" name="Text 19"/>
          <p:cNvSpPr/>
          <p:nvPr/>
        </p:nvSpPr>
        <p:spPr>
          <a:xfrm>
            <a:off x="2596896" y="7315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414016" y="1280160"/>
            <a:ext cx="841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B5563"/>
                </a:solidFill>
              </a:rPr>
              <a:t>Run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B5563"/>
                </a:solidFill>
              </a:rPr>
              <a:t>Prompt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182112" y="731520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280"/>
                </a:solidFill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3621024" y="731520"/>
            <a:ext cx="475488" cy="475488"/>
          </a:xfrm>
          <a:prstGeom prst="line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3621024" y="7315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438144" y="1280160"/>
            <a:ext cx="841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B5563"/>
                </a:solidFill>
              </a:rPr>
              <a:t>Excel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B5563"/>
                </a:solidFill>
              </a:rPr>
              <a:t>Output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206240" y="731520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280"/>
                </a:solidFill>
              </a:rPr>
              <a:t>→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4645152" y="731520"/>
            <a:ext cx="475488" cy="475488"/>
          </a:xfrm>
          <a:prstGeom prst="line">
            <a:avLst/>
          </a:prstGeom>
          <a:solidFill>
            <a:srgbClr val="F59E0B"/>
          </a:solidFill>
          <a:ln/>
        </p:spPr>
      </p:sp>
      <p:sp>
        <p:nvSpPr>
          <p:cNvPr id="29" name="Text 27"/>
          <p:cNvSpPr/>
          <p:nvPr/>
        </p:nvSpPr>
        <p:spPr>
          <a:xfrm>
            <a:off x="4645152" y="7315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b="1">
              <a:ea typeface="Calibri"/>
              <a:cs typeface="Calibri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4462272" y="1280160"/>
            <a:ext cx="841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B5563"/>
                </a:solidFill>
              </a:rPr>
              <a:t>Manual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B5563"/>
                </a:solidFill>
              </a:rPr>
              <a:t>Cleanup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230368" y="731520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280"/>
                </a:solidFill>
              </a:rPr>
              <a:t>→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5669280" y="731520"/>
            <a:ext cx="475488" cy="475488"/>
          </a:xfrm>
          <a:prstGeom prst="line">
            <a:avLst/>
          </a:prstGeom>
          <a:solidFill>
            <a:srgbClr val="16A34A"/>
          </a:solidFill>
          <a:ln/>
        </p:spPr>
      </p:sp>
      <p:sp>
        <p:nvSpPr>
          <p:cNvPr id="33" name="Text 31"/>
          <p:cNvSpPr/>
          <p:nvPr/>
        </p:nvSpPr>
        <p:spPr>
          <a:xfrm>
            <a:off x="5669280" y="7315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486400" y="1280160"/>
            <a:ext cx="841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B5563"/>
                </a:solidFill>
              </a:rPr>
              <a:t>Import to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B5563"/>
                </a:solidFill>
              </a:rPr>
              <a:t>Spira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11480" y="1920240"/>
            <a:ext cx="3840480" cy="228600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11480" y="1920240"/>
            <a:ext cx="54864" cy="22860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7" name="Text 35"/>
          <p:cNvSpPr/>
          <p:nvPr/>
        </p:nvSpPr>
        <p:spPr>
          <a:xfrm>
            <a:off x="594360" y="201168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65D"/>
                </a:solidFill>
              </a:rPr>
              <a:t>What's Working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94360" y="2304288"/>
            <a:ext cx="3520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B5563"/>
                </a:solidFill>
              </a:rPr>
              <a:t>Standardized Gherkin format output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B5563"/>
                </a:solidFill>
              </a:rPr>
              <a:t>Excel export matches ~80% of Spira template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B5563"/>
                </a:solidFill>
              </a:rPr>
              <a:t>Covers positive, negative, alternate scenarios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B5563"/>
                </a:solidFill>
              </a:rPr>
              <a:t>Team-wide adoption across manual testers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434840" y="1920240"/>
            <a:ext cx="3840480" cy="228600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434840" y="1920240"/>
            <a:ext cx="54864" cy="2286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1" name="Text 39"/>
          <p:cNvSpPr/>
          <p:nvPr/>
        </p:nvSpPr>
        <p:spPr>
          <a:xfrm>
            <a:off x="4617720" y="201168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65D"/>
                </a:solidFill>
              </a:rPr>
              <a:t>Limitations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4617720" y="2304288"/>
            <a:ext cx="3520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B5563"/>
                </a:solidFill>
              </a:rPr>
              <a:t>No integration with Jira or Spira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B5563"/>
                </a:solidFill>
              </a:rPr>
              <a:t>Cannot access test data or account numbers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B5563"/>
                </a:solidFill>
              </a:rPr>
              <a:t>Manual copy/paste workflow required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B5563"/>
                </a:solidFill>
              </a:rPr>
              <a:t>Output quality depends on user story quality</a:t>
            </a:r>
            <a:endParaRPr lang="en-US" sz="1100" dirty="0"/>
          </a:p>
        </p:txBody>
      </p:sp>
      <p:pic>
        <p:nvPicPr>
          <p:cNvPr id="44" name="Picture 43" descr="A close-up of a logo&#10;&#10;AI-generated content may be incorrect.">
            <a:extLst>
              <a:ext uri="{FF2B5EF4-FFF2-40B4-BE49-F238E27FC236}">
                <a16:creationId xmlns:a16="http://schemas.microsoft.com/office/drawing/2014/main" id="{91FE18EA-CE22-484A-E42E-77076AEECA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035" y="4744434"/>
            <a:ext cx="1269125" cy="400051"/>
          </a:xfrm>
          <a:prstGeom prst="rect">
            <a:avLst/>
          </a:prstGeom>
        </p:spPr>
      </p:pic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CFD46186-0FB0-B1BD-55E0-E1DF04E126C7}"/>
              </a:ext>
            </a:extLst>
          </p:cNvPr>
          <p:cNvSpPr/>
          <p:nvPr/>
        </p:nvSpPr>
        <p:spPr>
          <a:xfrm>
            <a:off x="575733" y="753533"/>
            <a:ext cx="414866" cy="423333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ea typeface="Calibri"/>
                <a:cs typeface="Calibri"/>
              </a:rPr>
              <a:t>1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EA6FFC11-8B94-2C96-6BEF-5638018B8021}"/>
              </a:ext>
            </a:extLst>
          </p:cNvPr>
          <p:cNvSpPr/>
          <p:nvPr/>
        </p:nvSpPr>
        <p:spPr>
          <a:xfrm>
            <a:off x="1600199" y="731830"/>
            <a:ext cx="423333" cy="423333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ea typeface="Calibri"/>
                <a:cs typeface="Calibri"/>
              </a:rPr>
              <a:t>2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705473F7-3E93-C7FE-F3E7-CF8055E48B6C}"/>
              </a:ext>
            </a:extLst>
          </p:cNvPr>
          <p:cNvSpPr/>
          <p:nvPr/>
        </p:nvSpPr>
        <p:spPr>
          <a:xfrm>
            <a:off x="2595729" y="771699"/>
            <a:ext cx="397933" cy="389466"/>
          </a:xfrm>
          <a:prstGeom prst="ellipse">
            <a:avLst/>
          </a:prstGeom>
          <a:solidFill>
            <a:srgbClr val="1A36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ea typeface="Calibri"/>
                <a:cs typeface="Calibri"/>
              </a:rPr>
              <a:t>3</a:t>
            </a:r>
            <a:endParaRPr lang="en-US" b="1" dirty="0">
              <a:ea typeface="Calibri"/>
              <a:cs typeface="Calibri"/>
            </a:endParaRP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5C98E86D-0675-967E-5AAC-52873B352237}"/>
              </a:ext>
            </a:extLst>
          </p:cNvPr>
          <p:cNvSpPr/>
          <p:nvPr/>
        </p:nvSpPr>
        <p:spPr>
          <a:xfrm>
            <a:off x="3621429" y="771699"/>
            <a:ext cx="389466" cy="38946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ea typeface="Calibri"/>
                <a:cs typeface="Calibri"/>
              </a:rPr>
              <a:t>4</a:t>
            </a:r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417E3B9B-8EDF-E17C-DF89-E5B159966287}"/>
              </a:ext>
            </a:extLst>
          </p:cNvPr>
          <p:cNvSpPr/>
          <p:nvPr/>
        </p:nvSpPr>
        <p:spPr>
          <a:xfrm>
            <a:off x="4617982" y="740380"/>
            <a:ext cx="459827" cy="45325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ea typeface="Calibri"/>
                <a:cs typeface="Calibri"/>
              </a:rPr>
              <a:t>5</a:t>
            </a:r>
            <a:endParaRPr lang="en-US" b="1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501572E0-D001-9675-ED9A-44B1139877C6}"/>
              </a:ext>
            </a:extLst>
          </p:cNvPr>
          <p:cNvSpPr/>
          <p:nvPr/>
        </p:nvSpPr>
        <p:spPr>
          <a:xfrm>
            <a:off x="5642658" y="759588"/>
            <a:ext cx="448518" cy="448518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ea typeface="Calibri"/>
                <a:cs typeface="Calibri"/>
              </a:rPr>
              <a:t>6</a:t>
            </a:r>
            <a:endParaRPr lang="en-US" b="1" dirty="0">
              <a:solidFill>
                <a:schemeClr val="bg1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2064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82F6"/>
                </a:solidFill>
              </a:rPr>
              <a:t>▶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0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Copilot Prompt Analysis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745736"/>
            <a:ext cx="91440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4745736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365D"/>
                </a:solidFill>
              </a:rPr>
              <a:t>EARLEY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286000" y="4745736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B7280"/>
                </a:solidFill>
              </a:rPr>
              <a:t>© 2026 Earley Information Science, Inc. All rights reserved.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6858000" y="4745736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7280"/>
                </a:solidFill>
              </a:rPr>
              <a:t>CONFIDENTIAL   www.earley.com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9070848" y="512064"/>
            <a:ext cx="73152" cy="423367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0" name="Shape 8"/>
          <p:cNvSpPr/>
          <p:nvPr/>
        </p:nvSpPr>
        <p:spPr>
          <a:xfrm>
            <a:off x="8851392" y="4453128"/>
            <a:ext cx="292608" cy="29260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1" name="Text 9"/>
          <p:cNvSpPr/>
          <p:nvPr/>
        </p:nvSpPr>
        <p:spPr>
          <a:xfrm>
            <a:off x="8851392" y="44531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ea typeface="Calibri"/>
                <a:cs typeface="Calibri"/>
              </a:rPr>
              <a:t>9</a:t>
            </a:r>
          </a:p>
        </p:txBody>
      </p:sp>
      <p:sp>
        <p:nvSpPr>
          <p:cNvPr id="12" name="Text 10"/>
          <p:cNvSpPr/>
          <p:nvPr/>
        </p:nvSpPr>
        <p:spPr>
          <a:xfrm>
            <a:off x="411480" y="6583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A34A"/>
                </a:solidFill>
              </a:rPr>
              <a:t>Strengths Identified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11480" y="914400"/>
            <a:ext cx="3931920" cy="1828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4" name="Shape 12"/>
          <p:cNvSpPr/>
          <p:nvPr/>
        </p:nvSpPr>
        <p:spPr>
          <a:xfrm>
            <a:off x="411480" y="1051560"/>
            <a:ext cx="3931920" cy="4114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5" name="Shape 13"/>
          <p:cNvSpPr/>
          <p:nvPr/>
        </p:nvSpPr>
        <p:spPr>
          <a:xfrm>
            <a:off x="411480" y="1051560"/>
            <a:ext cx="54864" cy="4114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10515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365D"/>
                </a:solidFill>
              </a:rPr>
              <a:t>Persona specification ("I" persona)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" y="1554480"/>
            <a:ext cx="3931920" cy="4114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8" name="Shape 16"/>
          <p:cNvSpPr/>
          <p:nvPr/>
        </p:nvSpPr>
        <p:spPr>
          <a:xfrm>
            <a:off x="411480" y="1554480"/>
            <a:ext cx="54864" cy="4114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15544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365D"/>
                </a:solidFill>
              </a:rPr>
              <a:t>Explicit column ordering for Spira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11480" y="2057400"/>
            <a:ext cx="3931920" cy="4114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1" name="Shape 19"/>
          <p:cNvSpPr/>
          <p:nvPr/>
        </p:nvSpPr>
        <p:spPr>
          <a:xfrm>
            <a:off x="411480" y="2057400"/>
            <a:ext cx="54864" cy="4114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20574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365D"/>
                </a:solidFill>
              </a:rPr>
              <a:t>Priority definitions with clear criteria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11480" y="2560320"/>
            <a:ext cx="3931920" cy="4114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4" name="Shape 22"/>
          <p:cNvSpPr/>
          <p:nvPr/>
        </p:nvSpPr>
        <p:spPr>
          <a:xfrm>
            <a:off x="411480" y="2560320"/>
            <a:ext cx="54864" cy="4114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" y="25603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365D"/>
                </a:solidFill>
              </a:rPr>
              <a:t>Testing type categorization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11480" y="3063240"/>
            <a:ext cx="3931920" cy="4114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7" name="Shape 25"/>
          <p:cNvSpPr/>
          <p:nvPr/>
        </p:nvSpPr>
        <p:spPr>
          <a:xfrm>
            <a:off x="411480" y="3063240"/>
            <a:ext cx="54864" cy="4114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8" name="Text 26"/>
          <p:cNvSpPr/>
          <p:nvPr/>
        </p:nvSpPr>
        <p:spPr>
          <a:xfrm>
            <a:off x="594360" y="30632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365D"/>
                </a:solidFill>
              </a:rPr>
              <a:t>Step 0 pattern for metadata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11480" y="3566160"/>
            <a:ext cx="3931920" cy="4114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0" name="Shape 28"/>
          <p:cNvSpPr/>
          <p:nvPr/>
        </p:nvSpPr>
        <p:spPr>
          <a:xfrm>
            <a:off x="411480" y="3566160"/>
            <a:ext cx="54864" cy="4114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1" name="Text 29"/>
          <p:cNvSpPr/>
          <p:nvPr/>
        </p:nvSpPr>
        <p:spPr>
          <a:xfrm>
            <a:off x="594360" y="35661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365D"/>
                </a:solidFill>
              </a:rPr>
              <a:t>"Validate" prefix standardization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663440" y="6583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</a:rPr>
              <a:t>Issues Identified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663440" y="914400"/>
            <a:ext cx="3931920" cy="1828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4" name="Shape 32"/>
          <p:cNvSpPr/>
          <p:nvPr/>
        </p:nvSpPr>
        <p:spPr>
          <a:xfrm>
            <a:off x="4663440" y="1051560"/>
            <a:ext cx="3931920" cy="4114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5" name="Shape 33"/>
          <p:cNvSpPr/>
          <p:nvPr/>
        </p:nvSpPr>
        <p:spPr>
          <a:xfrm>
            <a:off x="4663440" y="1051560"/>
            <a:ext cx="54864" cy="4114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6" name="Text 34"/>
          <p:cNvSpPr/>
          <p:nvPr/>
        </p:nvSpPr>
        <p:spPr>
          <a:xfrm>
            <a:off x="4846320" y="10515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365D"/>
                </a:solidFill>
              </a:rPr>
              <a:t>Prompt overload - too many instructions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663440" y="1554480"/>
            <a:ext cx="3931920" cy="4114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8" name="Shape 36"/>
          <p:cNvSpPr/>
          <p:nvPr/>
        </p:nvSpPr>
        <p:spPr>
          <a:xfrm>
            <a:off x="4663440" y="1554480"/>
            <a:ext cx="54864" cy="4114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9" name="Text 37"/>
          <p:cNvSpPr/>
          <p:nvPr/>
        </p:nvSpPr>
        <p:spPr>
          <a:xfrm>
            <a:off x="4846320" y="15544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365D"/>
                </a:solidFill>
              </a:rPr>
              <a:t>Missing application/domain context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663440" y="2057400"/>
            <a:ext cx="3931920" cy="4114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1" name="Shape 39"/>
          <p:cNvSpPr/>
          <p:nvPr/>
        </p:nvSpPr>
        <p:spPr>
          <a:xfrm>
            <a:off x="4663440" y="2057400"/>
            <a:ext cx="54864" cy="4114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2" name="Text 40"/>
          <p:cNvSpPr/>
          <p:nvPr/>
        </p:nvSpPr>
        <p:spPr>
          <a:xfrm>
            <a:off x="4846320" y="20574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365D"/>
                </a:solidFill>
              </a:rPr>
              <a:t>No examples provided (few-shot gap)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663440" y="2560320"/>
            <a:ext cx="3931920" cy="4114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4" name="Shape 42"/>
          <p:cNvSpPr/>
          <p:nvPr/>
        </p:nvSpPr>
        <p:spPr>
          <a:xfrm>
            <a:off x="4663440" y="2560320"/>
            <a:ext cx="54864" cy="4114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5" name="Text 43"/>
          <p:cNvSpPr/>
          <p:nvPr/>
        </p:nvSpPr>
        <p:spPr>
          <a:xfrm>
            <a:off x="4846320" y="25603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365D"/>
                </a:solidFill>
              </a:rPr>
              <a:t>Ambiguous expected results rule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663440" y="3063240"/>
            <a:ext cx="3931920" cy="4114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7" name="Shape 45"/>
          <p:cNvSpPr/>
          <p:nvPr/>
        </p:nvSpPr>
        <p:spPr>
          <a:xfrm>
            <a:off x="4663440" y="3063240"/>
            <a:ext cx="54864" cy="4114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8" name="Text 46"/>
          <p:cNvSpPr/>
          <p:nvPr/>
        </p:nvSpPr>
        <p:spPr>
          <a:xfrm>
            <a:off x="4846320" y="30632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365D"/>
                </a:solidFill>
              </a:rPr>
              <a:t>Trailing question weakens output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663440" y="3566160"/>
            <a:ext cx="3931920" cy="4114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0" name="Shape 48"/>
          <p:cNvSpPr/>
          <p:nvPr/>
        </p:nvSpPr>
        <p:spPr>
          <a:xfrm>
            <a:off x="4663440" y="3566160"/>
            <a:ext cx="54864" cy="4114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1" name="Text 49"/>
          <p:cNvSpPr/>
          <p:nvPr/>
        </p:nvSpPr>
        <p:spPr>
          <a:xfrm>
            <a:off x="4846320" y="35661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365D"/>
                </a:solidFill>
              </a:rPr>
              <a:t>No acceptance criteria extraction step</a:t>
            </a:r>
            <a:endParaRPr lang="en-US" sz="1100" dirty="0"/>
          </a:p>
        </p:txBody>
      </p:sp>
      <p:pic>
        <p:nvPicPr>
          <p:cNvPr id="53" name="Picture 52" descr="A close-up of a logo&#10;&#10;AI-generated content may be incorrect.">
            <a:extLst>
              <a:ext uri="{FF2B5EF4-FFF2-40B4-BE49-F238E27FC236}">
                <a16:creationId xmlns:a16="http://schemas.microsoft.com/office/drawing/2014/main" id="{12CE8888-550D-6BBE-3DB3-4B52821A54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035" y="4744434"/>
            <a:ext cx="1269125" cy="40005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2064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82F6"/>
                </a:solidFill>
              </a:rPr>
              <a:t>▶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0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Recommended Prompt Improvements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745736"/>
            <a:ext cx="91440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4745736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365D"/>
                </a:solidFill>
              </a:rPr>
              <a:t>EARLEY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286000" y="4745736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B7280"/>
                </a:solidFill>
              </a:rPr>
              <a:t>© 2026 Earley Information Science, Inc. All rights reserved.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6858000" y="4745736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7280"/>
                </a:solidFill>
              </a:rPr>
              <a:t>CONFIDENTIAL   www.earley.com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9070848" y="512064"/>
            <a:ext cx="73152" cy="423367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0" name="Shape 8"/>
          <p:cNvSpPr/>
          <p:nvPr/>
        </p:nvSpPr>
        <p:spPr>
          <a:xfrm>
            <a:off x="8851392" y="4453128"/>
            <a:ext cx="292608" cy="29260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1" name="Text 9"/>
          <p:cNvSpPr/>
          <p:nvPr/>
        </p:nvSpPr>
        <p:spPr>
          <a:xfrm>
            <a:off x="8851392" y="44531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ea typeface="Calibri"/>
                <a:cs typeface="Calibri"/>
              </a:rPr>
              <a:t>10</a:t>
            </a:r>
          </a:p>
        </p:txBody>
      </p:sp>
      <p:sp>
        <p:nvSpPr>
          <p:cNvPr id="12" name="Shape 10"/>
          <p:cNvSpPr/>
          <p:nvPr/>
        </p:nvSpPr>
        <p:spPr>
          <a:xfrm>
            <a:off x="411480" y="685800"/>
            <a:ext cx="2606040" cy="123444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11480" y="685800"/>
            <a:ext cx="54864" cy="12344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576072" y="79552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65D"/>
                </a:solidFill>
              </a:rPr>
              <a:t>1. Add Structure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76072" y="109728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B5563"/>
                </a:solidFill>
              </a:rPr>
              <a:t>Replace wall of text with categorized lists grouped by priority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0" y="685800"/>
            <a:ext cx="2606040" cy="123444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0" y="685800"/>
            <a:ext cx="54864" cy="12344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3364992" y="79552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65D"/>
                </a:solidFill>
              </a:rPr>
              <a:t>2. Add Context Block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64992" y="109728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B5563"/>
                </a:solidFill>
              </a:rPr>
              <a:t>Include application name, domain, platform, user types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989320" y="685800"/>
            <a:ext cx="2606040" cy="123444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989320" y="685800"/>
            <a:ext cx="54864" cy="12344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6153912" y="79552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65D"/>
                </a:solidFill>
              </a:rPr>
              <a:t>3. Add Examples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153912" y="109728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B5563"/>
                </a:solidFill>
              </a:rPr>
              <a:t>Include 1-2 complete scenarios matching Spira format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11480" y="2103120"/>
            <a:ext cx="2606040" cy="123444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11480" y="2103120"/>
            <a:ext cx="54864" cy="12344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6" name="Text 24"/>
          <p:cNvSpPr/>
          <p:nvPr/>
        </p:nvSpPr>
        <p:spPr>
          <a:xfrm>
            <a:off x="576072" y="221284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65D"/>
                </a:solidFill>
              </a:rPr>
              <a:t>4. Multi-Step Process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76072" y="25146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B5563"/>
                </a:solidFill>
              </a:rPr>
              <a:t>Extract AC → Map to test types → Generate scenarios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200400" y="2103120"/>
            <a:ext cx="2606040" cy="123444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0" y="2103120"/>
            <a:ext cx="54864" cy="12344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0" name="Text 28"/>
          <p:cNvSpPr/>
          <p:nvPr/>
        </p:nvSpPr>
        <p:spPr>
          <a:xfrm>
            <a:off x="3364992" y="221284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65D"/>
                </a:solidFill>
              </a:rPr>
              <a:t>5. Data Placeholders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364992" y="25146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B5563"/>
                </a:solidFill>
              </a:rPr>
              <a:t>Define: [ACCOUNT_NUMBER], [VIN], [CUSTOMER_NAME]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989320" y="2103120"/>
            <a:ext cx="2606040" cy="123444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989320" y="2103120"/>
            <a:ext cx="54864" cy="12344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4" name="Text 32"/>
          <p:cNvSpPr/>
          <p:nvPr/>
        </p:nvSpPr>
        <p:spPr>
          <a:xfrm>
            <a:off x="6153912" y="221284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65D"/>
                </a:solidFill>
              </a:rPr>
              <a:t>6. Completion Criteria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153912" y="25146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B5563"/>
                </a:solidFill>
              </a:rPr>
              <a:t>Remove question, set minimum scenarios, output only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11480" y="3611880"/>
            <a:ext cx="8183880" cy="9601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7" name="Text 35"/>
          <p:cNvSpPr/>
          <p:nvPr/>
        </p:nvSpPr>
        <p:spPr>
          <a:xfrm>
            <a:off x="411480" y="3611880"/>
            <a:ext cx="8183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Expected Impact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40080" y="38862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D3EE"/>
                </a:solidFill>
              </a:rPr>
              <a:t>30-50%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640080" y="41879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Better output consistency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651760" y="38862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D3EE"/>
                </a:solidFill>
              </a:rPr>
              <a:t>20-40%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2651760" y="41879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Less manual cleanup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663440" y="38862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D3EE"/>
                </a:solidFill>
              </a:rPr>
              <a:t>25%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4663440" y="41879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Better test coverage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675120" y="38862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D3EE"/>
                </a:solidFill>
              </a:rPr>
              <a:t>50%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6675120" y="41879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Less rework needed</a:t>
            </a:r>
            <a:endParaRPr lang="en-US" sz="900" dirty="0"/>
          </a:p>
        </p:txBody>
      </p:sp>
      <p:pic>
        <p:nvPicPr>
          <p:cNvPr id="47" name="Picture 46" descr="A close-up of a logo&#10;&#10;AI-generated content may be incorrect.">
            <a:extLst>
              <a:ext uri="{FF2B5EF4-FFF2-40B4-BE49-F238E27FC236}">
                <a16:creationId xmlns:a16="http://schemas.microsoft.com/office/drawing/2014/main" id="{6F22E624-4963-AA23-E6E3-D8738F9D92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035" y="4744434"/>
            <a:ext cx="1269125" cy="40005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2064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82F6"/>
                </a:solidFill>
              </a:rPr>
              <a:t>▶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0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AI Opportunities Roadmap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745736"/>
            <a:ext cx="91440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4745736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365D"/>
                </a:solidFill>
              </a:rPr>
              <a:t>EARLEY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286000" y="4745736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B7280"/>
                </a:solidFill>
              </a:rPr>
              <a:t>© 2026 Earley Information Science, Inc. All rights reserved.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6858000" y="4745736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7280"/>
                </a:solidFill>
              </a:rPr>
              <a:t>CONFIDENTIAL   www.earley.com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9070848" y="512064"/>
            <a:ext cx="73152" cy="423367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0" name="Shape 8"/>
          <p:cNvSpPr/>
          <p:nvPr/>
        </p:nvSpPr>
        <p:spPr>
          <a:xfrm>
            <a:off x="8851392" y="4453128"/>
            <a:ext cx="292608" cy="29260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1" name="Text 9"/>
          <p:cNvSpPr/>
          <p:nvPr/>
        </p:nvSpPr>
        <p:spPr>
          <a:xfrm>
            <a:off x="8851392" y="44531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11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11480" y="685800"/>
            <a:ext cx="8229600" cy="1170432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11480" y="685800"/>
            <a:ext cx="54864" cy="117043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795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A34A"/>
                </a:solidFill>
              </a:rPr>
              <a:t>Immediate (2-3 Months)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132320" y="822960"/>
            <a:ext cx="1188720" cy="256032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0" y="8229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A34A"/>
                </a:solidFill>
              </a:rPr>
              <a:t>Quick Wins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94360" y="1124712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365D"/>
                </a:solidFill>
              </a:rPr>
              <a:t>Enhanced Copilot prompt with examples  |  AI-driven test impact analysis pilot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365D"/>
                </a:solidFill>
              </a:rPr>
              <a:t>User story quality validation  |  Bug pattern analysis for high-risk areas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11480" y="1984248"/>
            <a:ext cx="8229600" cy="1170432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11480" y="1984248"/>
            <a:ext cx="54864" cy="11704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20939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</a:rPr>
              <a:t>Medium-Term (3-6 Months)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132320" y="2121408"/>
            <a:ext cx="1188720" cy="256032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22" name="Text 20"/>
          <p:cNvSpPr/>
          <p:nvPr/>
        </p:nvSpPr>
        <p:spPr>
          <a:xfrm>
            <a:off x="7132320" y="21214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</a:rPr>
              <a:t>Integration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94360" y="242316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365D"/>
                </a:solidFill>
              </a:rPr>
              <a:t>Jira → AI → Spira pipeline  |  Pre-deployment merge validation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365D"/>
                </a:solidFill>
              </a:rPr>
              <a:t>AI-enhanced test case review  |  Automated test data generation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11480" y="3282696"/>
            <a:ext cx="8229600" cy="1170432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11480" y="3282696"/>
            <a:ext cx="54864" cy="1170432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" y="339242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333EA"/>
                </a:solidFill>
              </a:rPr>
              <a:t>Strategic (6-12 Months)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132320" y="3419856"/>
            <a:ext cx="1188720" cy="256032"/>
          </a:xfrm>
          <a:prstGeom prst="rect">
            <a:avLst/>
          </a:prstGeom>
          <a:solidFill>
            <a:srgbClr val="F3E8FF"/>
          </a:solidFill>
          <a:ln/>
        </p:spPr>
      </p:sp>
      <p:sp>
        <p:nvSpPr>
          <p:cNvPr id="28" name="Text 26"/>
          <p:cNvSpPr/>
          <p:nvPr/>
        </p:nvSpPr>
        <p:spPr>
          <a:xfrm>
            <a:off x="7132320" y="341985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333EA"/>
                </a:solidFill>
              </a:rPr>
              <a:t>Transformation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94360" y="3721608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365D"/>
                </a:solidFill>
              </a:rPr>
              <a:t>Self-healing locator framework  |  Predictive defect analysis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365D"/>
                </a:solidFill>
              </a:rPr>
              <a:t>Autonomous regression selection  |  AI-powered root cause analysis</a:t>
            </a:r>
            <a:endParaRPr lang="en-US" sz="1150" dirty="0"/>
          </a:p>
        </p:txBody>
      </p:sp>
      <p:pic>
        <p:nvPicPr>
          <p:cNvPr id="31" name="Picture 30" descr="A close-up of a logo&#10;&#10;AI-generated content may be incorrect.">
            <a:extLst>
              <a:ext uri="{FF2B5EF4-FFF2-40B4-BE49-F238E27FC236}">
                <a16:creationId xmlns:a16="http://schemas.microsoft.com/office/drawing/2014/main" id="{6E5DED1E-578C-A13B-A8E3-1635C8A78E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035" y="4744434"/>
            <a:ext cx="1269125" cy="40005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2064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82F6"/>
                </a:solidFill>
              </a:rPr>
              <a:t>▶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0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Key Recommendations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745736"/>
            <a:ext cx="91440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4745736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365D"/>
                </a:solidFill>
              </a:rPr>
              <a:t>EARLEY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286000" y="4745736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B7280"/>
                </a:solidFill>
              </a:rPr>
              <a:t>© 2026 Earley Information Science, Inc. All rights reserved.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6858000" y="4745736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7280"/>
                </a:solidFill>
              </a:rPr>
              <a:t>CONFIDENTIAL   www.earley.com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9070848" y="512064"/>
            <a:ext cx="73152" cy="423367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0" name="Shape 8"/>
          <p:cNvSpPr/>
          <p:nvPr/>
        </p:nvSpPr>
        <p:spPr>
          <a:xfrm>
            <a:off x="8851392" y="4453128"/>
            <a:ext cx="292608" cy="29260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1" name="Text 9"/>
          <p:cNvSpPr/>
          <p:nvPr/>
        </p:nvSpPr>
        <p:spPr>
          <a:xfrm>
            <a:off x="8851392" y="44531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12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11480" y="685800"/>
            <a:ext cx="3977640" cy="105156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914400"/>
            <a:ext cx="411480" cy="411480"/>
          </a:xfrm>
          <a:prstGeom prst="line">
            <a:avLst/>
          </a:prstGeom>
          <a:solidFill>
            <a:srgbClr val="DC2626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914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8229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65D"/>
                </a:solidFill>
              </a:rPr>
              <a:t>Mandate data-test-id Attributes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97280" y="112471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</a:rPr>
              <a:t>Require developers to implement stable element identifiers to reduce 50% maintenance overhead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" y="1920240"/>
            <a:ext cx="3977640" cy="105156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2148840"/>
            <a:ext cx="411480" cy="411480"/>
          </a:xfrm>
          <a:prstGeom prst="line">
            <a:avLst/>
          </a:prstGeom>
          <a:solidFill>
            <a:srgbClr val="F97316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2148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97280" y="20574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65D"/>
                </a:solidFill>
              </a:rPr>
              <a:t>Implement Test Impact Analysis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97280" y="235915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</a:rPr>
              <a:t>Highest-ROI opportunity to enable risk-based regression and reduce 5-day testing window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11480" y="3154680"/>
            <a:ext cx="3977640" cy="105156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" y="3383280"/>
            <a:ext cx="411480" cy="411480"/>
          </a:xfrm>
          <a:prstGeom prst="line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3383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97280" y="32918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65D"/>
                </a:solidFill>
              </a:rPr>
              <a:t>Enhance Copilot Prompt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97280" y="359359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</a:rPr>
              <a:t>Add examples, structure, and context to improve output consistency by 30-50%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0" y="685800"/>
            <a:ext cx="3977640" cy="105156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09160" y="914400"/>
            <a:ext cx="411480" cy="411480"/>
          </a:xfrm>
          <a:prstGeom prst="line">
            <a:avLst/>
          </a:prstGeom>
          <a:solidFill>
            <a:srgbClr val="16A34A"/>
          </a:solidFill>
          <a:ln/>
        </p:spPr>
      </p:sp>
      <p:sp>
        <p:nvSpPr>
          <p:cNvPr id="29" name="Text 27"/>
          <p:cNvSpPr/>
          <p:nvPr/>
        </p:nvSpPr>
        <p:spPr>
          <a:xfrm>
            <a:off x="4709160" y="914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257800" y="8229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65D"/>
                </a:solidFill>
              </a:rPr>
              <a:t>Shift Automation Left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257800" y="112471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</a:rPr>
              <a:t>Move from Staging to QA environment to catch issues earlier in cycle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0" y="1920240"/>
            <a:ext cx="3977640" cy="105156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09160" y="2148840"/>
            <a:ext cx="411480" cy="411480"/>
          </a:xfrm>
          <a:prstGeom prst="line">
            <a:avLst/>
          </a:prstGeom>
          <a:solidFill>
            <a:srgbClr val="2563EB"/>
          </a:solidFill>
          <a:ln/>
        </p:spPr>
      </p:sp>
      <p:sp>
        <p:nvSpPr>
          <p:cNvPr id="34" name="Text 32"/>
          <p:cNvSpPr/>
          <p:nvPr/>
        </p:nvSpPr>
        <p:spPr>
          <a:xfrm>
            <a:off x="4709160" y="2148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257800" y="20574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65D"/>
                </a:solidFill>
              </a:rPr>
              <a:t>AI-Assisted Story Validation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257800" y="235915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</a:rPr>
              <a:t>Upstream quality improvement to ensure complete requirements before testing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0" y="3154680"/>
            <a:ext cx="3977640" cy="105156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09160" y="3383280"/>
            <a:ext cx="411480" cy="411480"/>
          </a:xfrm>
          <a:prstGeom prst="line">
            <a:avLst/>
          </a:prstGeom>
          <a:solidFill>
            <a:srgbClr val="9333EA"/>
          </a:solidFill>
          <a:ln/>
        </p:spPr>
      </p:sp>
      <p:sp>
        <p:nvSpPr>
          <p:cNvPr id="39" name="Text 37"/>
          <p:cNvSpPr/>
          <p:nvPr/>
        </p:nvSpPr>
        <p:spPr>
          <a:xfrm>
            <a:off x="4709160" y="3383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257800" y="32918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65D"/>
                </a:solidFill>
              </a:rPr>
              <a:t>Establish Test Data Management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257800" y="359359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</a:rPr>
              <a:t>Prevent conflicts across testing activities with dedicated data management</a:t>
            </a:r>
            <a:endParaRPr lang="en-US" sz="1000" dirty="0"/>
          </a:p>
        </p:txBody>
      </p:sp>
      <p:pic>
        <p:nvPicPr>
          <p:cNvPr id="43" name="Picture 42" descr="A close-up of a logo&#10;&#10;AI-generated content may be incorrect.">
            <a:extLst>
              <a:ext uri="{FF2B5EF4-FFF2-40B4-BE49-F238E27FC236}">
                <a16:creationId xmlns:a16="http://schemas.microsoft.com/office/drawing/2014/main" id="{335BB516-C595-9AD7-D4F5-201171EED1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035" y="4744434"/>
            <a:ext cx="1269125" cy="40005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2064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82F6"/>
                </a:solidFill>
              </a:rPr>
              <a:t>▶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0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Proposed Next Steps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745736"/>
            <a:ext cx="91440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4745736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365D"/>
                </a:solidFill>
              </a:rPr>
              <a:t>EARLEY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286000" y="4745736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B7280"/>
                </a:solidFill>
              </a:rPr>
              <a:t>© 2026 Earley Information Science, Inc. All rights reserved.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6858000" y="4745736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7280"/>
                </a:solidFill>
              </a:rPr>
              <a:t>CONFIDENTIAL   www.earley.com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9070848" y="512064"/>
            <a:ext cx="73152" cy="423367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0" name="Shape 8"/>
          <p:cNvSpPr/>
          <p:nvPr/>
        </p:nvSpPr>
        <p:spPr>
          <a:xfrm>
            <a:off x="8851392" y="4453128"/>
            <a:ext cx="292608" cy="29260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1" name="Text 9"/>
          <p:cNvSpPr/>
          <p:nvPr/>
        </p:nvSpPr>
        <p:spPr>
          <a:xfrm>
            <a:off x="8851392" y="44531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13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11480" y="685800"/>
            <a:ext cx="2606040" cy="2286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3" name="Shape 11"/>
          <p:cNvSpPr/>
          <p:nvPr/>
        </p:nvSpPr>
        <p:spPr>
          <a:xfrm>
            <a:off x="411480" y="685800"/>
            <a:ext cx="2606040" cy="457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822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65D"/>
                </a:solidFill>
              </a:rPr>
              <a:t>Week 1-2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1188720"/>
            <a:ext cx="2331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</a:rPr>
              <a:t>Deploy enhanced Copilot prompt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</a:rPr>
              <a:t>Gather 20 sample user stories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</a:rPr>
              <a:t>Document current process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</a:rPr>
              <a:t>Identify pilot application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0" y="685800"/>
            <a:ext cx="2606040" cy="2286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7" name="Shape 15"/>
          <p:cNvSpPr/>
          <p:nvPr/>
        </p:nvSpPr>
        <p:spPr>
          <a:xfrm>
            <a:off x="3200400" y="685800"/>
            <a:ext cx="2606040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8" name="Text 16"/>
          <p:cNvSpPr/>
          <p:nvPr/>
        </p:nvSpPr>
        <p:spPr>
          <a:xfrm>
            <a:off x="3337560" y="822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</a:rPr>
              <a:t>Week 3-4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37560" y="1188720"/>
            <a:ext cx="2331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</a:rPr>
              <a:t>Test impact analysis POC design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</a:rPr>
              <a:t>Measure prompt improvements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</a:rPr>
              <a:t>Dev alignment on data-test-id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</a:rPr>
              <a:t>Define success metrics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989320" y="685800"/>
            <a:ext cx="2606040" cy="2286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1" name="Shape 19"/>
          <p:cNvSpPr/>
          <p:nvPr/>
        </p:nvSpPr>
        <p:spPr>
          <a:xfrm>
            <a:off x="5989320" y="685800"/>
            <a:ext cx="2606040" cy="45720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22" name="Text 20"/>
          <p:cNvSpPr/>
          <p:nvPr/>
        </p:nvSpPr>
        <p:spPr>
          <a:xfrm>
            <a:off x="6126480" y="822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333EA"/>
                </a:solidFill>
              </a:rPr>
              <a:t>Week 5-8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126480" y="1188720"/>
            <a:ext cx="2331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</a:rPr>
              <a:t>Execute impact analysis pilot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</a:rPr>
              <a:t>Build Jira → Spira prototype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</a:rPr>
              <a:t>Measure time &amp; quality impact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</a:rPr>
              <a:t>Present findings &amp; scale plan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11480" y="3200400"/>
            <a:ext cx="8183880" cy="100584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25" name="Text 23"/>
          <p:cNvSpPr/>
          <p:nvPr/>
        </p:nvSpPr>
        <p:spPr>
          <a:xfrm>
            <a:off x="411480" y="3200400"/>
            <a:ext cx="8183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Success Metrics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0080" y="349300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2D3EE"/>
                </a:solidFill>
              </a:rPr>
              <a:t>50%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640080" y="37947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Less locator maintenance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651760" y="349300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2D3EE"/>
                </a:solidFill>
              </a:rPr>
              <a:t>30%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2651760" y="37947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Faster test generation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663440" y="349300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2D3EE"/>
                </a:solidFill>
              </a:rPr>
              <a:t>40%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4663440" y="37947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Smaller regression scope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675120" y="349300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2D3EE"/>
                </a:solidFill>
              </a:rPr>
              <a:t>25%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6675120" y="37947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Fewer production defects</a:t>
            </a:r>
            <a:endParaRPr lang="en-US" sz="900" dirty="0"/>
          </a:p>
        </p:txBody>
      </p:sp>
      <p:pic>
        <p:nvPicPr>
          <p:cNvPr id="35" name="Picture 34" descr="A close-up of a logo&#10;&#10;AI-generated content may be incorrect.">
            <a:extLst>
              <a:ext uri="{FF2B5EF4-FFF2-40B4-BE49-F238E27FC236}">
                <a16:creationId xmlns:a16="http://schemas.microsoft.com/office/drawing/2014/main" id="{584CF2F4-B309-82E0-A76F-79976CE464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035" y="4744434"/>
            <a:ext cx="1269125" cy="40005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A66B318D-001A-2CCA-8944-73C563699B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365760" y="182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b="1" kern="0" spc="200" dirty="0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Questions &amp; Discussion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371600" y="21031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3C5FD"/>
                </a:solidFill>
              </a:rPr>
              <a:t>"The five-day regression testing window represents the highest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93C5FD"/>
                </a:solidFill>
              </a:rPr>
              <a:t>opportunity for improvement through AI-driven automation."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371600" y="2743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D3EE"/>
                </a:solidFill>
              </a:rPr>
              <a:t>— Deepak Khemchandani, EPMO Lead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371600" y="34747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Dominique Legault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71600" y="3703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Earley Information Science</a:t>
            </a:r>
            <a:endParaRPr lang="en-US" sz="1000" dirty="0"/>
          </a:p>
        </p:txBody>
      </p:sp>
      <p:pic>
        <p:nvPicPr>
          <p:cNvPr id="3" name="Picture 2" descr="A blue and white logo&#10;&#10;AI-generated content may be incorrect.">
            <a:extLst>
              <a:ext uri="{FF2B5EF4-FFF2-40B4-BE49-F238E27FC236}">
                <a16:creationId xmlns:a16="http://schemas.microsoft.com/office/drawing/2014/main" id="{BCD1D6C2-6AF1-A9B6-D90A-71090BE351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4149" y="4624750"/>
            <a:ext cx="1118404" cy="42259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Project Document" ma:contentTypeID="0x010100344C9658AE87044DB333EA4A93A1BC800100095641DC2C80A542A0D628A833D252D6" ma:contentTypeVersion="0" ma:contentTypeDescription="This is the primary content type for project site utilization." ma:contentTypeScope="" ma:versionID="d6fa05fbb1cb112e985131c9c8bbab34">
  <xsd:schema xmlns:xsd="http://www.w3.org/2001/XMLSchema" xmlns:xs="http://www.w3.org/2001/XMLSchema" xmlns:p="http://schemas.microsoft.com/office/2006/metadata/properties" xmlns:ns1="http://schemas.microsoft.com/sharepoint/v3" xmlns:ns2="0eea126e-d378-4180-a2b3-4f5c76938639" targetNamespace="http://schemas.microsoft.com/office/2006/metadata/properties" ma:root="true" ma:fieldsID="e9a8dd297e5a64717615abe832cbfc67" ns1:_="" ns2:_="">
    <xsd:import namespace="http://schemas.microsoft.com/sharepoint/v3"/>
    <xsd:import namespace="0eea126e-d378-4180-a2b3-4f5c76938639"/>
    <xsd:element name="properties">
      <xsd:complexType>
        <xsd:sequence>
          <xsd:element name="documentManagement">
            <xsd:complexType>
              <xsd:all>
                <xsd:element ref="ns1:RoutingRuleDescription" minOccurs="0"/>
                <xsd:element ref="ns2:DocumentStatus"/>
                <xsd:element ref="ns2:Exemplar" minOccurs="0"/>
                <xsd:element ref="ns2:Approved_On" minOccurs="0"/>
                <xsd:element ref="ns2:f2f50ace197541ad86cff9e70e2da8fe" minOccurs="0"/>
                <xsd:element ref="ns2:nba4425962384a1da17435b0ede58895" minOccurs="0"/>
                <xsd:element ref="ns2:m7adfda30bd44047a5638478612301c3" minOccurs="0"/>
                <xsd:element ref="ns2:gee6b8e6849a45c3b287423ef253694f" minOccurs="0"/>
                <xsd:element ref="ns2:f26024b91be24958abad48b23a9fdabd" minOccurs="0"/>
                <xsd:element ref="ns2:TaxCatchAll" minOccurs="0"/>
                <xsd:element ref="ns2:TaxCatchAllLabel" minOccurs="0"/>
                <xsd:element ref="ns2:a990347f3ac744ba9319d59deee28e62" minOccurs="0"/>
                <xsd:element ref="ns2:SOW_x0020_Deliverable_x003f_" minOccurs="0"/>
                <xsd:element ref="ns2:Is_x0020_Highlight_x003f_" minOccurs="0"/>
                <xsd:element ref="ns2:Project_x0020_Na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RoutingRuleDescription" ma:index="3" nillable="true" ma:displayName="Description" ma:internalName="RoutingRuleDescription" ma:readOnly="false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ea126e-d378-4180-a2b3-4f5c76938639" elementFormDefault="qualified">
    <xsd:import namespace="http://schemas.microsoft.com/office/2006/documentManagement/types"/>
    <xsd:import namespace="http://schemas.microsoft.com/office/infopath/2007/PartnerControls"/>
    <xsd:element name="DocumentStatus" ma:index="5" ma:displayName="Document Status" ma:default="internal" ma:format="Dropdown" ma:internalName="DocumentStatus">
      <xsd:simpleType>
        <xsd:restriction base="dms:Choice">
          <xsd:enumeration value="internal"/>
          <xsd:enumeration value="ready to share"/>
          <xsd:enumeration value="shared"/>
          <xsd:enumeration value="waiting for approval"/>
        </xsd:restriction>
      </xsd:simpleType>
    </xsd:element>
    <xsd:element name="Exemplar" ma:index="11" nillable="true" ma:displayName="Exemplar" ma:default="0" ma:internalName="Exemplar">
      <xsd:simpleType>
        <xsd:restriction base="dms:Boolean"/>
      </xsd:simpleType>
    </xsd:element>
    <xsd:element name="Approved_On" ma:index="12" nillable="true" ma:displayName="Approved On" ma:format="DateOnly" ma:internalName="Approved_On">
      <xsd:simpleType>
        <xsd:restriction base="dms:DateTime"/>
      </xsd:simpleType>
    </xsd:element>
    <xsd:element name="f2f50ace197541ad86cff9e70e2da8fe" ma:index="14" nillable="true" ma:taxonomy="true" ma:internalName="f2f50ace197541ad86cff9e70e2da8fe" ma:taxonomyFieldName="Competency" ma:displayName="Competency" ma:default="" ma:fieldId="{f2f50ace-1975-41ad-86cf-f9e70e2da8fe}" ma:sspId="80784755-79b8-48d6-9428-3b17d2b68283" ma:termSetId="66fc978f-7778-48f0-b25e-6102ec3c890a" ma:anchorId="79d02cd2-c888-4dca-91ee-ab8cc34a5d36" ma:open="false" ma:isKeyword="false">
      <xsd:complexType>
        <xsd:sequence>
          <xsd:element ref="pc:Terms" minOccurs="0" maxOccurs="1"/>
        </xsd:sequence>
      </xsd:complexType>
    </xsd:element>
    <xsd:element name="nba4425962384a1da17435b0ede58895" ma:index="16" nillable="true" ma:taxonomy="true" ma:internalName="nba4425962384a1da17435b0ede58895" ma:taxonomyFieldName="Technology" ma:displayName="Technology" ma:default="" ma:fieldId="{7ba44259-6238-4a1d-a174-35b0ede58895}" ma:sspId="80784755-79b8-48d6-9428-3b17d2b68283" ma:termSetId="66fc978f-7778-48f0-b25e-6102ec3c890a" ma:anchorId="813a78bb-6284-4eb5-a207-1e736defb902" ma:open="false" ma:isKeyword="false">
      <xsd:complexType>
        <xsd:sequence>
          <xsd:element ref="pc:Terms" minOccurs="0" maxOccurs="1"/>
        </xsd:sequence>
      </xsd:complexType>
    </xsd:element>
    <xsd:element name="m7adfda30bd44047a5638478612301c3" ma:index="18" nillable="true" ma:taxonomy="true" ma:internalName="m7adfda30bd44047a5638478612301c3" ma:taxonomyFieldName="TechnologyProduct" ma:displayName="Technology Product" ma:default="" ma:fieldId="{67adfda3-0bd4-4047-a563-8478612301c3}" ma:sspId="80784755-79b8-48d6-9428-3b17d2b68283" ma:termSetId="66fc978f-7778-48f0-b25e-6102ec3c890a" ma:anchorId="5d1c3ad4-2cfc-4c6c-ae3c-92a81c5029d9" ma:open="false" ma:isKeyword="false">
      <xsd:complexType>
        <xsd:sequence>
          <xsd:element ref="pc:Terms" minOccurs="0" maxOccurs="1"/>
        </xsd:sequence>
      </xsd:complexType>
    </xsd:element>
    <xsd:element name="gee6b8e6849a45c3b287423ef253694f" ma:index="20" nillable="true" ma:taxonomy="true" ma:internalName="gee6b8e6849a45c3b287423ef253694f" ma:taxonomyFieldName="Industry" ma:displayName="Industry" ma:default="" ma:fieldId="{0ee6b8e6-849a-45c3-b287-423ef253694f}" ma:sspId="80784755-79b8-48d6-9428-3b17d2b68283" ma:termSetId="66fc978f-7778-48f0-b25e-6102ec3c890a" ma:anchorId="e73ca4ff-ea7d-4041-a298-57ef1e2d566c" ma:open="false" ma:isKeyword="false">
      <xsd:complexType>
        <xsd:sequence>
          <xsd:element ref="pc:Terms" minOccurs="0" maxOccurs="1"/>
        </xsd:sequence>
      </xsd:complexType>
    </xsd:element>
    <xsd:element name="f26024b91be24958abad48b23a9fdabd" ma:index="21" nillable="true" ma:taxonomy="true" ma:internalName="f26024b91be24958abad48b23a9fdabd" ma:taxonomyFieldName="AccountName" ma:displayName="Account Name" ma:default="" ma:fieldId="{f26024b9-1be2-4958-abad-48b23a9fdabd}" ma:sspId="80784755-79b8-48d6-9428-3b17d2b68283" ma:termSetId="ffcabd10-b5c4-4d4a-85d5-d81c14c826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22" nillable="true" ma:displayName="Taxonomy Catch All Column" ma:hidden="true" ma:list="{9177BC99-164C-4B82-8728-4FEB32A6B1B8}" ma:internalName="TaxCatchAll" ma:showField="CatchAllData" ma:web="{32c2a11c-da96-468b-9edd-a18f19d17949}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23" nillable="true" ma:displayName="Taxonomy Catch All Column1" ma:hidden="true" ma:list="{9177BC99-164C-4B82-8728-4FEB32A6B1B8}" ma:internalName="TaxCatchAllLabel" ma:readOnly="true" ma:showField="CatchAllDataLabel" ma:web="{32c2a11c-da96-468b-9edd-a18f19d17949}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a990347f3ac744ba9319d59deee28e62" ma:index="25" nillable="true" ma:taxonomy="true" ma:internalName="a990347f3ac744ba9319d59deee28e62" ma:taxonomyFieldName="Project_x0020_Document_x0020_Type_x0020_PROPOSED" ma:displayName="Doc Type" ma:default="" ma:fieldId="{a990347f-3ac7-44ba-9319-d59deee28e62}" ma:taxonomyMulti="true" ma:sspId="80784755-79b8-48d6-9428-3b17d2b68283" ma:termSetId="66fc978f-7778-48f0-b25e-6102ec3c890a" ma:anchorId="83e52bf2-229e-4551-83c8-6c619852a84e" ma:open="false" ma:isKeyword="false">
      <xsd:complexType>
        <xsd:sequence>
          <xsd:element ref="pc:Terms" minOccurs="0" maxOccurs="1"/>
        </xsd:sequence>
      </xsd:complexType>
    </xsd:element>
    <xsd:element name="SOW_x0020_Deliverable_x003f_" ma:index="27" nillable="true" ma:displayName="SOW Deliverable?" ma:default="0" ma:description="If this document is a required deliverable according to an SOW" ma:internalName="SOW_x0020_Deliverable_x003F_0">
      <xsd:simpleType>
        <xsd:restriction base="dms:Boolean"/>
      </xsd:simpleType>
    </xsd:element>
    <xsd:element name="Is_x0020_Highlight_x003f_" ma:index="28" nillable="true" ma:displayName="Is Highlight?" ma:default="0" ma:description="If this document represents interesting work during the project; not limited to deliverables" ma:internalName="Is_x0020_Highlight_x003F_">
      <xsd:simpleType>
        <xsd:restriction base="dms:Boolean"/>
      </xsd:simpleType>
    </xsd:element>
    <xsd:element name="Project_x0020_Name" ma:index="29" nillable="true" ma:displayName="Project Name" ma:description="Title of the specific engagement, not including the client/account name (e.g. &quot;Taxonomy Assessment and Roadmap&quot;)" ma:internalName="Project_x0020_Name">
      <xsd:simpleType>
        <xsd:restriction base="dms:Text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6" ma:displayName="Content Type"/>
        <xsd:element ref="dc:title" minOccurs="0" maxOccurs="1" ma:index="1" ma:displayName="Title"/>
        <xsd:element ref="dc:subject" minOccurs="0" maxOccurs="1"/>
        <xsd:element ref="dc:description" minOccurs="0" maxOccurs="1" ma:index="4" ma:displayName="Comments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B97C77CF6C980478CF1A0C7BB3DB346" ma:contentTypeVersion="11" ma:contentTypeDescription="Create a new document." ma:contentTypeScope="" ma:versionID="c1a83d7d099b5be531ea543abe836433">
  <xsd:schema xmlns:xsd="http://www.w3.org/2001/XMLSchema" xmlns:xs="http://www.w3.org/2001/XMLSchema" xmlns:p="http://schemas.microsoft.com/office/2006/metadata/properties" xmlns:ns2="17246cb7-97e8-44c0-90d5-6161e615d350" xmlns:ns3="1bbba5f1-a15e-48ed-ae4b-bc36e8dd2f5c" targetNamespace="http://schemas.microsoft.com/office/2006/metadata/properties" ma:root="true" ma:fieldsID="4c654fb0583e2735ba72a8dcae06ecab" ns2:_="" ns3:_="">
    <xsd:import namespace="17246cb7-97e8-44c0-90d5-6161e615d350"/>
    <xsd:import namespace="1bbba5f1-a15e-48ed-ae4b-bc36e8dd2f5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246cb7-97e8-44c0-90d5-6161e615d35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66eeceaf-6cb7-4eb2-b72c-1bbb44499cd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bba5f1-a15e-48ed-ae4b-bc36e8dd2f5c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75b72e8f-4642-4cb4-99b4-07cc3ba4a6e0}" ma:internalName="TaxCatchAll" ma:showField="CatchAllData" ma:web="1bbba5f1-a15e-48ed-ae4b-bc36e8dd2f5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bbba5f1-a15e-48ed-ae4b-bc36e8dd2f5c">
      <Value>5</Value>
      <Value>6</Value>
    </TaxCatchAll>
    <lcf76f155ced4ddcb4097134ff3c332f xmlns="17246cb7-97e8-44c0-90d5-6161e615d350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756F4804-0746-452B-9DB4-F94A88E4C324}"/>
</file>

<file path=customXml/itemProps2.xml><?xml version="1.0" encoding="utf-8"?>
<ds:datastoreItem xmlns:ds="http://schemas.openxmlformats.org/officeDocument/2006/customXml" ds:itemID="{0342DC06-F54B-494D-A2A3-9256A365B4A0}"/>
</file>

<file path=customXml/itemProps3.xml><?xml version="1.0" encoding="utf-8"?>
<ds:datastoreItem xmlns:ds="http://schemas.openxmlformats.org/officeDocument/2006/customXml" ds:itemID="{1D18691A-BBE7-4E8D-86B4-7A240FD5AB94}"/>
</file>

<file path=customXml/itemProps4.xml><?xml version="1.0" encoding="utf-8"?>
<ds:datastoreItem xmlns:ds="http://schemas.openxmlformats.org/officeDocument/2006/customXml" ds:itemID="{A53A86DA-EA63-44BB-8C81-99FEFCB2495F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PptxGenJS Presentation</dc:subject>
  <dc:creator>Earley Information Science</dc:creator>
  <cp:lastModifiedBy>Earley Information Science</cp:lastModifiedBy>
  <cp:revision>158</cp:revision>
  <dcterms:created xsi:type="dcterms:W3CDTF">2026-02-13T00:41:27Z</dcterms:created>
  <dcterms:modified xsi:type="dcterms:W3CDTF">2026-02-13T05:01:35Z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0x0101000B97C77CF6C980478CF1A0C7BB3DB346</vt:lpwstr>
  </property>
  <property fmtid="{D5CDD505-2E9C-101B-9397-08002B2CF9AE}" pid="3" name="Order">
    <vt:r8>4200</vt:r8>
  </property>
  <property fmtid="{D5CDD505-2E9C-101B-9397-08002B2CF9AE}" pid="4" name="_SourceUrl">
    <vt:lpwstr/>
  </property>
  <property fmtid="{D5CDD505-2E9C-101B-9397-08002B2CF9AE}" pid="5" name="_SharedFileIndex">
    <vt:lpwstr/>
  </property>
  <property fmtid="{D5CDD505-2E9C-101B-9397-08002B2CF9AE}" pid="6" name="ComplianceAssetId">
    <vt:lpwstr/>
  </property>
  <property fmtid="{D5CDD505-2E9C-101B-9397-08002B2CF9AE}" pid="7" name="Project_x0020_Document_x0020_Type_x0020_PROPOSED">
    <vt:lpwstr/>
  </property>
  <property fmtid="{D5CDD505-2E9C-101B-9397-08002B2CF9AE}" pid="8" name="Technology">
    <vt:lpwstr/>
  </property>
  <property fmtid="{D5CDD505-2E9C-101B-9397-08002B2CF9AE}" pid="9" name="Project Document Type PROPOSED">
    <vt:lpwstr/>
  </property>
  <property fmtid="{D5CDD505-2E9C-101B-9397-08002B2CF9AE}" pid="10" name="Industry">
    <vt:lpwstr/>
  </property>
  <property fmtid="{D5CDD505-2E9C-101B-9397-08002B2CF9AE}" pid="11" name="AccountName">
    <vt:lpwstr>5;#Stellantis Financial Services|ae495efb-8e65-4cbd-b57d-7d196b299547</vt:lpwstr>
  </property>
  <property fmtid="{D5CDD505-2E9C-101B-9397-08002B2CF9AE}" pid="12" name="Competency">
    <vt:lpwstr>6;#information architecture|0c69daec-fbc4-45c7-ab9c-bd21b0f93d0b</vt:lpwstr>
  </property>
  <property fmtid="{D5CDD505-2E9C-101B-9397-08002B2CF9AE}" pid="13" name="TechnologyProduct">
    <vt:lpwstr/>
  </property>
</Properties>
</file>